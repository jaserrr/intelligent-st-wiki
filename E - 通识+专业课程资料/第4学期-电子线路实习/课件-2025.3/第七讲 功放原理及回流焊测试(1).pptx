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67" r:id="rId3"/>
    <p:sldId id="268" r:id="rId4"/>
    <p:sldId id="269" r:id="rId5"/>
    <p:sldId id="270" r:id="rId6"/>
    <p:sldId id="272" r:id="rId7"/>
    <p:sldId id="271" r:id="rId8"/>
    <p:sldId id="273" r:id="rId9"/>
    <p:sldId id="276" r:id="rId10"/>
    <p:sldId id="280" r:id="rId11"/>
    <p:sldId id="27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-749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42729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9890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2366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1208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2106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9367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951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40250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95015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3681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9012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F4C8C6A-47CF-4315-BE73-E8355DC63CA3}" type="datetimeFigureOut">
              <a:rPr lang="zh-CN" altLang="en-US" smtClean="0"/>
              <a:pPr/>
              <a:t>2024/12/2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1033B21-F92B-49B2-B04F-F6B9C195668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xmlns="" val="71068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058777E-911C-2B2E-B859-CB6CCAB91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1701"/>
            <a:ext cx="9144000" cy="295087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功放原理及作图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/>
              <a:t>回流焊测试</a:t>
            </a:r>
          </a:p>
        </p:txBody>
      </p:sp>
    </p:spTree>
    <p:extLst>
      <p:ext uri="{BB962C8B-B14F-4D97-AF65-F5344CB8AC3E}">
        <p14:creationId xmlns:p14="http://schemas.microsoft.com/office/powerpoint/2010/main" xmlns="" val="196933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466DE4A-4029-CF03-2A72-1E46084D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5B49C75-62C4-9D41-B55D-AEEED71A8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/>
              <a:t>功放原理</a:t>
            </a:r>
            <a:endParaRPr lang="en-US" altLang="zh-CN" sz="2800" b="1" dirty="0"/>
          </a:p>
          <a:p>
            <a:pPr>
              <a:lnSpc>
                <a:spcPct val="200000"/>
              </a:lnSpc>
            </a:pPr>
            <a:r>
              <a:rPr lang="zh-CN" altLang="en-US" sz="2800" b="1" dirty="0"/>
              <a:t>功放线路的作图</a:t>
            </a:r>
            <a:endParaRPr lang="en-US" altLang="zh-CN" sz="2800" b="1" dirty="0"/>
          </a:p>
          <a:p>
            <a:pPr>
              <a:lnSpc>
                <a:spcPct val="200000"/>
              </a:lnSpc>
            </a:pPr>
            <a:r>
              <a:rPr lang="zh-CN" altLang="en-US" sz="2800" b="1" dirty="0"/>
              <a:t>回流焊验证以及频率改变</a:t>
            </a:r>
          </a:p>
        </p:txBody>
      </p:sp>
    </p:spTree>
    <p:extLst>
      <p:ext uri="{BB962C8B-B14F-4D97-AF65-F5344CB8AC3E}">
        <p14:creationId xmlns:p14="http://schemas.microsoft.com/office/powerpoint/2010/main" xmlns="" val="6709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AE65990-E1D4-0BFA-74A4-26DC012C63AB}"/>
              </a:ext>
            </a:extLst>
          </p:cNvPr>
          <p:cNvSpPr txBox="1">
            <a:spLocks noChangeArrowheads="1"/>
          </p:cNvSpPr>
          <p:nvPr/>
        </p:nvSpPr>
        <p:spPr>
          <a:xfrm>
            <a:off x="569844" y="344558"/>
            <a:ext cx="8464620" cy="1279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TDA2030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5A7C4456-C9C7-92EE-5F7A-9D47002261EF}"/>
              </a:ext>
            </a:extLst>
          </p:cNvPr>
          <p:cNvSpPr/>
          <p:nvPr/>
        </p:nvSpPr>
        <p:spPr>
          <a:xfrm>
            <a:off x="683567" y="1988840"/>
            <a:ext cx="10355493" cy="2806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/>
              <a:t>TDA2030</a:t>
            </a:r>
            <a:r>
              <a:rPr lang="en-US" altLang="zh-CN" sz="2400" b="1" dirty="0"/>
              <a:t>A</a:t>
            </a:r>
            <a:r>
              <a:rPr lang="zh-CN" altLang="zh-CN" sz="2400" b="1" dirty="0"/>
              <a:t>：德律风根生产的音频中功放芯片；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/>
              <a:t>五个管脚：电源2个、输入两个、输出1个</a:t>
            </a:r>
            <a:r>
              <a:rPr lang="en-US" altLang="zh-CN" sz="2400" b="1" dirty="0"/>
              <a:t>;</a:t>
            </a:r>
            <a:endParaRPr lang="zh-CN" altLang="zh-CN" sz="2400" b="1" dirty="0"/>
          </a:p>
          <a:p>
            <a:pPr>
              <a:lnSpc>
                <a:spcPct val="150000"/>
              </a:lnSpc>
            </a:pPr>
            <a:r>
              <a:rPr lang="zh-CN" altLang="zh-CN" sz="2400" b="1" dirty="0"/>
              <a:t>功率较大：在负载为4欧姆时，可以达到18W；在8欧姆时，可以达到16W；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/>
              <a:t>内含各种保护电路：短路保护、热保护、地线偶然开路、电源极性反接以及负载泄放电压反冲等 </a:t>
            </a:r>
          </a:p>
        </p:txBody>
      </p:sp>
    </p:spTree>
    <p:extLst>
      <p:ext uri="{BB962C8B-B14F-4D97-AF65-F5344CB8AC3E}">
        <p14:creationId xmlns:p14="http://schemas.microsoft.com/office/powerpoint/2010/main" xmlns="" val="132479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BC8E236F-1DA5-2044-B1A5-204D6C08CF12}"/>
              </a:ext>
            </a:extLst>
          </p:cNvPr>
          <p:cNvSpPr txBox="1">
            <a:spLocks noChangeArrowheads="1"/>
          </p:cNvSpPr>
          <p:nvPr/>
        </p:nvSpPr>
        <p:spPr>
          <a:xfrm>
            <a:off x="871536" y="699171"/>
            <a:ext cx="8162925" cy="769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TDA2030</a:t>
            </a:r>
            <a:endParaRPr lang="zh-CN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80E7CF2F-20EF-5F4D-D4E9-47083A54FE6A}"/>
              </a:ext>
            </a:extLst>
          </p:cNvPr>
          <p:cNvSpPr txBox="1">
            <a:spLocks noChangeArrowheads="1"/>
          </p:cNvSpPr>
          <p:nvPr/>
        </p:nvSpPr>
        <p:spPr>
          <a:xfrm>
            <a:off x="2144710" y="3989069"/>
            <a:ext cx="5616575" cy="2448272"/>
          </a:xfrm>
          <a:prstGeom prst="rect">
            <a:avLst/>
          </a:prstGeom>
          <a:ln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zh-CN" sz="2400" b="1" dirty="0"/>
              <a:t>1</a:t>
            </a:r>
            <a:r>
              <a:rPr lang="zh-CN" sz="2400" b="1" dirty="0"/>
              <a:t>：同向输入端</a:t>
            </a:r>
          </a:p>
          <a:p>
            <a:pPr>
              <a:lnSpc>
                <a:spcPct val="114000"/>
              </a:lnSpc>
            </a:pPr>
            <a:r>
              <a:rPr lang="zh-CN" altLang="zh-CN" sz="2400" b="1" dirty="0"/>
              <a:t>2</a:t>
            </a:r>
            <a:r>
              <a:rPr lang="zh-CN" sz="2400" b="1" dirty="0"/>
              <a:t>：反向输入端</a:t>
            </a:r>
          </a:p>
          <a:p>
            <a:pPr>
              <a:lnSpc>
                <a:spcPct val="114000"/>
              </a:lnSpc>
            </a:pPr>
            <a:r>
              <a:rPr lang="zh-CN" altLang="zh-CN" sz="2400" b="1" dirty="0"/>
              <a:t>3</a:t>
            </a:r>
            <a:r>
              <a:rPr lang="zh-CN" sz="2400" b="1" dirty="0"/>
              <a:t>：负电源</a:t>
            </a:r>
          </a:p>
          <a:p>
            <a:pPr>
              <a:lnSpc>
                <a:spcPct val="114000"/>
              </a:lnSpc>
            </a:pPr>
            <a:r>
              <a:rPr lang="zh-CN" altLang="zh-CN" sz="2400" b="1" dirty="0"/>
              <a:t>4</a:t>
            </a:r>
            <a:r>
              <a:rPr lang="zh-CN" sz="2400" b="1" dirty="0"/>
              <a:t>：输出端</a:t>
            </a:r>
          </a:p>
          <a:p>
            <a:pPr>
              <a:lnSpc>
                <a:spcPct val="114000"/>
              </a:lnSpc>
            </a:pPr>
            <a:r>
              <a:rPr lang="zh-CN" altLang="zh-CN" sz="2400" b="1" dirty="0"/>
              <a:t>5</a:t>
            </a:r>
            <a:r>
              <a:rPr lang="zh-CN" sz="2400" b="1" dirty="0"/>
              <a:t>：正电源</a:t>
            </a:r>
          </a:p>
        </p:txBody>
      </p:sp>
      <p:pic>
        <p:nvPicPr>
          <p:cNvPr id="6" name="Picture 4" descr="2I0)9YFUJP9ZY(50M2`D$]M">
            <a:extLst>
              <a:ext uri="{FF2B5EF4-FFF2-40B4-BE49-F238E27FC236}">
                <a16:creationId xmlns:a16="http://schemas.microsoft.com/office/drawing/2014/main" xmlns="" id="{A855E3CA-E003-6663-42AC-6F570038F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5723" y="1430080"/>
            <a:ext cx="5689600" cy="223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203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_KYV]8${Q]{CCNMNW}B_UHL">
            <a:extLst>
              <a:ext uri="{FF2B5EF4-FFF2-40B4-BE49-F238E27FC236}">
                <a16:creationId xmlns:a16="http://schemas.microsoft.com/office/drawing/2014/main" xmlns="" id="{DBAF6F6F-D21E-6824-49B5-690AAD490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3513" y="606152"/>
            <a:ext cx="3966869" cy="275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31AF5440-2905-D429-4F6F-CDAD6E38D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854572"/>
            <a:ext cx="8162925" cy="769441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chemeClr val="tx1"/>
                </a:solidFill>
              </a:rPr>
              <a:t>4558</a:t>
            </a:r>
            <a:endParaRPr lang="zh-CN" b="1" dirty="0">
              <a:solidFill>
                <a:schemeClr val="tx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7234DA63-A076-A4E9-9EA7-C52479F57905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060848"/>
            <a:ext cx="8110537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b="1"/>
              <a:t>4558</a:t>
            </a:r>
            <a:r>
              <a:rPr lang="zh-CN" sz="2400" b="1"/>
              <a:t>为一个双路运放；</a:t>
            </a:r>
          </a:p>
          <a:p>
            <a:pPr>
              <a:lnSpc>
                <a:spcPct val="150000"/>
              </a:lnSpc>
            </a:pPr>
            <a:r>
              <a:rPr lang="zh-CN" altLang="zh-CN" sz="2400" b="1"/>
              <a:t>8</a:t>
            </a:r>
            <a:r>
              <a:rPr lang="zh-CN" sz="2400" b="1"/>
              <a:t>个管脚：两路输入占用</a:t>
            </a:r>
            <a:r>
              <a:rPr lang="zh-CN" altLang="zh-CN" sz="2400" b="1"/>
              <a:t>4</a:t>
            </a:r>
            <a:r>
              <a:rPr lang="zh-CN" sz="2400" b="1"/>
              <a:t>个管脚；两路输出占用</a:t>
            </a:r>
            <a:r>
              <a:rPr lang="zh-CN" altLang="zh-CN" sz="2400" b="1"/>
              <a:t>2</a:t>
            </a:r>
            <a:r>
              <a:rPr lang="zh-CN" sz="2400" b="1"/>
              <a:t>个管脚；电源占用</a:t>
            </a:r>
            <a:r>
              <a:rPr lang="zh-CN" altLang="zh-CN" sz="2400" b="1"/>
              <a:t>2</a:t>
            </a:r>
            <a:r>
              <a:rPr lang="zh-CN" sz="2400" b="1"/>
              <a:t>个管脚；</a:t>
            </a:r>
          </a:p>
          <a:p>
            <a:pPr>
              <a:lnSpc>
                <a:spcPct val="150000"/>
              </a:lnSpc>
            </a:pPr>
            <a:r>
              <a:rPr lang="zh-CN" sz="2400" b="1"/>
              <a:t>性能一般、价格便宜、功能较全的运放；</a:t>
            </a:r>
          </a:p>
          <a:p>
            <a:pPr>
              <a:lnSpc>
                <a:spcPct val="150000"/>
              </a:lnSpc>
            </a:pPr>
            <a:r>
              <a:rPr lang="zh-CN" sz="2400" b="1"/>
              <a:t>作用：这里作为滤波和阻抗转换器使用；另外，还可以计算、信号放大等</a:t>
            </a:r>
            <a:endParaRPr lang="zh-CN" sz="2400" b="1" dirty="0"/>
          </a:p>
        </p:txBody>
      </p:sp>
    </p:spTree>
    <p:extLst>
      <p:ext uri="{BB962C8B-B14F-4D97-AF65-F5344CB8AC3E}">
        <p14:creationId xmlns:p14="http://schemas.microsoft.com/office/powerpoint/2010/main" xmlns="" val="341315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BA8D484-9385-0CF1-48EC-17C2A0F1F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E1099A6-E11B-8FC6-0ED2-DD57736FE24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173566" y="0"/>
            <a:ext cx="11844867" cy="686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4103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D3A7CED-8617-0491-2A96-3F1804B2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如何作图？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8470783-7F50-A231-A3A0-4DA4626B8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731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、为何要作图？</a:t>
            </a:r>
            <a:endParaRPr lang="en-US" altLang="zh-CN" sz="2800" b="1" dirty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PCB</a:t>
            </a:r>
            <a:r>
              <a:rPr lang="zh-CN" altLang="en-US" sz="2800" b="1" dirty="0"/>
              <a:t>基本知识？</a:t>
            </a:r>
            <a:endParaRPr lang="en-US" altLang="zh-CN" sz="2800" b="1" dirty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、作图基本原则：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元器件必须横平竖直；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一个焊点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焊盘只允许焊接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插入一个元器件的一个引脚</a:t>
            </a:r>
            <a:endParaRPr lang="en-US" altLang="zh-CN" sz="2800" b="1" dirty="0"/>
          </a:p>
          <a:p>
            <a:pPr lvl="1">
              <a:buFont typeface="Arial" pitchFamily="34" charset="0"/>
              <a:buChar char="•"/>
            </a:pPr>
            <a:endParaRPr lang="en-US" altLang="zh-CN" sz="2800" b="1" dirty="0"/>
          </a:p>
          <a:p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325605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961F0B6-4C19-D874-929D-42B7D8D7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zh-CN" altLang="en-US" b="1" dirty="0"/>
              <a:t>如何作图？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0A5EE8D-05E8-4CEF-1BF1-C7369094F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86" y="1191491"/>
            <a:ext cx="10515600" cy="5334000"/>
          </a:xfrm>
        </p:spPr>
        <p:txBody>
          <a:bodyPr>
            <a:normAutofit fontScale="92500" lnSpcReduction="20000"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、作图步骤：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确定</a:t>
            </a:r>
            <a:r>
              <a:rPr lang="en-US" altLang="zh-CN" sz="2800" b="1" dirty="0">
                <a:solidFill>
                  <a:srgbClr val="FF0000"/>
                </a:solidFill>
              </a:rPr>
              <a:t>23</a:t>
            </a:r>
            <a:r>
              <a:rPr lang="zh-CN" altLang="en-US" sz="2800" b="1" dirty="0"/>
              <a:t>个关键点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确定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个集成</a:t>
            </a:r>
            <a:r>
              <a:rPr lang="en-US" altLang="zh-CN" sz="2800" b="1" dirty="0"/>
              <a:t>IC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根据集成</a:t>
            </a:r>
            <a:r>
              <a:rPr lang="en-US" altLang="zh-CN" sz="2800" b="1" dirty="0"/>
              <a:t>IC</a:t>
            </a:r>
            <a:r>
              <a:rPr lang="zh-CN" altLang="en-US" sz="2800" b="1" dirty="0"/>
              <a:t>结合原理图确定</a:t>
            </a:r>
            <a:r>
              <a:rPr lang="en-US" altLang="zh-CN" sz="2800" b="1" dirty="0"/>
              <a:t>GNG +V –V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结合原理图逐一画出剩余电路</a:t>
            </a:r>
            <a:endParaRPr lang="en-US" altLang="zh-CN" sz="2800" b="1" dirty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3000" b="1" dirty="0"/>
              <a:t>5</a:t>
            </a:r>
            <a:r>
              <a:rPr lang="zh-CN" altLang="en-US" sz="3000" b="1" dirty="0"/>
              <a:t>、作图要求</a:t>
            </a:r>
            <a:endParaRPr lang="en-US" altLang="zh-CN" sz="30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标注电阻、电容、</a:t>
            </a:r>
            <a:r>
              <a:rPr lang="en-US" altLang="zh-CN" sz="2800" b="1" dirty="0"/>
              <a:t>4</a:t>
            </a:r>
            <a:r>
              <a:rPr lang="zh-CN" altLang="en-US" sz="2800" b="1"/>
              <a:t>个集成</a:t>
            </a:r>
            <a:r>
              <a:rPr lang="en-US" altLang="zh-CN" sz="2800" b="1" dirty="0"/>
              <a:t>IC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根跳线等元器件；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标注元器件的阻值、容值等；</a:t>
            </a:r>
            <a:endParaRPr lang="en-US" altLang="zh-CN" sz="2800" b="1" dirty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b="1" dirty="0"/>
              <a:t>有方向元器件标注方向；</a:t>
            </a:r>
            <a:endParaRPr lang="en-US" altLang="zh-CN" sz="2800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64051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47BA423-8FCA-82AA-D82B-55F3BC6C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8776B8-FEEB-6AE6-40DB-CBAF721B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9112C0BE-DF08-E6D3-A3E7-998FB5F6B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81037"/>
            <a:ext cx="11849100" cy="5019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79298DB8-71A8-4BE7-D5B5-A57501400FE3}"/>
              </a:ext>
            </a:extLst>
          </p:cNvPr>
          <p:cNvSpPr/>
          <p:nvPr/>
        </p:nvSpPr>
        <p:spPr>
          <a:xfrm>
            <a:off x="5373254" y="4109027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3C6156A-0C56-06CC-D528-4CF6E8716F2C}"/>
              </a:ext>
            </a:extLst>
          </p:cNvPr>
          <p:cNvSpPr/>
          <p:nvPr/>
        </p:nvSpPr>
        <p:spPr>
          <a:xfrm>
            <a:off x="5659004" y="4109027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AFB045B3-C451-3528-A22B-2A29DED420AA}"/>
              </a:ext>
            </a:extLst>
          </p:cNvPr>
          <p:cNvSpPr/>
          <p:nvPr/>
        </p:nvSpPr>
        <p:spPr>
          <a:xfrm>
            <a:off x="9822872" y="4060075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157861F9-324A-317B-955A-2FE72F56278E}"/>
              </a:ext>
            </a:extLst>
          </p:cNvPr>
          <p:cNvSpPr/>
          <p:nvPr/>
        </p:nvSpPr>
        <p:spPr>
          <a:xfrm>
            <a:off x="10064865" y="3057265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052F29E8-0EB7-9908-AEAC-8B0EBC5407D6}"/>
              </a:ext>
            </a:extLst>
          </p:cNvPr>
          <p:cNvSpPr/>
          <p:nvPr/>
        </p:nvSpPr>
        <p:spPr>
          <a:xfrm>
            <a:off x="11168957" y="2335069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035CCE2-2114-8A69-6399-D64BADEBF63E}"/>
              </a:ext>
            </a:extLst>
          </p:cNvPr>
          <p:cNvSpPr/>
          <p:nvPr/>
        </p:nvSpPr>
        <p:spPr>
          <a:xfrm>
            <a:off x="6268604" y="4057333"/>
            <a:ext cx="155864" cy="147782"/>
          </a:xfrm>
          <a:prstGeom prst="rect">
            <a:avLst/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446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6D6FAA7-CC08-18F7-4FF6-B5714CC1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9A8DA80-6578-D248-00AE-9C44CD222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8882B560-8275-6B0D-4D88-FCAC1367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6" y="1949560"/>
            <a:ext cx="11612379" cy="490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4506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>
            <a:extLst>
              <a:ext uri="{FF2B5EF4-FFF2-40B4-BE49-F238E27FC236}">
                <a16:creationId xmlns:a16="http://schemas.microsoft.com/office/drawing/2014/main" xmlns="" id="{8C7C3D49-75BD-6902-A727-38F1959F6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20420" y="1101438"/>
            <a:ext cx="9071580" cy="3857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6F9BE70-5643-867D-848F-619A8A51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09" y="229036"/>
            <a:ext cx="10058400" cy="1371600"/>
          </a:xfrm>
        </p:spPr>
        <p:txBody>
          <a:bodyPr/>
          <a:lstStyle/>
          <a:p>
            <a:r>
              <a:rPr lang="zh-CN" altLang="en-US" dirty="0"/>
              <a:t>关键点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4A680F6-6467-760C-4F42-049665CDA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09" y="147464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1-6</a:t>
            </a:r>
            <a:r>
              <a:rPr lang="zh-CN" altLang="en-US" sz="2400" b="1" dirty="0"/>
              <a:t>：双联电位器</a:t>
            </a:r>
            <a:endParaRPr lang="en-US" altLang="zh-CN" sz="2400" b="1" dirty="0"/>
          </a:p>
          <a:p>
            <a:r>
              <a:rPr lang="en-US" altLang="zh-CN" sz="2400" b="1" dirty="0"/>
              <a:t>7-9</a:t>
            </a:r>
            <a:r>
              <a:rPr lang="zh-CN" altLang="en-US" sz="2400" b="1" dirty="0"/>
              <a:t>：单联电位器</a:t>
            </a:r>
            <a:endParaRPr lang="en-US" altLang="zh-CN" sz="2400" b="1" dirty="0"/>
          </a:p>
          <a:p>
            <a:r>
              <a:rPr lang="en-US" altLang="zh-CN" sz="2400" b="1" dirty="0"/>
              <a:t>10-12</a:t>
            </a:r>
            <a:r>
              <a:rPr lang="zh-CN" altLang="en-US" sz="2400" b="1" dirty="0"/>
              <a:t>：电源</a:t>
            </a:r>
            <a:endParaRPr lang="en-US" altLang="zh-CN" sz="2400" b="1" dirty="0"/>
          </a:p>
          <a:p>
            <a:r>
              <a:rPr lang="en-US" altLang="zh-CN" sz="2400" b="1" dirty="0"/>
              <a:t>13-14</a:t>
            </a:r>
            <a:r>
              <a:rPr lang="zh-CN" altLang="en-US" sz="2400" b="1" dirty="0"/>
              <a:t>：低音输出</a:t>
            </a:r>
            <a:endParaRPr lang="en-US" altLang="zh-CN" sz="2400" b="1" dirty="0"/>
          </a:p>
          <a:p>
            <a:r>
              <a:rPr lang="en-US" altLang="zh-CN" sz="2400" b="1" dirty="0"/>
              <a:t>15-16</a:t>
            </a:r>
            <a:r>
              <a:rPr lang="zh-CN" altLang="en-US" sz="2400" b="1" dirty="0"/>
              <a:t>：右声道输出</a:t>
            </a:r>
            <a:endParaRPr lang="en-US" altLang="zh-CN" sz="2400" b="1" dirty="0"/>
          </a:p>
          <a:p>
            <a:r>
              <a:rPr lang="en-US" altLang="zh-CN" sz="2400" b="1" dirty="0"/>
              <a:t>17-18</a:t>
            </a:r>
            <a:r>
              <a:rPr lang="zh-CN" altLang="en-US" sz="2400" b="1" dirty="0"/>
              <a:t>：左声道输出</a:t>
            </a:r>
            <a:endParaRPr lang="en-US" altLang="zh-CN" sz="2400" b="1" dirty="0"/>
          </a:p>
          <a:p>
            <a:r>
              <a:rPr lang="en-US" altLang="zh-CN" sz="2400" b="1" dirty="0"/>
              <a:t>19-21</a:t>
            </a:r>
            <a:r>
              <a:rPr lang="zh-CN" altLang="en-US" sz="2400" b="1" dirty="0"/>
              <a:t>：音频输入</a:t>
            </a:r>
            <a:endParaRPr lang="en-US" altLang="zh-CN" sz="2400" b="1" dirty="0"/>
          </a:p>
          <a:p>
            <a:r>
              <a:rPr lang="en-US" altLang="zh-CN" sz="2400" b="1" dirty="0"/>
              <a:t>22-23</a:t>
            </a:r>
            <a:r>
              <a:rPr lang="zh-CN" altLang="en-US" sz="2400" b="1" dirty="0"/>
              <a:t>：指示灯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rgbClr val="FF0000"/>
                </a:solidFill>
                <a:highlight>
                  <a:srgbClr val="000080"/>
                </a:highlight>
              </a:rPr>
              <a:t>a-f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000080"/>
                </a:highlight>
              </a:rPr>
              <a:t>：散热器固定孔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61BACF76-C914-85CA-1023-BA3C1CA9A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419" y="1032019"/>
            <a:ext cx="9071581" cy="385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3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5C04BFAA-DDFB-FED9-2599-BA21E98C2F90}"/>
              </a:ext>
            </a:extLst>
          </p:cNvPr>
          <p:cNvSpPr txBox="1"/>
          <p:nvPr/>
        </p:nvSpPr>
        <p:spPr>
          <a:xfrm>
            <a:off x="264743" y="262935"/>
            <a:ext cx="3643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测试回流焊灯光闪烁频率</a:t>
            </a:r>
            <a:r>
              <a:rPr lang="en-US" altLang="zh-CN" sz="2400" b="1" dirty="0"/>
              <a:t>: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2567B56-2BF6-091A-AC35-9BA979207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47920" y="1071799"/>
            <a:ext cx="8696159" cy="506299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1F014BE-999F-911E-FF23-002AB163A725}"/>
              </a:ext>
            </a:extLst>
          </p:cNvPr>
          <p:cNvSpPr/>
          <p:nvPr/>
        </p:nvSpPr>
        <p:spPr>
          <a:xfrm>
            <a:off x="5996248" y="393287"/>
            <a:ext cx="886690" cy="61255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1M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xmlns="" id="{17CF10BA-B99C-793E-1E44-B268CABEDA7B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6439593" y="1005840"/>
            <a:ext cx="676102" cy="117209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3745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肥皂">
      <a:maj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377</TotalTime>
  <Words>363</Words>
  <Application>Microsoft Office PowerPoint</Application>
  <PresentationFormat>自定义</PresentationFormat>
  <Paragraphs>49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肥皂</vt:lpstr>
      <vt:lpstr>功放原理及作图 回流焊测试</vt:lpstr>
      <vt:lpstr>实验内容</vt:lpstr>
      <vt:lpstr>幻灯片 3</vt:lpstr>
      <vt:lpstr>幻灯片 4</vt:lpstr>
      <vt:lpstr>4558</vt:lpstr>
      <vt:lpstr>幻灯片 6</vt:lpstr>
      <vt:lpstr>如何作图？</vt:lpstr>
      <vt:lpstr>如何作图？</vt:lpstr>
      <vt:lpstr>幻灯片 9</vt:lpstr>
      <vt:lpstr>幻灯片 10</vt:lpstr>
      <vt:lpstr>关键点</vt:lpstr>
      <vt:lpstr>幻灯片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回流焊测试 功放原理及作图</dc:title>
  <dc:creator>赵 晓梅</dc:creator>
  <cp:lastModifiedBy>acer</cp:lastModifiedBy>
  <cp:revision>12</cp:revision>
  <dcterms:created xsi:type="dcterms:W3CDTF">2022-11-11T08:26:18Z</dcterms:created>
  <dcterms:modified xsi:type="dcterms:W3CDTF">2024-12-02T03:47:51Z</dcterms:modified>
</cp:coreProperties>
</file>