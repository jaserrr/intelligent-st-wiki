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67FB56-08C7-4D26-698E-EA02D6E9B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DCB774-437A-8F8D-078C-C7372A2B6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E2AD12-7346-6E38-1AA7-A25A1642D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C8A9-30CC-4BD3-B92E-08CE7A6030E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068E14-BE12-8087-64EB-CA6062050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4C25EA-D0EA-4F7F-E036-F0B2F5E59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63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5A2CE-72A4-346E-7C52-463F8697A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CDC332-089E-DCA8-0093-FD80E3B02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64AF52-EB50-7DF7-A9E0-AC15417A7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C8A9-30CC-4BD3-B92E-08CE7A6030E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4437AE-48DE-0630-A83D-95736B09D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EB546E-F3A8-7F70-E952-586829FDE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024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D0FC0A-17D5-6899-9B2F-7595D997B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F56F69-5F46-03E8-4F6A-DE591FE93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AC6BEA-32A3-5560-B6F4-CB1B2FA7E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C8A9-30CC-4BD3-B92E-08CE7A6030E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EFD7F0-C342-C51D-D558-D0FD930EC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22E1ED-4F20-29CA-7687-944FA297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564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7A6633-6CE9-8CE7-75F3-95BC26329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CC8FF0-93CF-2A05-DC3C-EC84F8A850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8EB96F-0A9D-2D59-A009-923EB61AD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A088B7-60D5-23F8-EC82-813CFB5FA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C8A9-30CC-4BD3-B92E-08CE7A6030E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DD677A-E931-4F5B-CC5C-90A222772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F688A5-A199-9C75-45E4-0FFB360EC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83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F2EAB1-70CF-5DDD-65D7-41EC43D1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07FA5E-CDA8-37B2-21C1-78C62A96D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E7F738-2748-E685-D077-4053F10D4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2D28F9-7881-B302-C704-5AF247D53C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FA32958-656F-2A90-EA70-CEB6408786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1D6674-1B3B-3C54-A5B3-154C20209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C8A9-30CC-4BD3-B92E-08CE7A6030E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7F28277-A8A5-D032-7FD3-FC87A70D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3D09591-9072-CB84-9C2E-EF5F58347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501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629E55-7621-2876-3FF7-D18DF43DF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907602-A129-0365-A517-B34860797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C8A9-30CC-4BD3-B92E-08CE7A6030E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DE9C5BC-EE02-6A04-26F9-A92526830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8EEDF9-CB41-8849-72B7-0A4DEF71D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897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96576C-E71D-D658-0DCA-7F188E513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C8A9-30CC-4BD3-B92E-08CE7A6030E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9D2330-F5CB-F9EE-FF38-2A1B6A520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5F529B-534C-CF3C-1FF8-889BEE526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407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CF1DB-385F-E9F7-AA73-813980D94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C3CCDA-F496-4312-183A-C8526D4D1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738D78-1386-B312-ECC7-91A7D3543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BA9F0F-D099-867F-13AB-CEC3EA85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C8A9-30CC-4BD3-B92E-08CE7A6030E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EC397C-05E5-6023-9FF7-BE28BD6EF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711A7E-839A-D99D-5337-0A4A4CCDB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88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1052F-21C2-4120-6ACC-DAA9B2B76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5CF83F1-80A6-D76D-9E01-EDBF7B6C6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9E2308-4F49-7403-E412-04FB6A1B8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1B9DEF-C787-E3CC-7F82-5B9E23121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C8A9-30CC-4BD3-B92E-08CE7A6030E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4146F2-AFE3-B3BB-F124-0D9446602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992D64-8D7D-CEF5-B35A-8A023E267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212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EED4B9-B89D-9DC9-A0C1-B16801EA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A78FFB-96D7-CC98-1538-ACE1559AD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2BB0FD-E28D-C94D-5BFD-7CCB5599C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C8A9-30CC-4BD3-B92E-08CE7A6030E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89C261-E68D-1A50-5456-4871B6FC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97C127-48F4-583A-4EB3-8853D8E2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423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6E9D243-623C-50CF-48BE-6B5BBB6DF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CF4385-7752-72D3-C4E2-AF11A7230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514FAD-D6AF-800C-2E14-FDC614C83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C8A9-30CC-4BD3-B92E-08CE7A6030E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3F19BD-AF39-DEE9-99D8-E7D60307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D0822C-703F-7B33-EE86-4F4B63F55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121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23419D8-761B-A609-B81D-C72D640AB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489423-C0D5-B054-33B6-304F153B6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01BAD7-20EA-1ACC-6BAD-7200B4B3F5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DC8A9-30CC-4BD3-B92E-08CE7A6030E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8CF19E-B9E7-18FC-C38E-3706EC40B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C60289-39B9-DB57-087F-413B2AFA92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66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F7E58-F5BC-E44D-E01A-FA2BB6A327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程序阅读题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52E3FA-C95E-9BE7-2E1A-FBB92F7A45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38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60101F-C55D-71FB-5BD1-FE8E4062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3EDF8DD-5677-E553-389D-871A0CDF88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076"/>
            <a:ext cx="11955381" cy="6397847"/>
          </a:xfrm>
        </p:spPr>
      </p:pic>
    </p:spTree>
    <p:extLst>
      <p:ext uri="{BB962C8B-B14F-4D97-AF65-F5344CB8AC3E}">
        <p14:creationId xmlns:p14="http://schemas.microsoft.com/office/powerpoint/2010/main" val="2564102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346532-008F-0410-1489-0D9793FBC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FAAF082-708B-027D-FCBD-2F694C9FEB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44" y="365125"/>
            <a:ext cx="11888111" cy="5723906"/>
          </a:xfrm>
        </p:spPr>
      </p:pic>
    </p:spTree>
    <p:extLst>
      <p:ext uri="{BB962C8B-B14F-4D97-AF65-F5344CB8AC3E}">
        <p14:creationId xmlns:p14="http://schemas.microsoft.com/office/powerpoint/2010/main" val="1034038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CE688F-3F4B-51F9-6D54-DB72C8ED5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1C3D5B2-DDA6-3926-C615-4744BF9D5A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5"/>
          <a:stretch/>
        </p:blipFill>
        <p:spPr>
          <a:xfrm>
            <a:off x="838200" y="192362"/>
            <a:ext cx="10152185" cy="6473276"/>
          </a:xfrm>
        </p:spPr>
      </p:pic>
    </p:spTree>
    <p:extLst>
      <p:ext uri="{BB962C8B-B14F-4D97-AF65-F5344CB8AC3E}">
        <p14:creationId xmlns:p14="http://schemas.microsoft.com/office/powerpoint/2010/main" val="2330519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B2EFB2-7AB9-BF65-FEDD-92AEEB071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A29C9B0-0627-1DD3-515F-FA8D81BD64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743" y="62245"/>
            <a:ext cx="6901772" cy="6795755"/>
          </a:xfrm>
        </p:spPr>
      </p:pic>
    </p:spTree>
    <p:extLst>
      <p:ext uri="{BB962C8B-B14F-4D97-AF65-F5344CB8AC3E}">
        <p14:creationId xmlns:p14="http://schemas.microsoft.com/office/powerpoint/2010/main" val="209011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76C097-F215-0787-82F1-07EEB66BF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3981A00-6173-55CF-E493-DADCBF6597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08" y="629260"/>
            <a:ext cx="11462385" cy="4997817"/>
          </a:xfrm>
        </p:spPr>
      </p:pic>
    </p:spTree>
    <p:extLst>
      <p:ext uri="{BB962C8B-B14F-4D97-AF65-F5344CB8AC3E}">
        <p14:creationId xmlns:p14="http://schemas.microsoft.com/office/powerpoint/2010/main" val="3366569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F8F1E-B37F-A9DB-B00C-2B2705696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FED0F7B-08DD-4991-2359-55969A03F7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66" y="365125"/>
            <a:ext cx="10997520" cy="5940393"/>
          </a:xfrm>
        </p:spPr>
      </p:pic>
    </p:spTree>
    <p:extLst>
      <p:ext uri="{BB962C8B-B14F-4D97-AF65-F5344CB8AC3E}">
        <p14:creationId xmlns:p14="http://schemas.microsoft.com/office/powerpoint/2010/main" val="698598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295B21-BCC3-BA0C-23DE-9D8336F6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3A02C6E-3F67-24EA-BA48-3D383A0FBF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08" y="216633"/>
            <a:ext cx="5684991" cy="6515180"/>
          </a:xfrm>
        </p:spPr>
      </p:pic>
    </p:spTree>
    <p:extLst>
      <p:ext uri="{BB962C8B-B14F-4D97-AF65-F5344CB8AC3E}">
        <p14:creationId xmlns:p14="http://schemas.microsoft.com/office/powerpoint/2010/main" val="3171185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5443C1-A97D-1DC9-41C4-95BDA1FA8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84995B9-9689-E803-11B2-D257BDEBF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189" y="490019"/>
            <a:ext cx="9361373" cy="4785366"/>
          </a:xfrm>
        </p:spPr>
      </p:pic>
    </p:spTree>
    <p:extLst>
      <p:ext uri="{BB962C8B-B14F-4D97-AF65-F5344CB8AC3E}">
        <p14:creationId xmlns:p14="http://schemas.microsoft.com/office/powerpoint/2010/main" val="2523645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D6105E-08B4-155E-CA42-B9500EDC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BA93B3C-2BA6-98D0-9454-ABE8A255D6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95" y="365125"/>
            <a:ext cx="8156728" cy="5411421"/>
          </a:xfrm>
        </p:spPr>
      </p:pic>
    </p:spTree>
    <p:extLst>
      <p:ext uri="{BB962C8B-B14F-4D97-AF65-F5344CB8AC3E}">
        <p14:creationId xmlns:p14="http://schemas.microsoft.com/office/powerpoint/2010/main" val="1514930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5302C1-74C7-51F5-345D-1FB6E509C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1B24385-BDBD-37CC-9A06-37EF62D107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37" y="314133"/>
            <a:ext cx="8975688" cy="4978836"/>
          </a:xfrm>
        </p:spPr>
      </p:pic>
    </p:spTree>
    <p:extLst>
      <p:ext uri="{BB962C8B-B14F-4D97-AF65-F5344CB8AC3E}">
        <p14:creationId xmlns:p14="http://schemas.microsoft.com/office/powerpoint/2010/main" val="3396353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5822B3-65AE-A798-22D8-178FFF333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BD3CF58-C4F3-9B02-F1C9-4256E83455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41" y="266525"/>
            <a:ext cx="9499568" cy="5246252"/>
          </a:xfrm>
        </p:spPr>
      </p:pic>
    </p:spTree>
    <p:extLst>
      <p:ext uri="{BB962C8B-B14F-4D97-AF65-F5344CB8AC3E}">
        <p14:creationId xmlns:p14="http://schemas.microsoft.com/office/powerpoint/2010/main" val="2935281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2D69FD-989D-7E36-13D1-46A0F2F7D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FAE394E-1DE7-126A-FC94-461E6B6BC7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168" y="365125"/>
            <a:ext cx="8627696" cy="5481760"/>
          </a:xfrm>
        </p:spPr>
      </p:pic>
    </p:spTree>
    <p:extLst>
      <p:ext uri="{BB962C8B-B14F-4D97-AF65-F5344CB8AC3E}">
        <p14:creationId xmlns:p14="http://schemas.microsoft.com/office/powerpoint/2010/main" val="700624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B754E1-0ABD-2535-E12C-B3705BF6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3F7AFE2-628A-056E-8F07-84FBC0AED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62" y="435463"/>
            <a:ext cx="8717343" cy="4857506"/>
          </a:xfrm>
        </p:spPr>
      </p:pic>
    </p:spTree>
    <p:extLst>
      <p:ext uri="{BB962C8B-B14F-4D97-AF65-F5344CB8AC3E}">
        <p14:creationId xmlns:p14="http://schemas.microsoft.com/office/powerpoint/2010/main" val="3080646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E121C-1AE2-EFB8-B72F-34206016C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0CDBCB0-E110-FDC2-6E1F-96FE18A95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40" y="470671"/>
            <a:ext cx="11204870" cy="4250798"/>
          </a:xfrm>
        </p:spPr>
      </p:pic>
    </p:spTree>
    <p:extLst>
      <p:ext uri="{BB962C8B-B14F-4D97-AF65-F5344CB8AC3E}">
        <p14:creationId xmlns:p14="http://schemas.microsoft.com/office/powerpoint/2010/main" val="2708809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3CE60D-2326-8DEF-BBD8-C0DB94314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AA1DD60-AB6F-210B-59B3-03689D6E5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17" y="146294"/>
            <a:ext cx="7356813" cy="6297705"/>
          </a:xfrm>
        </p:spPr>
      </p:pic>
    </p:spTree>
    <p:extLst>
      <p:ext uri="{BB962C8B-B14F-4D97-AF65-F5344CB8AC3E}">
        <p14:creationId xmlns:p14="http://schemas.microsoft.com/office/powerpoint/2010/main" val="773319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42F6F-89D6-2D11-C99E-5F79F29A0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FE1D1BF-36CB-859E-92FF-E0FFEA334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25" y="146294"/>
            <a:ext cx="6829505" cy="6573400"/>
          </a:xfrm>
        </p:spPr>
      </p:pic>
    </p:spTree>
    <p:extLst>
      <p:ext uri="{BB962C8B-B14F-4D97-AF65-F5344CB8AC3E}">
        <p14:creationId xmlns:p14="http://schemas.microsoft.com/office/powerpoint/2010/main" val="2847360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90EDFE-34DE-F061-8E6B-890D8C2D6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2A3658E-121F-3B84-2D09-ED08239C9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3" y="218207"/>
            <a:ext cx="11290709" cy="5285778"/>
          </a:xfrm>
        </p:spPr>
      </p:pic>
    </p:spTree>
    <p:extLst>
      <p:ext uri="{BB962C8B-B14F-4D97-AF65-F5344CB8AC3E}">
        <p14:creationId xmlns:p14="http://schemas.microsoft.com/office/powerpoint/2010/main" val="177657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7A973-FF52-32E8-F0CD-81395B91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CFE5E89-B1E5-404A-1D14-28476862D9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93" y="172672"/>
            <a:ext cx="7126138" cy="6608598"/>
          </a:xfrm>
        </p:spPr>
      </p:pic>
    </p:spTree>
    <p:extLst>
      <p:ext uri="{BB962C8B-B14F-4D97-AF65-F5344CB8AC3E}">
        <p14:creationId xmlns:p14="http://schemas.microsoft.com/office/powerpoint/2010/main" val="2454638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F85F5-50CE-BD12-E61A-B0920E17D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8C3A343-40CD-F17E-C0CF-7C6E652BF9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8" y="146294"/>
            <a:ext cx="4936683" cy="6504362"/>
          </a:xfrm>
        </p:spPr>
      </p:pic>
    </p:spTree>
    <p:extLst>
      <p:ext uri="{BB962C8B-B14F-4D97-AF65-F5344CB8AC3E}">
        <p14:creationId xmlns:p14="http://schemas.microsoft.com/office/powerpoint/2010/main" val="2417461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A3A20F-9D78-DE9E-C837-3F9442702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3983849-804A-5647-2A35-6375BA1A1F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75" y="172671"/>
            <a:ext cx="7589456" cy="6600528"/>
          </a:xfrm>
        </p:spPr>
      </p:pic>
    </p:spTree>
    <p:extLst>
      <p:ext uri="{BB962C8B-B14F-4D97-AF65-F5344CB8AC3E}">
        <p14:creationId xmlns:p14="http://schemas.microsoft.com/office/powerpoint/2010/main" val="882696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A36395-3199-3448-11F0-89E82B850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6E8EC85-56AC-344B-7D5F-5E9DD14E38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86" y="146293"/>
            <a:ext cx="6094352" cy="6629423"/>
          </a:xfrm>
        </p:spPr>
      </p:pic>
    </p:spTree>
    <p:extLst>
      <p:ext uri="{BB962C8B-B14F-4D97-AF65-F5344CB8AC3E}">
        <p14:creationId xmlns:p14="http://schemas.microsoft.com/office/powerpoint/2010/main" val="1817420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6E67F2-457B-8186-1AEE-C1CE0B77E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128B52-284A-A557-1F6F-CF51FFF2D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26B7B3-B0AC-7DF1-654D-27D65F868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85" y="63377"/>
            <a:ext cx="10999348" cy="656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81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93D918-C86D-320E-43BB-CF19A3815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75FFA7F-F897-90E4-BF70-3BB12D31DA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58" y="63601"/>
            <a:ext cx="11158295" cy="5246953"/>
          </a:xfrm>
        </p:spPr>
      </p:pic>
    </p:spTree>
    <p:extLst>
      <p:ext uri="{BB962C8B-B14F-4D97-AF65-F5344CB8AC3E}">
        <p14:creationId xmlns:p14="http://schemas.microsoft.com/office/powerpoint/2010/main" val="3205065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83A5E2-1E0C-1746-11B1-4653B0B03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74D866-E19B-B3D1-D407-83AEEDF0D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CD83B5-63E6-164A-1B2C-C95277485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09" y="0"/>
            <a:ext cx="61488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178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2DBF4-2044-CF5F-7F29-C64328847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600D4B5-9565-971E-252B-36E5794D73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97" y="260278"/>
            <a:ext cx="9794002" cy="5692113"/>
          </a:xfrm>
        </p:spPr>
      </p:pic>
    </p:spTree>
    <p:extLst>
      <p:ext uri="{BB962C8B-B14F-4D97-AF65-F5344CB8AC3E}">
        <p14:creationId xmlns:p14="http://schemas.microsoft.com/office/powerpoint/2010/main" val="21313144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87D9D-0CF5-448F-E5D0-9340BD108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300BAD7-BB50-9C24-77BA-FB68E4619A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56" y="202857"/>
            <a:ext cx="11846196" cy="4333974"/>
          </a:xfrm>
        </p:spPr>
      </p:pic>
    </p:spTree>
    <p:extLst>
      <p:ext uri="{BB962C8B-B14F-4D97-AF65-F5344CB8AC3E}">
        <p14:creationId xmlns:p14="http://schemas.microsoft.com/office/powerpoint/2010/main" val="24419933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070D88-D463-4D52-1815-B0E756581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0CBF79B-8E00-EF46-F279-0F0D2EFEC9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74" y="84748"/>
            <a:ext cx="5655903" cy="6551888"/>
          </a:xfrm>
        </p:spPr>
      </p:pic>
    </p:spTree>
    <p:extLst>
      <p:ext uri="{BB962C8B-B14F-4D97-AF65-F5344CB8AC3E}">
        <p14:creationId xmlns:p14="http://schemas.microsoft.com/office/powerpoint/2010/main" val="42003250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302B2-A550-A6C3-2947-EC617EDB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9F5DC44-8F2B-3DB6-E6F6-BDF9BEFF99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09" y="177916"/>
            <a:ext cx="11541156" cy="5027130"/>
          </a:xfrm>
        </p:spPr>
      </p:pic>
    </p:spTree>
    <p:extLst>
      <p:ext uri="{BB962C8B-B14F-4D97-AF65-F5344CB8AC3E}">
        <p14:creationId xmlns:p14="http://schemas.microsoft.com/office/powerpoint/2010/main" val="14077201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D7C697-0BF6-DD61-3E0B-8987C68A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E67888-0165-F867-C0F9-6526B0A47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3851F0D-5059-7704-1849-BDBBDF44A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21" y="84993"/>
            <a:ext cx="8508756" cy="670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602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9AB5B2-12B5-7F8F-8FBC-E51E6DDA4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C6E978-62C5-8728-78F5-620E9A7A5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86D2A0-2EFF-4E13-17F6-C9E3AE391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91" y="161925"/>
            <a:ext cx="6334125" cy="653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99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</Words>
  <Application>Microsoft Office PowerPoint</Application>
  <PresentationFormat>宽屏</PresentationFormat>
  <Paragraphs>1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5" baseType="lpstr">
      <vt:lpstr>等线</vt:lpstr>
      <vt:lpstr>等线 Light</vt:lpstr>
      <vt:lpstr>Arial</vt:lpstr>
      <vt:lpstr>Office 主题​​</vt:lpstr>
      <vt:lpstr>程序阅读题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刘炳涛</dc:creator>
  <cp:lastModifiedBy>刘炳涛</cp:lastModifiedBy>
  <cp:revision>4</cp:revision>
  <dcterms:created xsi:type="dcterms:W3CDTF">2024-10-15T00:38:37Z</dcterms:created>
  <dcterms:modified xsi:type="dcterms:W3CDTF">2024-10-15T00:58:12Z</dcterms:modified>
</cp:coreProperties>
</file>