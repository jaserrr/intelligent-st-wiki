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5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4"/>
        <p:guide pos="5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9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5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8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815" y="621665"/>
            <a:ext cx="10895330" cy="5369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8635" y="1513205"/>
            <a:ext cx="11461750" cy="40462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88950" y="743585"/>
            <a:ext cx="11010265" cy="54768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9235" y="1127125"/>
            <a:ext cx="11962765" cy="43440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78605" y="365125"/>
            <a:ext cx="10515600" cy="1325880"/>
          </a:xfrm>
        </p:spPr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5925" y="365125"/>
            <a:ext cx="7654925" cy="30346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110" y="365125"/>
            <a:ext cx="5664835" cy="60845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91515" y="1474470"/>
            <a:ext cx="11409045" cy="34048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56335" y="457835"/>
            <a:ext cx="8554085" cy="6134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2375" y="1436370"/>
            <a:ext cx="9594215" cy="40011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39445" y="1597025"/>
            <a:ext cx="10257155" cy="36633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2905" y="1123950"/>
            <a:ext cx="11508105" cy="149161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19075" y="1007110"/>
            <a:ext cx="11972925" cy="40525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81305" y="1755140"/>
            <a:ext cx="11741150" cy="33635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4045" y="1114425"/>
            <a:ext cx="10963910" cy="889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7820" y="2262505"/>
            <a:ext cx="6991350" cy="4175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37615" y="365125"/>
            <a:ext cx="9367520" cy="275082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070" y="3208655"/>
            <a:ext cx="8823325" cy="322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9245" y="-97790"/>
            <a:ext cx="8484870" cy="67811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748665"/>
            <a:ext cx="10962640" cy="51606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102360" y="729615"/>
            <a:ext cx="9817100" cy="24149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45235" y="231140"/>
            <a:ext cx="8858885" cy="592899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4625" y="365125"/>
            <a:ext cx="9077325" cy="592645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5445" y="892175"/>
            <a:ext cx="11420475" cy="194500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310" y="3169285"/>
            <a:ext cx="9929495" cy="238823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69595" y="532130"/>
            <a:ext cx="11480165" cy="2663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7925" y="3275330"/>
            <a:ext cx="4756150" cy="33166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2135" y="643890"/>
            <a:ext cx="11378565" cy="14262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105" y="2628265"/>
            <a:ext cx="10506710" cy="31521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内容占位符 5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06730" y="365125"/>
            <a:ext cx="11367135" cy="254889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35" y="2914015"/>
            <a:ext cx="9897110" cy="313817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93950" y="182245"/>
            <a:ext cx="6474460" cy="613283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24510" y="596900"/>
            <a:ext cx="11667490" cy="210756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045" y="3241675"/>
            <a:ext cx="9020175" cy="275209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768985"/>
            <a:ext cx="10694035" cy="310578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90" y="3799840"/>
            <a:ext cx="8183245" cy="26638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52145" y="956310"/>
            <a:ext cx="10619105" cy="45999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9855" y="1351915"/>
            <a:ext cx="12075795" cy="272796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379855" y="1002030"/>
            <a:ext cx="9018270" cy="467931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63550" y="1611630"/>
            <a:ext cx="1172845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00125" y="975360"/>
            <a:ext cx="6517005" cy="47193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5415" y="1489710"/>
            <a:ext cx="12046585" cy="389445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6550" y="798830"/>
            <a:ext cx="11518900" cy="485330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691005"/>
            <a:ext cx="10884535" cy="313880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09575" y="365125"/>
            <a:ext cx="11657330" cy="153797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10235" y="998855"/>
            <a:ext cx="5340350" cy="525208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27965" y="807720"/>
            <a:ext cx="11576685" cy="436054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503555"/>
            <a:ext cx="11430000" cy="585025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706120" y="892810"/>
            <a:ext cx="11003915" cy="508762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53845" y="426720"/>
            <a:ext cx="8912225" cy="643128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787400"/>
            <a:ext cx="11207750" cy="35147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00100" y="1691005"/>
            <a:ext cx="10553700" cy="914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42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42</vt:i4>
      </vt:variant>
    </vt:vector>
  </HeadingPairs>
  <TitlesOfParts>
    <vt:vector size="49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fkh5n1</dc:creator>
  <cp:lastModifiedBy>sc</cp:lastModifiedBy>
  <cp:revision>51</cp:revision>
  <dcterms:created xsi:type="dcterms:W3CDTF">2023-08-09T12:44:00Z</dcterms:created>
  <dcterms:modified xsi:type="dcterms:W3CDTF">2026-01-01T05:27:42Z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64C1869332B8435DBEDCC75DF9D906AC_13</vt:lpwstr>
  </property>
</Properties>
</file>