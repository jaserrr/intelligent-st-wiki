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95" r:id="rId2"/>
    <p:sldId id="296" r:id="rId3"/>
    <p:sldId id="297" r:id="rId4"/>
  </p:sldIdLst>
  <p:sldSz cx="12192000" cy="6858000"/>
  <p:notesSz cx="6858000" cy="9144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272" y="1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B47D40-CC3F-48D9-AFE8-8F546FA8ABCF}" type="datetimeFigureOut">
              <a:rPr lang="zh-CN" altLang="en-US" smtClean="0"/>
              <a:t>2026/06/25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4744D8-1697-435D-93DB-46A1604E6A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5A6E-5021-4427-93F3-2D0CC56E6AB0}" type="datetimeFigureOut">
              <a:rPr lang="zh-CN" altLang="en-US" smtClean="0"/>
              <a:t>2026/06/25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F2E2F-E256-4895-949A-FA5BA1E1CE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5A6E-5021-4427-93F3-2D0CC56E6AB0}" type="datetimeFigureOut">
              <a:rPr lang="zh-CN" altLang="en-US" smtClean="0"/>
              <a:t>2026/06/25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F2E2F-E256-4895-949A-FA5BA1E1CE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5A6E-5021-4427-93F3-2D0CC56E6AB0}" type="datetimeFigureOut">
              <a:rPr lang="zh-CN" altLang="en-US" smtClean="0"/>
              <a:t>2026/06/25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F2E2F-E256-4895-949A-FA5BA1E1CE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5A6E-5021-4427-93F3-2D0CC56E6AB0}" type="datetimeFigureOut">
              <a:rPr lang="zh-CN" altLang="en-US" smtClean="0"/>
              <a:t>2026/06/25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F2E2F-E256-4895-949A-FA5BA1E1CE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5A6E-5021-4427-93F3-2D0CC56E6AB0}" type="datetimeFigureOut">
              <a:rPr lang="zh-CN" altLang="en-US" smtClean="0"/>
              <a:t>2026/06/25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F2E2F-E256-4895-949A-FA5BA1E1CE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5A6E-5021-4427-93F3-2D0CC56E6AB0}" type="datetimeFigureOut">
              <a:rPr lang="zh-CN" altLang="en-US" smtClean="0"/>
              <a:t>2026/06/25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F2E2F-E256-4895-949A-FA5BA1E1CE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5A6E-5021-4427-93F3-2D0CC56E6AB0}" type="datetimeFigureOut">
              <a:rPr lang="zh-CN" altLang="en-US" smtClean="0"/>
              <a:t>2026/06/25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F2E2F-E256-4895-949A-FA5BA1E1CE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5A6E-5021-4427-93F3-2D0CC56E6AB0}" type="datetimeFigureOut">
              <a:rPr lang="zh-CN" altLang="en-US" smtClean="0"/>
              <a:t>2026/06/25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F2E2F-E256-4895-949A-FA5BA1E1CE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5A6E-5021-4427-93F3-2D0CC56E6AB0}" type="datetimeFigureOut">
              <a:rPr lang="zh-CN" altLang="en-US" smtClean="0"/>
              <a:t>2026/06/25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F2E2F-E256-4895-949A-FA5BA1E1CE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5A6E-5021-4427-93F3-2D0CC56E6AB0}" type="datetimeFigureOut">
              <a:rPr lang="zh-CN" altLang="en-US" smtClean="0"/>
              <a:t>2026/06/25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F2E2F-E256-4895-949A-FA5BA1E1CE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5A6E-5021-4427-93F3-2D0CC56E6AB0}" type="datetimeFigureOut">
              <a:rPr lang="zh-CN" altLang="en-US" smtClean="0"/>
              <a:t>2026/06/25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F2E2F-E256-4895-949A-FA5BA1E1CE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7A5A6E-5021-4427-93F3-2D0CC56E6AB0}" type="datetimeFigureOut">
              <a:rPr lang="zh-CN" altLang="en-US" smtClean="0"/>
              <a:t>2026/06/25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F2E2F-E256-4895-949A-FA5BA1E1CE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792109" y="298514"/>
            <a:ext cx="8607781" cy="62609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73760" y="65610"/>
            <a:ext cx="9244480" cy="67267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29747" y="41829"/>
            <a:ext cx="9332505" cy="677434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k2Y2NjMTA2OGY2YzgxNDNlNTNhZjEzMjRhOTZi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chao shen</dc:creator>
  <cp:lastModifiedBy>Kureha Shiro</cp:lastModifiedBy>
  <cp:revision>22</cp:revision>
  <dcterms:created xsi:type="dcterms:W3CDTF">2025-05-18T13:43:00Z</dcterms:created>
  <dcterms:modified xsi:type="dcterms:W3CDTF">2026-06-25T11:35:48Z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9F8DBCF3CA0F4545911833D67E5743DC_12</vt:lpwstr>
  </property>
  <property fmtid="{D5CDD505-2E9C-101B-9397-08002B2CF9AE}" pid="3" name="KSOProductBuildVer">
    <vt:lpwstr>2052-12.1.0.15712</vt:lpwstr>
  </property>
</Properties>
</file>