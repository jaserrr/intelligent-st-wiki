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Lst>
  <p:notesMasterIdLst>
    <p:notesMasterId r:id="rId93"/>
  </p:notesMasterIdLst>
  <p:sldIdLst>
    <p:sldId id="256" r:id="rId4"/>
    <p:sldId id="427" r:id="rId5"/>
    <p:sldId id="261" r:id="rId6"/>
    <p:sldId id="262" r:id="rId7"/>
    <p:sldId id="400" r:id="rId8"/>
    <p:sldId id="401" r:id="rId9"/>
    <p:sldId id="402" r:id="rId10"/>
    <p:sldId id="403" r:id="rId11"/>
    <p:sldId id="404" r:id="rId12"/>
    <p:sldId id="405" r:id="rId13"/>
    <p:sldId id="398" r:id="rId14"/>
    <p:sldId id="270" r:id="rId15"/>
    <p:sldId id="271" r:id="rId16"/>
    <p:sldId id="272" r:id="rId17"/>
    <p:sldId id="279" r:id="rId18"/>
    <p:sldId id="280" r:id="rId19"/>
    <p:sldId id="281" r:id="rId20"/>
    <p:sldId id="282" r:id="rId21"/>
    <p:sldId id="283" r:id="rId22"/>
    <p:sldId id="285" r:id="rId23"/>
    <p:sldId id="286" r:id="rId24"/>
    <p:sldId id="287" r:id="rId25"/>
    <p:sldId id="289" r:id="rId26"/>
    <p:sldId id="290" r:id="rId27"/>
    <p:sldId id="291" r:id="rId28"/>
    <p:sldId id="292" r:id="rId29"/>
    <p:sldId id="294" r:id="rId30"/>
    <p:sldId id="296" r:id="rId31"/>
    <p:sldId id="299" r:id="rId32"/>
    <p:sldId id="300" r:id="rId33"/>
    <p:sldId id="301" r:id="rId34"/>
    <p:sldId id="302" r:id="rId35"/>
    <p:sldId id="303" r:id="rId36"/>
    <p:sldId id="304" r:id="rId37"/>
    <p:sldId id="305" r:id="rId38"/>
    <p:sldId id="306" r:id="rId39"/>
    <p:sldId id="307" r:id="rId40"/>
    <p:sldId id="309" r:id="rId41"/>
    <p:sldId id="311" r:id="rId42"/>
    <p:sldId id="317" r:id="rId43"/>
    <p:sldId id="318" r:id="rId44"/>
    <p:sldId id="319" r:id="rId45"/>
    <p:sldId id="320" r:id="rId46"/>
    <p:sldId id="321" r:id="rId47"/>
    <p:sldId id="322" r:id="rId48"/>
    <p:sldId id="406" r:id="rId49"/>
    <p:sldId id="407" r:id="rId50"/>
    <p:sldId id="408" r:id="rId51"/>
    <p:sldId id="325" r:id="rId52"/>
    <p:sldId id="327" r:id="rId53"/>
    <p:sldId id="328" r:id="rId54"/>
    <p:sldId id="422" r:id="rId55"/>
    <p:sldId id="424" r:id="rId56"/>
    <p:sldId id="425" r:id="rId57"/>
    <p:sldId id="329" r:id="rId58"/>
    <p:sldId id="330" r:id="rId59"/>
    <p:sldId id="332" r:id="rId60"/>
    <p:sldId id="338" r:id="rId61"/>
    <p:sldId id="339" r:id="rId62"/>
    <p:sldId id="340" r:id="rId63"/>
    <p:sldId id="341" r:id="rId64"/>
    <p:sldId id="342" r:id="rId65"/>
    <p:sldId id="343" r:id="rId66"/>
    <p:sldId id="344" r:id="rId67"/>
    <p:sldId id="346" r:id="rId68"/>
    <p:sldId id="347" r:id="rId69"/>
    <p:sldId id="348" r:id="rId70"/>
    <p:sldId id="349" r:id="rId71"/>
    <p:sldId id="350" r:id="rId72"/>
    <p:sldId id="409" r:id="rId73"/>
    <p:sldId id="410" r:id="rId74"/>
    <p:sldId id="411" r:id="rId75"/>
    <p:sldId id="351" r:id="rId76"/>
    <p:sldId id="352" r:id="rId77"/>
    <p:sldId id="353" r:id="rId78"/>
    <p:sldId id="359" r:id="rId79"/>
    <p:sldId id="413" r:id="rId80"/>
    <p:sldId id="365" r:id="rId81"/>
    <p:sldId id="414" r:id="rId82"/>
    <p:sldId id="415" r:id="rId83"/>
    <p:sldId id="416" r:id="rId84"/>
    <p:sldId id="417" r:id="rId85"/>
    <p:sldId id="418" r:id="rId86"/>
    <p:sldId id="419" r:id="rId87"/>
    <p:sldId id="420" r:id="rId88"/>
    <p:sldId id="421" r:id="rId89"/>
    <p:sldId id="371" r:id="rId90"/>
    <p:sldId id="375" r:id="rId91"/>
    <p:sldId id="423" r:id="rId9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slide" Target="slides/slide86.xml"/><Relationship Id="rId97"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966D6727-4FC1-4526-BB16-DC77AF8CAB06}" type="datetimeFigureOut">
              <a:rPr lang="zh-CN" altLang="en-US"/>
              <a:t>2021/10/22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4D58298-9D7B-4183-997A-64D0C596AFA4}"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bwMode="auto">
          <a:ln>
            <a:miter lim="800000"/>
          </a:ln>
        </p:spPr>
        <p:txBody>
          <a:bodyPr wrap="square" numCol="1" anchorCtr="0" compatLnSpc="1"/>
          <a:lstStyle/>
          <a:p>
            <a:pPr fontAlgn="base">
              <a:spcBef>
                <a:spcPct val="0"/>
              </a:spcBef>
              <a:spcAft>
                <a:spcPct val="0"/>
              </a:spcAft>
              <a:defRPr/>
            </a:pPr>
            <a:fld id="{9AA7D90D-D933-46EE-A5F0-D4ADB76C0C32}" type="slidenum">
              <a:rPr lang="en-US" altLang="zh-CN"/>
              <a:t>14</a:t>
            </a:fld>
            <a:endParaRPr lang="en-US" altLang="zh-CN"/>
          </a:p>
        </p:txBody>
      </p:sp>
      <p:sp>
        <p:nvSpPr>
          <p:cNvPr id="37890" name="Rectangle 2"/>
          <p:cNvSpPr>
            <a:spLocks noGrp="1" noRot="1" noChangeAspect="1" noChangeArrowheads="1" noTextEdit="1"/>
          </p:cNvSpPr>
          <p:nvPr>
            <p:ph type="sldImg"/>
          </p:nvPr>
        </p:nvSpPr>
        <p:spPr bwMode="auto">
          <a:noFill/>
          <a:ln>
            <a:solidFill>
              <a:srgbClr val="000000"/>
            </a:solidFill>
            <a:miter lim="800000"/>
          </a:ln>
        </p:spPr>
      </p:sp>
      <p:sp>
        <p:nvSpPr>
          <p:cNvPr id="37891" name="Rectangle 3"/>
          <p:cNvSpPr>
            <a:spLocks noGrp="1" noChangeArrowheads="1"/>
          </p:cNvSpPr>
          <p:nvPr>
            <p:ph type="body" idx="1"/>
          </p:nvPr>
        </p:nvSpPr>
        <p:spPr bwMode="auto">
          <a:xfrm>
            <a:off x="914400" y="4343400"/>
            <a:ext cx="5029200" cy="4114800"/>
          </a:xfrm>
          <a:noFill/>
        </p:spPr>
        <p:txBody>
          <a:bodyPr wrap="square" numCol="1" anchor="t" anchorCtr="0" compatLnSpc="1"/>
          <a:lstStyle/>
          <a:p>
            <a:pPr eaLnBrk="1" hangingPunct="1">
              <a:spcBef>
                <a:spcPct val="0"/>
              </a:spcBef>
            </a:pPr>
            <a:endParaRPr lang="zh-TW" altLang="en-US" sz="18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bwMode="auto">
          <a:ln>
            <a:miter lim="800000"/>
          </a:ln>
        </p:spPr>
        <p:txBody>
          <a:bodyPr wrap="square" numCol="1" anchorCtr="0" compatLnSpc="1"/>
          <a:lstStyle/>
          <a:p>
            <a:pPr fontAlgn="base">
              <a:spcBef>
                <a:spcPct val="0"/>
              </a:spcBef>
              <a:spcAft>
                <a:spcPct val="0"/>
              </a:spcAft>
              <a:defRPr/>
            </a:pPr>
            <a:fld id="{FEF7ED00-B41B-45B0-9B9F-E7783E850E64}" type="slidenum">
              <a:rPr lang="en-US" altLang="zh-CN"/>
              <a:t>16</a:t>
            </a:fld>
            <a:endParaRPr lang="en-US" altLang="zh-CN"/>
          </a:p>
        </p:txBody>
      </p:sp>
      <p:sp>
        <p:nvSpPr>
          <p:cNvPr id="47106" name="Rectangle 2"/>
          <p:cNvSpPr>
            <a:spLocks noGrp="1" noRot="1" noChangeAspect="1" noChangeArrowheads="1" noTextEdit="1"/>
          </p:cNvSpPr>
          <p:nvPr>
            <p:ph type="sldImg"/>
          </p:nvPr>
        </p:nvSpPr>
        <p:spPr bwMode="auto">
          <a:noFill/>
          <a:ln>
            <a:solidFill>
              <a:srgbClr val="000000"/>
            </a:solidFill>
            <a:miter lim="800000"/>
          </a:ln>
        </p:spPr>
      </p:sp>
      <p:sp>
        <p:nvSpPr>
          <p:cNvPr id="47107"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D3BFB99B-1C76-4506-AE1F-5A9155F5FDBA}"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63E8B97-07C9-4E61-B56F-69B26F87C56F}" type="slidenum">
              <a:rPr lang="zh-CN" altLang="en-US" smtClean="0"/>
              <a:t>‹#›</a:t>
            </a:fld>
            <a:endParaRPr lang="zh-CN"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9FA54D2-F90E-4706-ACB4-B604CDD278CE}"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8DFCD8-3BCF-4796-93E0-377581CA5570}" type="slidenum">
              <a:rPr lang="zh-CN" altLang="en-US" smtClean="0"/>
              <a:t>‹#›</a:t>
            </a:fld>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FB8CC39E-8A43-4724-9C31-272660553DD2}"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7A690E6-A5EA-40D0-B696-5390764F17F0}" type="slidenum">
              <a:rPr lang="zh-CN" altLang="en-US" smtClean="0"/>
              <a:t>‹#›</a:t>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pPr>
              <a:defRPr/>
            </a:pPr>
            <a:fld id="{9DAEF347-88B0-4BA8-B39E-A0A672CFE4BE}" type="datetimeFigureOut">
              <a:rPr lang="zh-CN" altLang="en-US" smtClean="0"/>
              <a:t>2021/10/22</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06C13C8E-2A36-4D42-993A-4D3891F15EA4}" type="slidenum">
              <a:rPr lang="zh-CN" altLang="en-US" smtClean="0"/>
              <a:t>‹#›</a:t>
            </a:fld>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pPr>
              <a:defRPr/>
            </a:pPr>
            <a:fld id="{65C30936-B6DB-461F-AC5C-0B6349BE58D7}" type="datetimeFigureOut">
              <a:rPr lang="zh-CN" altLang="en-US" smtClean="0"/>
              <a:t>2021/10/22</a:t>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392EB35-03A0-4872-BCE8-94A91764A427}" type="slidenum">
              <a:rPr lang="zh-CN" altLang="en-US" smtClean="0"/>
              <a:t>‹#›</a:t>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a:defRPr/>
            </a:pPr>
            <a:fld id="{2344C33B-42CC-4461-B890-C3AAA6ED26AE}" type="datetimeFigureOut">
              <a:rPr lang="zh-CN" altLang="en-US" smtClean="0"/>
              <a:t>2021/10/22</a:t>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657DFB27-8632-4DBB-BC36-BB4DFAE77586}" type="slidenum">
              <a:rPr lang="zh-CN" altLang="en-US" smtClean="0"/>
              <a:t>‹#›</a:t>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4537CE58-5980-4B9B-9E0E-F781C552510A}" type="datetimeFigureOut">
              <a:rPr lang="zh-CN" altLang="en-US" smtClean="0"/>
              <a:t>2021/10/22</a:t>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00E7B573-E2AE-488D-9391-86DF97130FF7}" type="slidenum">
              <a:rPr lang="zh-CN" altLang="en-US" smtClean="0"/>
              <a:t>‹#›</a:t>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3F2FD409-DBF4-4A0A-9718-1C748A1AAF27}" type="datetimeFigureOut">
              <a:rPr lang="zh-CN" altLang="en-US" smtClean="0"/>
              <a:t>2021/10/22</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1E78FF9F-66F7-4BDB-8A2A-A4A9272D3202}" type="slidenum">
              <a:rPr lang="zh-CN" altLang="en-US" smtClean="0"/>
              <a:t>‹#›</a:t>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39A98522-E70F-4E26-876F-C995B9A7AEAA}" type="datetimeFigureOut">
              <a:rPr lang="zh-CN" altLang="en-US" smtClean="0"/>
              <a:t>2021/10/22</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ED50AD1C-40F4-4AA8-A525-57D04FAB9845}" type="slidenum">
              <a:rPr lang="zh-CN" altLang="en-US" smtClean="0"/>
              <a:t>‹#›</a:t>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91332FC-D913-4907-BC40-B30888465916}"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676AE7-DB75-4EB9-93B4-E91138B77E29}" type="slidenum">
              <a:rPr lang="zh-CN" altLang="en-US" smtClean="0"/>
              <a:t>‹#›</a:t>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11138"/>
            <a:ext cx="2057400" cy="59150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11138"/>
            <a:ext cx="6019800" cy="59150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914FBEB-8CD6-4AED-8D2B-F5722D51E114}"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A6A2CD-065D-4BBC-A5EE-6B2981B774E3}" type="slidenum">
              <a:rPr lang="zh-CN" altLang="en-US" smtClean="0"/>
              <a:t>‹#›</a:t>
            </a:fld>
            <a:endParaRPr lang="zh-CN" alt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AAA2A664-B9E8-4FCE-94F9-5E861960C353}" type="datetimeFigureOut">
              <a:rPr lang="en-US"/>
              <a:t>10/22/2021</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99488034-7597-4124-86DF-D699243FC6B4}" type="slidenum">
              <a:rPr lang="en-US"/>
              <a:t>‹#›</a:t>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485A805-EAEE-421E-9BBC-6CEC9C1792A8}" type="datetimeFigureOut">
              <a:rPr lang="en-US"/>
              <a:t>10/22/2021</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06F18E58-9773-43D8-873D-328455B78542}" type="slidenum">
              <a:rPr lang="en-US"/>
              <a:t>‹#›</a:t>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BC8786E9-AB0E-46B9-B55E-8D8CA8DD7FAE}" type="datetimeFigureOut">
              <a:rPr lang="en-US"/>
              <a:t>10/22/2021</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3D8C688F-D83F-4BBB-BA7F-3FB6D1567671}" type="slidenum">
              <a:rPr lang="en-US"/>
              <a:t>‹#›</a:t>
            </a:fld>
            <a:endParaRPr lang="en-US"/>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92799C40-1F75-40ED-B35B-C4968C44EE0F}" type="datetimeFigureOut">
              <a:rPr lang="en-US"/>
              <a:t>10/22/2021</a:t>
            </a:fld>
            <a:endParaRPr lang="en-US"/>
          </a:p>
        </p:txBody>
      </p:sp>
      <p:sp>
        <p:nvSpPr>
          <p:cNvPr id="6" name="页脚占位符 5"/>
          <p:cNvSpPr>
            <a:spLocks noGrp="1"/>
          </p:cNvSpPr>
          <p:nvPr>
            <p:ph type="ftr" sz="quarter" idx="11"/>
          </p:nvPr>
        </p:nvSpPr>
        <p:spPr/>
        <p:txBody>
          <a:bodyPr/>
          <a:lstStyle>
            <a:lvl1pPr>
              <a:defRPr/>
            </a:lvl1pPr>
          </a:lstStyle>
          <a:p>
            <a:endParaRPr lang="en-US"/>
          </a:p>
        </p:txBody>
      </p:sp>
      <p:sp>
        <p:nvSpPr>
          <p:cNvPr id="7" name="灯片编号占位符 6"/>
          <p:cNvSpPr>
            <a:spLocks noGrp="1"/>
          </p:cNvSpPr>
          <p:nvPr>
            <p:ph type="sldNum" sz="quarter" idx="12"/>
          </p:nvPr>
        </p:nvSpPr>
        <p:spPr/>
        <p:txBody>
          <a:bodyPr/>
          <a:lstStyle>
            <a:lvl1pPr>
              <a:defRPr/>
            </a:lvl1pPr>
          </a:lstStyle>
          <a:p>
            <a:fld id="{48D88B11-8C70-4DE1-BE47-9FA9C18C50A7}" type="slidenum">
              <a:rPr lang="en-US"/>
              <a:t>‹#›</a:t>
            </a:fld>
            <a:endParaRPr 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174F4378-65EE-4ACB-93D4-F4D93BCBA9E2}" type="datetimeFigureOut">
              <a:rPr lang="en-US"/>
              <a:t>10/22/2021</a:t>
            </a:fld>
            <a:endParaRPr lang="en-US"/>
          </a:p>
        </p:txBody>
      </p:sp>
      <p:sp>
        <p:nvSpPr>
          <p:cNvPr id="8" name="页脚占位符 7"/>
          <p:cNvSpPr>
            <a:spLocks noGrp="1"/>
          </p:cNvSpPr>
          <p:nvPr>
            <p:ph type="ftr" sz="quarter" idx="11"/>
          </p:nvPr>
        </p:nvSpPr>
        <p:spPr/>
        <p:txBody>
          <a:bodyPr/>
          <a:lstStyle>
            <a:lvl1pPr>
              <a:defRPr/>
            </a:lvl1pPr>
          </a:lstStyle>
          <a:p>
            <a:endParaRPr lang="en-US"/>
          </a:p>
        </p:txBody>
      </p:sp>
      <p:sp>
        <p:nvSpPr>
          <p:cNvPr id="9" name="灯片编号占位符 8"/>
          <p:cNvSpPr>
            <a:spLocks noGrp="1"/>
          </p:cNvSpPr>
          <p:nvPr>
            <p:ph type="sldNum" sz="quarter" idx="12"/>
          </p:nvPr>
        </p:nvSpPr>
        <p:spPr/>
        <p:txBody>
          <a:bodyPr/>
          <a:lstStyle>
            <a:lvl1pPr>
              <a:defRPr/>
            </a:lvl1pPr>
          </a:lstStyle>
          <a:p>
            <a:fld id="{B3A21089-7696-4031-9FCA-11757EC812A1}" type="slidenum">
              <a:rPr lang="en-US"/>
              <a:t>‹#›</a:t>
            </a:fld>
            <a:endParaRPr 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9C42C5A5-8CC3-46FC-A93D-2AC0A567BF4B}" type="datetimeFigureOut">
              <a:rPr lang="en-US"/>
              <a:t>10/22/2021</a:t>
            </a:fld>
            <a:endParaRPr lang="en-US"/>
          </a:p>
        </p:txBody>
      </p:sp>
      <p:sp>
        <p:nvSpPr>
          <p:cNvPr id="4" name="页脚占位符 3"/>
          <p:cNvSpPr>
            <a:spLocks noGrp="1"/>
          </p:cNvSpPr>
          <p:nvPr>
            <p:ph type="ftr" sz="quarter" idx="11"/>
          </p:nvPr>
        </p:nvSpPr>
        <p:spPr/>
        <p:txBody>
          <a:bodyPr/>
          <a:lstStyle>
            <a:lvl1pPr>
              <a:defRPr/>
            </a:lvl1pPr>
          </a:lstStyle>
          <a:p>
            <a:endParaRPr lang="en-US"/>
          </a:p>
        </p:txBody>
      </p:sp>
      <p:sp>
        <p:nvSpPr>
          <p:cNvPr id="5" name="灯片编号占位符 4"/>
          <p:cNvSpPr>
            <a:spLocks noGrp="1"/>
          </p:cNvSpPr>
          <p:nvPr>
            <p:ph type="sldNum" sz="quarter" idx="12"/>
          </p:nvPr>
        </p:nvSpPr>
        <p:spPr/>
        <p:txBody>
          <a:bodyPr/>
          <a:lstStyle>
            <a:lvl1pPr>
              <a:defRPr/>
            </a:lvl1pPr>
          </a:lstStyle>
          <a:p>
            <a:fld id="{28CD2BDE-127F-4696-892B-8CC1BB8B5196}" type="slidenum">
              <a:rPr lang="en-US"/>
              <a:t>‹#›</a:t>
            </a:fld>
            <a:endParaRPr 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B6DD12CA-C0FF-43F9-907D-22B7B454E0BD}" type="datetimeFigureOut">
              <a:rPr lang="en-US"/>
              <a:t>10/22/2021</a:t>
            </a:fld>
            <a:endParaRPr lang="en-US"/>
          </a:p>
        </p:txBody>
      </p:sp>
      <p:sp>
        <p:nvSpPr>
          <p:cNvPr id="3" name="页脚占位符 2"/>
          <p:cNvSpPr>
            <a:spLocks noGrp="1"/>
          </p:cNvSpPr>
          <p:nvPr>
            <p:ph type="ftr" sz="quarter" idx="11"/>
          </p:nvPr>
        </p:nvSpPr>
        <p:spPr/>
        <p:txBody>
          <a:bodyPr/>
          <a:lstStyle>
            <a:lvl1pPr>
              <a:defRPr/>
            </a:lvl1pPr>
          </a:lstStyle>
          <a:p>
            <a:endParaRPr lang="en-US"/>
          </a:p>
        </p:txBody>
      </p:sp>
      <p:sp>
        <p:nvSpPr>
          <p:cNvPr id="4" name="灯片编号占位符 3"/>
          <p:cNvSpPr>
            <a:spLocks noGrp="1"/>
          </p:cNvSpPr>
          <p:nvPr>
            <p:ph type="sldNum" sz="quarter" idx="12"/>
          </p:nvPr>
        </p:nvSpPr>
        <p:spPr/>
        <p:txBody>
          <a:bodyPr/>
          <a:lstStyle>
            <a:lvl1pPr>
              <a:defRPr/>
            </a:lvl1pPr>
          </a:lstStyle>
          <a:p>
            <a:fld id="{D95507D2-7907-4C97-AAC9-757817405367}" type="slidenum">
              <a:rPr lang="en-US"/>
              <a:t>‹#›</a:t>
            </a:fld>
            <a:endParaRPr lang="en-US"/>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54C80D4C-4ADA-4E5F-9FDF-07B68D9FC937}" type="datetimeFigureOut">
              <a:rPr lang="en-US"/>
              <a:t>10/22/2021</a:t>
            </a:fld>
            <a:endParaRPr lang="en-US"/>
          </a:p>
        </p:txBody>
      </p:sp>
      <p:sp>
        <p:nvSpPr>
          <p:cNvPr id="6" name="页脚占位符 5"/>
          <p:cNvSpPr>
            <a:spLocks noGrp="1"/>
          </p:cNvSpPr>
          <p:nvPr>
            <p:ph type="ftr" sz="quarter" idx="11"/>
          </p:nvPr>
        </p:nvSpPr>
        <p:spPr/>
        <p:txBody>
          <a:bodyPr/>
          <a:lstStyle>
            <a:lvl1pPr>
              <a:defRPr/>
            </a:lvl1pPr>
          </a:lstStyle>
          <a:p>
            <a:endParaRPr lang="en-US"/>
          </a:p>
        </p:txBody>
      </p:sp>
      <p:sp>
        <p:nvSpPr>
          <p:cNvPr id="7" name="灯片编号占位符 6"/>
          <p:cNvSpPr>
            <a:spLocks noGrp="1"/>
          </p:cNvSpPr>
          <p:nvPr>
            <p:ph type="sldNum" sz="quarter" idx="12"/>
          </p:nvPr>
        </p:nvSpPr>
        <p:spPr/>
        <p:txBody>
          <a:bodyPr/>
          <a:lstStyle>
            <a:lvl1pPr>
              <a:defRPr/>
            </a:lvl1pPr>
          </a:lstStyle>
          <a:p>
            <a:fld id="{FB11A3F3-5259-4596-98FF-74522425F9A2}" type="slidenum">
              <a:rPr lang="en-US"/>
              <a:t>‹#›</a:t>
            </a:fld>
            <a:endParaRPr 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B63A0084-23A0-4D81-8386-CBDF1176DE2A}" type="datetimeFigureOut">
              <a:rPr lang="en-US"/>
              <a:t>10/22/2021</a:t>
            </a:fld>
            <a:endParaRPr lang="en-US"/>
          </a:p>
        </p:txBody>
      </p:sp>
      <p:sp>
        <p:nvSpPr>
          <p:cNvPr id="6" name="页脚占位符 5"/>
          <p:cNvSpPr>
            <a:spLocks noGrp="1"/>
          </p:cNvSpPr>
          <p:nvPr>
            <p:ph type="ftr" sz="quarter" idx="11"/>
          </p:nvPr>
        </p:nvSpPr>
        <p:spPr/>
        <p:txBody>
          <a:bodyPr/>
          <a:lstStyle>
            <a:lvl1pPr>
              <a:defRPr/>
            </a:lvl1pPr>
          </a:lstStyle>
          <a:p>
            <a:endParaRPr lang="en-US"/>
          </a:p>
        </p:txBody>
      </p:sp>
      <p:sp>
        <p:nvSpPr>
          <p:cNvPr id="7" name="灯片编号占位符 6"/>
          <p:cNvSpPr>
            <a:spLocks noGrp="1"/>
          </p:cNvSpPr>
          <p:nvPr>
            <p:ph type="sldNum" sz="quarter" idx="12"/>
          </p:nvPr>
        </p:nvSpPr>
        <p:spPr/>
        <p:txBody>
          <a:bodyPr/>
          <a:lstStyle>
            <a:lvl1pPr>
              <a:defRPr/>
            </a:lvl1pPr>
          </a:lstStyle>
          <a:p>
            <a:fld id="{A787CC9C-5DB5-4356-894C-13DEE5F9AFA7}" type="slidenum">
              <a:rPr lang="en-US"/>
              <a:t>‹#›</a:t>
            </a:fld>
            <a:endParaRPr lang="en-US"/>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60C88680-F1BE-4E90-B2CF-B86C2B09ECEF}" type="datetimeFigureOut">
              <a:rPr lang="en-US"/>
              <a:t>10/22/2021</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56DF63F3-A349-4869-83A0-E8884C35DEE9}" type="slidenum">
              <a:rPr lang="en-US"/>
              <a:t>‹#›</a:t>
            </a:fld>
            <a:endParaRPr lang="en-US"/>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11138"/>
            <a:ext cx="2057400" cy="59150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11138"/>
            <a:ext cx="6019800" cy="59150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B8A29246-8A65-40BE-B874-E8D0F0CAF548}" type="datetimeFigureOut">
              <a:rPr lang="en-US"/>
              <a:t>10/22/2021</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66A906A6-4DC5-4240-ADC6-FC8BF28AAE64}" type="slidenum">
              <a:rPr lang="en-US"/>
              <a:t>‹#›</a:t>
            </a:fld>
            <a:endParaRPr lang="en-US"/>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112"/>
          <p:cNvGrpSpPr/>
          <p:nvPr/>
        </p:nvGrpSpPr>
        <p:grpSpPr bwMode="auto">
          <a:xfrm>
            <a:off x="0" y="2713038"/>
            <a:ext cx="9132888" cy="4160837"/>
            <a:chOff x="0" y="1709"/>
            <a:chExt cx="5753" cy="2621"/>
          </a:xfrm>
        </p:grpSpPr>
        <p:sp>
          <p:nvSpPr>
            <p:cNvPr id="2050" name="Freeform 2"/>
            <p:cNvSpPr/>
            <p:nvPr/>
          </p:nvSpPr>
          <p:spPr bwMode="ltGray">
            <a:xfrm>
              <a:off x="0" y="4062"/>
              <a:ext cx="5753" cy="268"/>
            </a:xfrm>
            <a:custGeom>
              <a:avLst/>
              <a:gdLst/>
              <a:ahLst/>
              <a:cxnLst>
                <a:cxn ang="0">
                  <a:pos x="0" y="267"/>
                </a:cxn>
                <a:cxn ang="0">
                  <a:pos x="5752" y="267"/>
                </a:cxn>
                <a:cxn ang="0">
                  <a:pos x="5752" y="81"/>
                </a:cxn>
                <a:cxn ang="0">
                  <a:pos x="5567" y="111"/>
                </a:cxn>
                <a:cxn ang="0">
                  <a:pos x="5098" y="131"/>
                </a:cxn>
                <a:cxn ang="0">
                  <a:pos x="4597" y="101"/>
                </a:cxn>
                <a:cxn ang="0">
                  <a:pos x="4138" y="141"/>
                </a:cxn>
                <a:cxn ang="0">
                  <a:pos x="3914" y="141"/>
                </a:cxn>
                <a:cxn ang="0">
                  <a:pos x="3786" y="131"/>
                </a:cxn>
                <a:cxn ang="0">
                  <a:pos x="3455" y="81"/>
                </a:cxn>
                <a:cxn ang="0">
                  <a:pos x="2976" y="91"/>
                </a:cxn>
                <a:cxn ang="0">
                  <a:pos x="2730" y="20"/>
                </a:cxn>
                <a:cxn ang="0">
                  <a:pos x="2432" y="51"/>
                </a:cxn>
                <a:cxn ang="0">
                  <a:pos x="2218" y="81"/>
                </a:cxn>
                <a:cxn ang="0">
                  <a:pos x="2048" y="91"/>
                </a:cxn>
                <a:cxn ang="0">
                  <a:pos x="1749" y="71"/>
                </a:cxn>
                <a:cxn ang="0">
                  <a:pos x="1440" y="51"/>
                </a:cxn>
                <a:cxn ang="0">
                  <a:pos x="1130" y="20"/>
                </a:cxn>
                <a:cxn ang="0">
                  <a:pos x="757" y="40"/>
                </a:cxn>
                <a:cxn ang="0">
                  <a:pos x="384" y="71"/>
                </a:cxn>
                <a:cxn ang="0">
                  <a:pos x="128" y="10"/>
                </a:cxn>
                <a:cxn ang="0">
                  <a:pos x="0" y="0"/>
                </a:cxn>
                <a:cxn ang="0">
                  <a:pos x="0" y="267"/>
                </a:cxn>
              </a:cxnLst>
              <a:rect l="0" t="0" r="r" b="b"/>
              <a:pathLst>
                <a:path w="5753" h="268">
                  <a:moveTo>
                    <a:pt x="0" y="267"/>
                  </a:moveTo>
                  <a:lnTo>
                    <a:pt x="5752" y="267"/>
                  </a:lnTo>
                  <a:lnTo>
                    <a:pt x="5752" y="81"/>
                  </a:lnTo>
                  <a:lnTo>
                    <a:pt x="5567" y="111"/>
                  </a:lnTo>
                  <a:lnTo>
                    <a:pt x="5098" y="131"/>
                  </a:lnTo>
                  <a:lnTo>
                    <a:pt x="4597" y="101"/>
                  </a:lnTo>
                  <a:lnTo>
                    <a:pt x="4138" y="141"/>
                  </a:lnTo>
                  <a:lnTo>
                    <a:pt x="3914" y="141"/>
                  </a:lnTo>
                  <a:lnTo>
                    <a:pt x="3786" y="131"/>
                  </a:lnTo>
                  <a:lnTo>
                    <a:pt x="3455" y="81"/>
                  </a:lnTo>
                  <a:lnTo>
                    <a:pt x="2976" y="91"/>
                  </a:lnTo>
                  <a:lnTo>
                    <a:pt x="2730" y="20"/>
                  </a:lnTo>
                  <a:lnTo>
                    <a:pt x="2432" y="51"/>
                  </a:lnTo>
                  <a:lnTo>
                    <a:pt x="2218" y="81"/>
                  </a:lnTo>
                  <a:lnTo>
                    <a:pt x="2048" y="91"/>
                  </a:lnTo>
                  <a:lnTo>
                    <a:pt x="1749" y="71"/>
                  </a:lnTo>
                  <a:lnTo>
                    <a:pt x="1440" y="51"/>
                  </a:lnTo>
                  <a:lnTo>
                    <a:pt x="1130" y="20"/>
                  </a:lnTo>
                  <a:lnTo>
                    <a:pt x="757" y="40"/>
                  </a:lnTo>
                  <a:lnTo>
                    <a:pt x="384" y="71"/>
                  </a:lnTo>
                  <a:lnTo>
                    <a:pt x="128" y="10"/>
                  </a:lnTo>
                  <a:lnTo>
                    <a:pt x="0" y="0"/>
                  </a:lnTo>
                  <a:lnTo>
                    <a:pt x="0" y="267"/>
                  </a:lnTo>
                </a:path>
              </a:pathLst>
            </a:custGeom>
            <a:solidFill>
              <a:srgbClr val="9DA090"/>
            </a:solidFill>
            <a:ln w="9525" cap="rnd">
              <a:noFill/>
              <a:round/>
            </a:ln>
            <a:effectLst/>
          </p:spPr>
          <p:txBody>
            <a:bodyPr/>
            <a:lstStyle/>
            <a:p>
              <a:endParaRPr lang="zh-CN" altLang="en-US"/>
            </a:p>
          </p:txBody>
        </p:sp>
        <p:grpSp>
          <p:nvGrpSpPr>
            <p:cNvPr id="3" name="Group 68"/>
            <p:cNvGrpSpPr/>
            <p:nvPr/>
          </p:nvGrpSpPr>
          <p:grpSpPr bwMode="auto">
            <a:xfrm>
              <a:off x="0" y="1709"/>
              <a:ext cx="2353" cy="2611"/>
              <a:chOff x="0" y="1709"/>
              <a:chExt cx="2353" cy="2611"/>
            </a:xfrm>
          </p:grpSpPr>
          <p:grpSp>
            <p:nvGrpSpPr>
              <p:cNvPr id="4" name="Group 28"/>
              <p:cNvGrpSpPr/>
              <p:nvPr/>
            </p:nvGrpSpPr>
            <p:grpSpPr bwMode="auto">
              <a:xfrm>
                <a:off x="99" y="1709"/>
                <a:ext cx="2171" cy="2611"/>
                <a:chOff x="99" y="1709"/>
                <a:chExt cx="2171" cy="2611"/>
              </a:xfrm>
            </p:grpSpPr>
            <p:grpSp>
              <p:nvGrpSpPr>
                <p:cNvPr id="5" name="Group 5"/>
                <p:cNvGrpSpPr/>
                <p:nvPr/>
              </p:nvGrpSpPr>
              <p:grpSpPr bwMode="auto">
                <a:xfrm>
                  <a:off x="726" y="3200"/>
                  <a:ext cx="210" cy="989"/>
                  <a:chOff x="726" y="3200"/>
                  <a:chExt cx="210" cy="989"/>
                </a:xfrm>
              </p:grpSpPr>
              <p:sp>
                <p:nvSpPr>
                  <p:cNvPr id="2051" name="Freeform 3"/>
                  <p:cNvSpPr/>
                  <p:nvPr/>
                </p:nvSpPr>
                <p:spPr bwMode="ltGray">
                  <a:xfrm>
                    <a:off x="730" y="3670"/>
                    <a:ext cx="206" cy="404"/>
                  </a:xfrm>
                  <a:custGeom>
                    <a:avLst/>
                    <a:gdLst/>
                    <a:ahLst/>
                    <a:cxnLst>
                      <a:cxn ang="0">
                        <a:pos x="0" y="403"/>
                      </a:cxn>
                      <a:cxn ang="0">
                        <a:pos x="29" y="312"/>
                      </a:cxn>
                      <a:cxn ang="0">
                        <a:pos x="56" y="213"/>
                      </a:cxn>
                      <a:cxn ang="0">
                        <a:pos x="69" y="169"/>
                      </a:cxn>
                      <a:cxn ang="0">
                        <a:pos x="87" y="119"/>
                      </a:cxn>
                      <a:cxn ang="0">
                        <a:pos x="112" y="66"/>
                      </a:cxn>
                      <a:cxn ang="0">
                        <a:pos x="131" y="33"/>
                      </a:cxn>
                      <a:cxn ang="0">
                        <a:pos x="146" y="18"/>
                      </a:cxn>
                      <a:cxn ang="0">
                        <a:pos x="164" y="4"/>
                      </a:cxn>
                      <a:cxn ang="0">
                        <a:pos x="185" y="0"/>
                      </a:cxn>
                      <a:cxn ang="0">
                        <a:pos x="194" y="11"/>
                      </a:cxn>
                      <a:cxn ang="0">
                        <a:pos x="205" y="38"/>
                      </a:cxn>
                    </a:cxnLst>
                    <a:rect l="0" t="0" r="r" b="b"/>
                    <a:pathLst>
                      <a:path w="206" h="404">
                        <a:moveTo>
                          <a:pt x="0" y="403"/>
                        </a:moveTo>
                        <a:lnTo>
                          <a:pt x="29" y="312"/>
                        </a:lnTo>
                        <a:lnTo>
                          <a:pt x="56" y="213"/>
                        </a:lnTo>
                        <a:lnTo>
                          <a:pt x="69" y="169"/>
                        </a:lnTo>
                        <a:lnTo>
                          <a:pt x="87" y="119"/>
                        </a:lnTo>
                        <a:lnTo>
                          <a:pt x="112" y="66"/>
                        </a:lnTo>
                        <a:lnTo>
                          <a:pt x="131" y="33"/>
                        </a:lnTo>
                        <a:lnTo>
                          <a:pt x="146" y="18"/>
                        </a:lnTo>
                        <a:lnTo>
                          <a:pt x="164" y="4"/>
                        </a:lnTo>
                        <a:lnTo>
                          <a:pt x="185" y="0"/>
                        </a:lnTo>
                        <a:lnTo>
                          <a:pt x="194" y="11"/>
                        </a:lnTo>
                        <a:lnTo>
                          <a:pt x="205" y="38"/>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52" name="Freeform 4"/>
                  <p:cNvSpPr/>
                  <p:nvPr/>
                </p:nvSpPr>
                <p:spPr bwMode="ltGray">
                  <a:xfrm>
                    <a:off x="726" y="3200"/>
                    <a:ext cx="140" cy="989"/>
                  </a:xfrm>
                  <a:custGeom>
                    <a:avLst/>
                    <a:gdLst/>
                    <a:ahLst/>
                    <a:cxnLst>
                      <a:cxn ang="0">
                        <a:pos x="1" y="988"/>
                      </a:cxn>
                      <a:cxn ang="0">
                        <a:pos x="0" y="896"/>
                      </a:cxn>
                      <a:cxn ang="0">
                        <a:pos x="0" y="825"/>
                      </a:cxn>
                      <a:cxn ang="0">
                        <a:pos x="3" y="777"/>
                      </a:cxn>
                      <a:cxn ang="0">
                        <a:pos x="4" y="718"/>
                      </a:cxn>
                      <a:cxn ang="0">
                        <a:pos x="4" y="656"/>
                      </a:cxn>
                      <a:cxn ang="0">
                        <a:pos x="5" y="605"/>
                      </a:cxn>
                      <a:cxn ang="0">
                        <a:pos x="9" y="558"/>
                      </a:cxn>
                      <a:cxn ang="0">
                        <a:pos x="13" y="475"/>
                      </a:cxn>
                      <a:cxn ang="0">
                        <a:pos x="20" y="385"/>
                      </a:cxn>
                      <a:cxn ang="0">
                        <a:pos x="29" y="294"/>
                      </a:cxn>
                      <a:cxn ang="0">
                        <a:pos x="36" y="196"/>
                      </a:cxn>
                      <a:cxn ang="0">
                        <a:pos x="42" y="138"/>
                      </a:cxn>
                      <a:cxn ang="0">
                        <a:pos x="47" y="116"/>
                      </a:cxn>
                      <a:cxn ang="0">
                        <a:pos x="59" y="76"/>
                      </a:cxn>
                      <a:cxn ang="0">
                        <a:pos x="72" y="48"/>
                      </a:cxn>
                      <a:cxn ang="0">
                        <a:pos x="86" y="26"/>
                      </a:cxn>
                      <a:cxn ang="0">
                        <a:pos x="99" y="6"/>
                      </a:cxn>
                      <a:cxn ang="0">
                        <a:pos x="109" y="0"/>
                      </a:cxn>
                      <a:cxn ang="0">
                        <a:pos x="122" y="0"/>
                      </a:cxn>
                      <a:cxn ang="0">
                        <a:pos x="134" y="7"/>
                      </a:cxn>
                      <a:cxn ang="0">
                        <a:pos x="139" y="17"/>
                      </a:cxn>
                    </a:cxnLst>
                    <a:rect l="0" t="0" r="r" b="b"/>
                    <a:pathLst>
                      <a:path w="140" h="989">
                        <a:moveTo>
                          <a:pt x="1" y="988"/>
                        </a:moveTo>
                        <a:lnTo>
                          <a:pt x="0" y="896"/>
                        </a:lnTo>
                        <a:lnTo>
                          <a:pt x="0" y="825"/>
                        </a:lnTo>
                        <a:lnTo>
                          <a:pt x="3" y="777"/>
                        </a:lnTo>
                        <a:lnTo>
                          <a:pt x="4" y="718"/>
                        </a:lnTo>
                        <a:lnTo>
                          <a:pt x="4" y="656"/>
                        </a:lnTo>
                        <a:lnTo>
                          <a:pt x="5" y="605"/>
                        </a:lnTo>
                        <a:lnTo>
                          <a:pt x="9" y="558"/>
                        </a:lnTo>
                        <a:lnTo>
                          <a:pt x="13" y="475"/>
                        </a:lnTo>
                        <a:lnTo>
                          <a:pt x="20" y="385"/>
                        </a:lnTo>
                        <a:lnTo>
                          <a:pt x="29" y="294"/>
                        </a:lnTo>
                        <a:lnTo>
                          <a:pt x="36" y="196"/>
                        </a:lnTo>
                        <a:lnTo>
                          <a:pt x="42" y="138"/>
                        </a:lnTo>
                        <a:lnTo>
                          <a:pt x="47" y="116"/>
                        </a:lnTo>
                        <a:lnTo>
                          <a:pt x="59" y="76"/>
                        </a:lnTo>
                        <a:lnTo>
                          <a:pt x="72" y="48"/>
                        </a:lnTo>
                        <a:lnTo>
                          <a:pt x="86" y="26"/>
                        </a:lnTo>
                        <a:lnTo>
                          <a:pt x="99" y="6"/>
                        </a:lnTo>
                        <a:lnTo>
                          <a:pt x="109" y="0"/>
                        </a:lnTo>
                        <a:lnTo>
                          <a:pt x="122" y="0"/>
                        </a:lnTo>
                        <a:lnTo>
                          <a:pt x="134" y="7"/>
                        </a:lnTo>
                        <a:lnTo>
                          <a:pt x="139" y="1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grpSp>
              <p:nvGrpSpPr>
                <p:cNvPr id="6" name="Group 8"/>
                <p:cNvGrpSpPr/>
                <p:nvPr/>
              </p:nvGrpSpPr>
              <p:grpSpPr bwMode="auto">
                <a:xfrm>
                  <a:off x="315" y="3132"/>
                  <a:ext cx="421" cy="1066"/>
                  <a:chOff x="315" y="3132"/>
                  <a:chExt cx="421" cy="1066"/>
                </a:xfrm>
              </p:grpSpPr>
              <p:sp>
                <p:nvSpPr>
                  <p:cNvPr id="2054" name="Freeform 6"/>
                  <p:cNvSpPr/>
                  <p:nvPr/>
                </p:nvSpPr>
                <p:spPr bwMode="ltGray">
                  <a:xfrm>
                    <a:off x="479" y="3751"/>
                    <a:ext cx="257" cy="447"/>
                  </a:xfrm>
                  <a:custGeom>
                    <a:avLst/>
                    <a:gdLst/>
                    <a:ahLst/>
                    <a:cxnLst>
                      <a:cxn ang="0">
                        <a:pos x="256" y="446"/>
                      </a:cxn>
                      <a:cxn ang="0">
                        <a:pos x="218" y="403"/>
                      </a:cxn>
                      <a:cxn ang="0">
                        <a:pos x="203" y="376"/>
                      </a:cxn>
                      <a:cxn ang="0">
                        <a:pos x="192" y="355"/>
                      </a:cxn>
                      <a:cxn ang="0">
                        <a:pos x="136" y="149"/>
                      </a:cxn>
                      <a:cxn ang="0">
                        <a:pos x="105" y="84"/>
                      </a:cxn>
                      <a:cxn ang="0">
                        <a:pos x="82" y="42"/>
                      </a:cxn>
                      <a:cxn ang="0">
                        <a:pos x="65" y="22"/>
                      </a:cxn>
                      <a:cxn ang="0">
                        <a:pos x="43" y="6"/>
                      </a:cxn>
                      <a:cxn ang="0">
                        <a:pos x="24" y="0"/>
                      </a:cxn>
                      <a:cxn ang="0">
                        <a:pos x="8" y="3"/>
                      </a:cxn>
                      <a:cxn ang="0">
                        <a:pos x="0" y="29"/>
                      </a:cxn>
                    </a:cxnLst>
                    <a:rect l="0" t="0" r="r" b="b"/>
                    <a:pathLst>
                      <a:path w="257" h="447">
                        <a:moveTo>
                          <a:pt x="256" y="446"/>
                        </a:moveTo>
                        <a:lnTo>
                          <a:pt x="218" y="403"/>
                        </a:lnTo>
                        <a:lnTo>
                          <a:pt x="203" y="376"/>
                        </a:lnTo>
                        <a:lnTo>
                          <a:pt x="192" y="355"/>
                        </a:lnTo>
                        <a:lnTo>
                          <a:pt x="136" y="149"/>
                        </a:lnTo>
                        <a:lnTo>
                          <a:pt x="105" y="84"/>
                        </a:lnTo>
                        <a:lnTo>
                          <a:pt x="82" y="42"/>
                        </a:lnTo>
                        <a:lnTo>
                          <a:pt x="65" y="22"/>
                        </a:lnTo>
                        <a:lnTo>
                          <a:pt x="43" y="6"/>
                        </a:lnTo>
                        <a:lnTo>
                          <a:pt x="24" y="0"/>
                        </a:lnTo>
                        <a:lnTo>
                          <a:pt x="8" y="3"/>
                        </a:lnTo>
                        <a:lnTo>
                          <a:pt x="0" y="29"/>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55" name="Freeform 7"/>
                  <p:cNvSpPr/>
                  <p:nvPr/>
                </p:nvSpPr>
                <p:spPr bwMode="ltGray">
                  <a:xfrm>
                    <a:off x="315" y="3132"/>
                    <a:ext cx="390" cy="1061"/>
                  </a:xfrm>
                  <a:custGeom>
                    <a:avLst/>
                    <a:gdLst/>
                    <a:ahLst/>
                    <a:cxnLst>
                      <a:cxn ang="0">
                        <a:pos x="389" y="1060"/>
                      </a:cxn>
                      <a:cxn ang="0">
                        <a:pos x="378" y="975"/>
                      </a:cxn>
                      <a:cxn ang="0">
                        <a:pos x="256" y="400"/>
                      </a:cxn>
                      <a:cxn ang="0">
                        <a:pos x="201" y="223"/>
                      </a:cxn>
                      <a:cxn ang="0">
                        <a:pos x="185" y="164"/>
                      </a:cxn>
                      <a:cxn ang="0">
                        <a:pos x="164" y="97"/>
                      </a:cxn>
                      <a:cxn ang="0">
                        <a:pos x="140" y="45"/>
                      </a:cxn>
                      <a:cxn ang="0">
                        <a:pos x="117" y="19"/>
                      </a:cxn>
                      <a:cxn ang="0">
                        <a:pos x="89" y="1"/>
                      </a:cxn>
                      <a:cxn ang="0">
                        <a:pos x="60" y="0"/>
                      </a:cxn>
                      <a:cxn ang="0">
                        <a:pos x="41" y="21"/>
                      </a:cxn>
                      <a:cxn ang="0">
                        <a:pos x="0" y="118"/>
                      </a:cxn>
                    </a:cxnLst>
                    <a:rect l="0" t="0" r="r" b="b"/>
                    <a:pathLst>
                      <a:path w="390" h="1061">
                        <a:moveTo>
                          <a:pt x="389" y="1060"/>
                        </a:moveTo>
                        <a:lnTo>
                          <a:pt x="378" y="975"/>
                        </a:lnTo>
                        <a:lnTo>
                          <a:pt x="256" y="400"/>
                        </a:lnTo>
                        <a:lnTo>
                          <a:pt x="201" y="223"/>
                        </a:lnTo>
                        <a:lnTo>
                          <a:pt x="185" y="164"/>
                        </a:lnTo>
                        <a:lnTo>
                          <a:pt x="164" y="97"/>
                        </a:lnTo>
                        <a:lnTo>
                          <a:pt x="140" y="45"/>
                        </a:lnTo>
                        <a:lnTo>
                          <a:pt x="117" y="19"/>
                        </a:lnTo>
                        <a:lnTo>
                          <a:pt x="89" y="1"/>
                        </a:lnTo>
                        <a:lnTo>
                          <a:pt x="60" y="0"/>
                        </a:lnTo>
                        <a:lnTo>
                          <a:pt x="41" y="21"/>
                        </a:lnTo>
                        <a:lnTo>
                          <a:pt x="0" y="118"/>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grpSp>
            <p:sp>
              <p:nvSpPr>
                <p:cNvPr id="2057" name="Freeform 9"/>
                <p:cNvSpPr/>
                <p:nvPr/>
              </p:nvSpPr>
              <p:spPr bwMode="ltGray">
                <a:xfrm>
                  <a:off x="481" y="3749"/>
                  <a:ext cx="94" cy="445"/>
                </a:xfrm>
                <a:custGeom>
                  <a:avLst/>
                  <a:gdLst/>
                  <a:ahLst/>
                  <a:cxnLst>
                    <a:cxn ang="0">
                      <a:pos x="0" y="444"/>
                    </a:cxn>
                    <a:cxn ang="0">
                      <a:pos x="13" y="344"/>
                    </a:cxn>
                    <a:cxn ang="0">
                      <a:pos x="25" y="235"/>
                    </a:cxn>
                    <a:cxn ang="0">
                      <a:pos x="31" y="187"/>
                    </a:cxn>
                    <a:cxn ang="0">
                      <a:pos x="39" y="131"/>
                    </a:cxn>
                    <a:cxn ang="0">
                      <a:pos x="51" y="74"/>
                    </a:cxn>
                    <a:cxn ang="0">
                      <a:pos x="59" y="37"/>
                    </a:cxn>
                    <a:cxn ang="0">
                      <a:pos x="66" y="19"/>
                    </a:cxn>
                    <a:cxn ang="0">
                      <a:pos x="74" y="4"/>
                    </a:cxn>
                    <a:cxn ang="0">
                      <a:pos x="83" y="0"/>
                    </a:cxn>
                    <a:cxn ang="0">
                      <a:pos x="88" y="12"/>
                    </a:cxn>
                    <a:cxn ang="0">
                      <a:pos x="93" y="42"/>
                    </a:cxn>
                  </a:cxnLst>
                  <a:rect l="0" t="0" r="r" b="b"/>
                  <a:pathLst>
                    <a:path w="94" h="445">
                      <a:moveTo>
                        <a:pt x="0" y="444"/>
                      </a:moveTo>
                      <a:lnTo>
                        <a:pt x="13" y="344"/>
                      </a:lnTo>
                      <a:lnTo>
                        <a:pt x="25" y="235"/>
                      </a:lnTo>
                      <a:lnTo>
                        <a:pt x="31" y="187"/>
                      </a:lnTo>
                      <a:lnTo>
                        <a:pt x="39" y="131"/>
                      </a:lnTo>
                      <a:lnTo>
                        <a:pt x="51" y="74"/>
                      </a:lnTo>
                      <a:lnTo>
                        <a:pt x="59" y="37"/>
                      </a:lnTo>
                      <a:lnTo>
                        <a:pt x="66" y="19"/>
                      </a:lnTo>
                      <a:lnTo>
                        <a:pt x="74" y="4"/>
                      </a:lnTo>
                      <a:lnTo>
                        <a:pt x="83" y="0"/>
                      </a:lnTo>
                      <a:lnTo>
                        <a:pt x="88" y="12"/>
                      </a:lnTo>
                      <a:lnTo>
                        <a:pt x="93" y="42"/>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58" name="Freeform 10"/>
                <p:cNvSpPr/>
                <p:nvPr/>
              </p:nvSpPr>
              <p:spPr bwMode="ltGray">
                <a:xfrm>
                  <a:off x="478" y="3237"/>
                  <a:ext cx="64" cy="1083"/>
                </a:xfrm>
                <a:custGeom>
                  <a:avLst/>
                  <a:gdLst/>
                  <a:ahLst/>
                  <a:cxnLst>
                    <a:cxn ang="0">
                      <a:pos x="0" y="1082"/>
                    </a:cxn>
                    <a:cxn ang="0">
                      <a:pos x="0" y="981"/>
                    </a:cxn>
                    <a:cxn ang="0">
                      <a:pos x="0" y="904"/>
                    </a:cxn>
                    <a:cxn ang="0">
                      <a:pos x="1" y="851"/>
                    </a:cxn>
                    <a:cxn ang="0">
                      <a:pos x="2" y="786"/>
                    </a:cxn>
                    <a:cxn ang="0">
                      <a:pos x="2" y="719"/>
                    </a:cxn>
                    <a:cxn ang="0">
                      <a:pos x="2" y="662"/>
                    </a:cxn>
                    <a:cxn ang="0">
                      <a:pos x="4" y="611"/>
                    </a:cxn>
                    <a:cxn ang="0">
                      <a:pos x="6" y="521"/>
                    </a:cxn>
                    <a:cxn ang="0">
                      <a:pos x="9" y="422"/>
                    </a:cxn>
                    <a:cxn ang="0">
                      <a:pos x="13" y="323"/>
                    </a:cxn>
                    <a:cxn ang="0">
                      <a:pos x="16" y="215"/>
                    </a:cxn>
                    <a:cxn ang="0">
                      <a:pos x="19" y="152"/>
                    </a:cxn>
                    <a:cxn ang="0">
                      <a:pos x="21" y="127"/>
                    </a:cxn>
                    <a:cxn ang="0">
                      <a:pos x="27" y="84"/>
                    </a:cxn>
                    <a:cxn ang="0">
                      <a:pos x="32" y="53"/>
                    </a:cxn>
                    <a:cxn ang="0">
                      <a:pos x="38" y="28"/>
                    </a:cxn>
                    <a:cxn ang="0">
                      <a:pos x="44" y="6"/>
                    </a:cxn>
                    <a:cxn ang="0">
                      <a:pos x="49" y="0"/>
                    </a:cxn>
                    <a:cxn ang="0">
                      <a:pos x="56" y="0"/>
                    </a:cxn>
                    <a:cxn ang="0">
                      <a:pos x="60" y="8"/>
                    </a:cxn>
                    <a:cxn ang="0">
                      <a:pos x="63" y="18"/>
                    </a:cxn>
                  </a:cxnLst>
                  <a:rect l="0" t="0" r="r" b="b"/>
                  <a:pathLst>
                    <a:path w="64" h="1083">
                      <a:moveTo>
                        <a:pt x="0" y="1082"/>
                      </a:moveTo>
                      <a:lnTo>
                        <a:pt x="0" y="981"/>
                      </a:lnTo>
                      <a:lnTo>
                        <a:pt x="0" y="904"/>
                      </a:lnTo>
                      <a:lnTo>
                        <a:pt x="1" y="851"/>
                      </a:lnTo>
                      <a:lnTo>
                        <a:pt x="2" y="786"/>
                      </a:lnTo>
                      <a:lnTo>
                        <a:pt x="2" y="719"/>
                      </a:lnTo>
                      <a:lnTo>
                        <a:pt x="2" y="662"/>
                      </a:lnTo>
                      <a:lnTo>
                        <a:pt x="4" y="611"/>
                      </a:lnTo>
                      <a:lnTo>
                        <a:pt x="6" y="521"/>
                      </a:lnTo>
                      <a:lnTo>
                        <a:pt x="9" y="422"/>
                      </a:lnTo>
                      <a:lnTo>
                        <a:pt x="13" y="323"/>
                      </a:lnTo>
                      <a:lnTo>
                        <a:pt x="16" y="215"/>
                      </a:lnTo>
                      <a:lnTo>
                        <a:pt x="19" y="152"/>
                      </a:lnTo>
                      <a:lnTo>
                        <a:pt x="21" y="127"/>
                      </a:lnTo>
                      <a:lnTo>
                        <a:pt x="27" y="84"/>
                      </a:lnTo>
                      <a:lnTo>
                        <a:pt x="32" y="53"/>
                      </a:lnTo>
                      <a:lnTo>
                        <a:pt x="38" y="28"/>
                      </a:lnTo>
                      <a:lnTo>
                        <a:pt x="44" y="6"/>
                      </a:lnTo>
                      <a:lnTo>
                        <a:pt x="49" y="0"/>
                      </a:lnTo>
                      <a:lnTo>
                        <a:pt x="56" y="0"/>
                      </a:lnTo>
                      <a:lnTo>
                        <a:pt x="60" y="8"/>
                      </a:lnTo>
                      <a:lnTo>
                        <a:pt x="63" y="18"/>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059" name="Freeform 11"/>
                <p:cNvSpPr/>
                <p:nvPr/>
              </p:nvSpPr>
              <p:spPr bwMode="ltGray">
                <a:xfrm>
                  <a:off x="99" y="2234"/>
                  <a:ext cx="219" cy="1856"/>
                </a:xfrm>
                <a:custGeom>
                  <a:avLst/>
                  <a:gdLst/>
                  <a:ahLst/>
                  <a:cxnLst>
                    <a:cxn ang="0">
                      <a:pos x="218" y="1855"/>
                    </a:cxn>
                    <a:cxn ang="0">
                      <a:pos x="212" y="1707"/>
                    </a:cxn>
                    <a:cxn ang="0">
                      <a:pos x="142" y="702"/>
                    </a:cxn>
                    <a:cxn ang="0">
                      <a:pos x="112" y="390"/>
                    </a:cxn>
                    <a:cxn ang="0">
                      <a:pos x="104" y="288"/>
                    </a:cxn>
                    <a:cxn ang="0">
                      <a:pos x="91" y="170"/>
                    </a:cxn>
                    <a:cxn ang="0">
                      <a:pos x="79" y="80"/>
                    </a:cxn>
                    <a:cxn ang="0">
                      <a:pos x="65" y="33"/>
                    </a:cxn>
                    <a:cxn ang="0">
                      <a:pos x="50" y="2"/>
                    </a:cxn>
                    <a:cxn ang="0">
                      <a:pos x="34" y="0"/>
                    </a:cxn>
                    <a:cxn ang="0">
                      <a:pos x="22" y="35"/>
                    </a:cxn>
                    <a:cxn ang="0">
                      <a:pos x="0" y="207"/>
                    </a:cxn>
                  </a:cxnLst>
                  <a:rect l="0" t="0" r="r" b="b"/>
                  <a:pathLst>
                    <a:path w="219" h="1856">
                      <a:moveTo>
                        <a:pt x="218" y="1855"/>
                      </a:moveTo>
                      <a:lnTo>
                        <a:pt x="212" y="1707"/>
                      </a:lnTo>
                      <a:lnTo>
                        <a:pt x="142" y="702"/>
                      </a:lnTo>
                      <a:lnTo>
                        <a:pt x="112" y="390"/>
                      </a:lnTo>
                      <a:lnTo>
                        <a:pt x="104" y="288"/>
                      </a:lnTo>
                      <a:lnTo>
                        <a:pt x="91" y="170"/>
                      </a:lnTo>
                      <a:lnTo>
                        <a:pt x="79" y="80"/>
                      </a:lnTo>
                      <a:lnTo>
                        <a:pt x="65" y="33"/>
                      </a:lnTo>
                      <a:lnTo>
                        <a:pt x="50" y="2"/>
                      </a:lnTo>
                      <a:lnTo>
                        <a:pt x="34" y="0"/>
                      </a:lnTo>
                      <a:lnTo>
                        <a:pt x="22" y="35"/>
                      </a:lnTo>
                      <a:lnTo>
                        <a:pt x="0" y="20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nvGrpSpPr>
                <p:cNvPr id="7" name="Group 16"/>
                <p:cNvGrpSpPr/>
                <p:nvPr/>
              </p:nvGrpSpPr>
              <p:grpSpPr bwMode="auto">
                <a:xfrm>
                  <a:off x="235" y="1709"/>
                  <a:ext cx="237" cy="2589"/>
                  <a:chOff x="235" y="1709"/>
                  <a:chExt cx="237" cy="2589"/>
                </a:xfrm>
              </p:grpSpPr>
              <p:sp>
                <p:nvSpPr>
                  <p:cNvPr id="2060" name="Freeform 12"/>
                  <p:cNvSpPr/>
                  <p:nvPr/>
                </p:nvSpPr>
                <p:spPr bwMode="ltGray">
                  <a:xfrm>
                    <a:off x="235" y="3644"/>
                    <a:ext cx="144" cy="654"/>
                  </a:xfrm>
                  <a:custGeom>
                    <a:avLst/>
                    <a:gdLst/>
                    <a:ahLst/>
                    <a:cxnLst>
                      <a:cxn ang="0">
                        <a:pos x="143" y="653"/>
                      </a:cxn>
                      <a:cxn ang="0">
                        <a:pos x="122" y="589"/>
                      </a:cxn>
                      <a:cxn ang="0">
                        <a:pos x="113" y="551"/>
                      </a:cxn>
                      <a:cxn ang="0">
                        <a:pos x="108" y="520"/>
                      </a:cxn>
                      <a:cxn ang="0">
                        <a:pos x="76" y="219"/>
                      </a:cxn>
                      <a:cxn ang="0">
                        <a:pos x="58" y="123"/>
                      </a:cxn>
                      <a:cxn ang="0">
                        <a:pos x="45" y="63"/>
                      </a:cxn>
                      <a:cxn ang="0">
                        <a:pos x="36" y="32"/>
                      </a:cxn>
                      <a:cxn ang="0">
                        <a:pos x="24" y="8"/>
                      </a:cxn>
                      <a:cxn ang="0">
                        <a:pos x="13" y="0"/>
                      </a:cxn>
                      <a:cxn ang="0">
                        <a:pos x="4" y="6"/>
                      </a:cxn>
                      <a:cxn ang="0">
                        <a:pos x="0" y="43"/>
                      </a:cxn>
                    </a:cxnLst>
                    <a:rect l="0" t="0" r="r" b="b"/>
                    <a:pathLst>
                      <a:path w="144" h="654">
                        <a:moveTo>
                          <a:pt x="143" y="653"/>
                        </a:moveTo>
                        <a:lnTo>
                          <a:pt x="122" y="589"/>
                        </a:lnTo>
                        <a:lnTo>
                          <a:pt x="113" y="551"/>
                        </a:lnTo>
                        <a:lnTo>
                          <a:pt x="108" y="520"/>
                        </a:lnTo>
                        <a:lnTo>
                          <a:pt x="76" y="219"/>
                        </a:lnTo>
                        <a:lnTo>
                          <a:pt x="58" y="123"/>
                        </a:lnTo>
                        <a:lnTo>
                          <a:pt x="45" y="63"/>
                        </a:lnTo>
                        <a:lnTo>
                          <a:pt x="36" y="32"/>
                        </a:lnTo>
                        <a:lnTo>
                          <a:pt x="24" y="8"/>
                        </a:lnTo>
                        <a:lnTo>
                          <a:pt x="13" y="0"/>
                        </a:lnTo>
                        <a:lnTo>
                          <a:pt x="4" y="6"/>
                        </a:lnTo>
                        <a:lnTo>
                          <a:pt x="0" y="43"/>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61" name="Freeform 13"/>
                  <p:cNvSpPr/>
                  <p:nvPr/>
                </p:nvSpPr>
                <p:spPr bwMode="ltGray">
                  <a:xfrm>
                    <a:off x="269" y="1709"/>
                    <a:ext cx="203" cy="2391"/>
                  </a:xfrm>
                  <a:custGeom>
                    <a:avLst/>
                    <a:gdLst/>
                    <a:ahLst/>
                    <a:cxnLst>
                      <a:cxn ang="0">
                        <a:pos x="0" y="2390"/>
                      </a:cxn>
                      <a:cxn ang="0">
                        <a:pos x="71" y="1504"/>
                      </a:cxn>
                      <a:cxn ang="0">
                        <a:pos x="79" y="1362"/>
                      </a:cxn>
                      <a:cxn ang="0">
                        <a:pos x="97" y="1131"/>
                      </a:cxn>
                      <a:cxn ang="0">
                        <a:pos x="114" y="891"/>
                      </a:cxn>
                      <a:cxn ang="0">
                        <a:pos x="123" y="762"/>
                      </a:cxn>
                      <a:cxn ang="0">
                        <a:pos x="128" y="623"/>
                      </a:cxn>
                      <a:cxn ang="0">
                        <a:pos x="134" y="493"/>
                      </a:cxn>
                      <a:cxn ang="0">
                        <a:pos x="146" y="342"/>
                      </a:cxn>
                      <a:cxn ang="0">
                        <a:pos x="157" y="204"/>
                      </a:cxn>
                      <a:cxn ang="0">
                        <a:pos x="173" y="82"/>
                      </a:cxn>
                      <a:cxn ang="0">
                        <a:pos x="183" y="6"/>
                      </a:cxn>
                      <a:cxn ang="0">
                        <a:pos x="191" y="0"/>
                      </a:cxn>
                      <a:cxn ang="0">
                        <a:pos x="197" y="39"/>
                      </a:cxn>
                      <a:cxn ang="0">
                        <a:pos x="202" y="173"/>
                      </a:cxn>
                    </a:cxnLst>
                    <a:rect l="0" t="0" r="r" b="b"/>
                    <a:pathLst>
                      <a:path w="203" h="2391">
                        <a:moveTo>
                          <a:pt x="0" y="2390"/>
                        </a:moveTo>
                        <a:lnTo>
                          <a:pt x="71" y="1504"/>
                        </a:lnTo>
                        <a:lnTo>
                          <a:pt x="79" y="1362"/>
                        </a:lnTo>
                        <a:lnTo>
                          <a:pt x="97" y="1131"/>
                        </a:lnTo>
                        <a:lnTo>
                          <a:pt x="114" y="891"/>
                        </a:lnTo>
                        <a:lnTo>
                          <a:pt x="123" y="762"/>
                        </a:lnTo>
                        <a:lnTo>
                          <a:pt x="128" y="623"/>
                        </a:lnTo>
                        <a:lnTo>
                          <a:pt x="134" y="493"/>
                        </a:lnTo>
                        <a:lnTo>
                          <a:pt x="146" y="342"/>
                        </a:lnTo>
                        <a:lnTo>
                          <a:pt x="157" y="204"/>
                        </a:lnTo>
                        <a:lnTo>
                          <a:pt x="173" y="82"/>
                        </a:lnTo>
                        <a:lnTo>
                          <a:pt x="183" y="6"/>
                        </a:lnTo>
                        <a:lnTo>
                          <a:pt x="191" y="0"/>
                        </a:lnTo>
                        <a:lnTo>
                          <a:pt x="197" y="39"/>
                        </a:lnTo>
                        <a:lnTo>
                          <a:pt x="202" y="173"/>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062" name="Freeform 14"/>
                  <p:cNvSpPr/>
                  <p:nvPr/>
                </p:nvSpPr>
                <p:spPr bwMode="ltGray">
                  <a:xfrm>
                    <a:off x="306" y="2782"/>
                    <a:ext cx="161" cy="882"/>
                  </a:xfrm>
                  <a:custGeom>
                    <a:avLst/>
                    <a:gdLst/>
                    <a:ahLst/>
                    <a:cxnLst>
                      <a:cxn ang="0">
                        <a:pos x="0" y="881"/>
                      </a:cxn>
                      <a:cxn ang="0">
                        <a:pos x="30" y="690"/>
                      </a:cxn>
                      <a:cxn ang="0">
                        <a:pos x="48" y="470"/>
                      </a:cxn>
                      <a:cxn ang="0">
                        <a:pos x="59" y="372"/>
                      </a:cxn>
                      <a:cxn ang="0">
                        <a:pos x="72" y="259"/>
                      </a:cxn>
                      <a:cxn ang="0">
                        <a:pos x="90" y="142"/>
                      </a:cxn>
                      <a:cxn ang="0">
                        <a:pos x="105" y="69"/>
                      </a:cxn>
                      <a:cxn ang="0">
                        <a:pos x="115" y="32"/>
                      </a:cxn>
                      <a:cxn ang="0">
                        <a:pos x="129" y="6"/>
                      </a:cxn>
                      <a:cxn ang="0">
                        <a:pos x="146" y="0"/>
                      </a:cxn>
                      <a:cxn ang="0">
                        <a:pos x="154" y="19"/>
                      </a:cxn>
                      <a:cxn ang="0">
                        <a:pos x="160" y="77"/>
                      </a:cxn>
                    </a:cxnLst>
                    <a:rect l="0" t="0" r="r" b="b"/>
                    <a:pathLst>
                      <a:path w="161" h="882">
                        <a:moveTo>
                          <a:pt x="0" y="881"/>
                        </a:moveTo>
                        <a:lnTo>
                          <a:pt x="30" y="690"/>
                        </a:lnTo>
                        <a:lnTo>
                          <a:pt x="48" y="470"/>
                        </a:lnTo>
                        <a:lnTo>
                          <a:pt x="59" y="372"/>
                        </a:lnTo>
                        <a:lnTo>
                          <a:pt x="72" y="259"/>
                        </a:lnTo>
                        <a:lnTo>
                          <a:pt x="90" y="142"/>
                        </a:lnTo>
                        <a:lnTo>
                          <a:pt x="105" y="69"/>
                        </a:lnTo>
                        <a:lnTo>
                          <a:pt x="115" y="32"/>
                        </a:lnTo>
                        <a:lnTo>
                          <a:pt x="129" y="6"/>
                        </a:lnTo>
                        <a:lnTo>
                          <a:pt x="146" y="0"/>
                        </a:lnTo>
                        <a:lnTo>
                          <a:pt x="154" y="19"/>
                        </a:lnTo>
                        <a:lnTo>
                          <a:pt x="160" y="77"/>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63" name="Freeform 15"/>
                  <p:cNvSpPr/>
                  <p:nvPr/>
                </p:nvSpPr>
                <p:spPr bwMode="ltGray">
                  <a:xfrm>
                    <a:off x="237" y="3096"/>
                    <a:ext cx="74" cy="429"/>
                  </a:xfrm>
                  <a:custGeom>
                    <a:avLst/>
                    <a:gdLst/>
                    <a:ahLst/>
                    <a:cxnLst>
                      <a:cxn ang="0">
                        <a:pos x="0" y="0"/>
                      </a:cxn>
                      <a:cxn ang="0">
                        <a:pos x="12" y="28"/>
                      </a:cxn>
                      <a:cxn ang="0">
                        <a:pos x="28" y="57"/>
                      </a:cxn>
                      <a:cxn ang="0">
                        <a:pos x="41" y="118"/>
                      </a:cxn>
                      <a:cxn ang="0">
                        <a:pos x="52" y="170"/>
                      </a:cxn>
                      <a:cxn ang="0">
                        <a:pos x="62" y="223"/>
                      </a:cxn>
                      <a:cxn ang="0">
                        <a:pos x="67" y="267"/>
                      </a:cxn>
                      <a:cxn ang="0">
                        <a:pos x="70" y="310"/>
                      </a:cxn>
                      <a:cxn ang="0">
                        <a:pos x="73" y="370"/>
                      </a:cxn>
                      <a:cxn ang="0">
                        <a:pos x="73" y="428"/>
                      </a:cxn>
                    </a:cxnLst>
                    <a:rect l="0" t="0" r="r" b="b"/>
                    <a:pathLst>
                      <a:path w="74" h="429">
                        <a:moveTo>
                          <a:pt x="0" y="0"/>
                        </a:moveTo>
                        <a:lnTo>
                          <a:pt x="12" y="28"/>
                        </a:lnTo>
                        <a:lnTo>
                          <a:pt x="28" y="57"/>
                        </a:lnTo>
                        <a:lnTo>
                          <a:pt x="41" y="118"/>
                        </a:lnTo>
                        <a:lnTo>
                          <a:pt x="52" y="170"/>
                        </a:lnTo>
                        <a:lnTo>
                          <a:pt x="62" y="223"/>
                        </a:lnTo>
                        <a:lnTo>
                          <a:pt x="67" y="267"/>
                        </a:lnTo>
                        <a:lnTo>
                          <a:pt x="70" y="310"/>
                        </a:lnTo>
                        <a:lnTo>
                          <a:pt x="73" y="370"/>
                        </a:lnTo>
                        <a:lnTo>
                          <a:pt x="73" y="428"/>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grpSp>
            <p:sp>
              <p:nvSpPr>
                <p:cNvPr id="2065" name="Freeform 17"/>
                <p:cNvSpPr/>
                <p:nvPr/>
              </p:nvSpPr>
              <p:spPr bwMode="ltGray">
                <a:xfrm>
                  <a:off x="1158" y="3932"/>
                  <a:ext cx="256" cy="218"/>
                </a:xfrm>
                <a:custGeom>
                  <a:avLst/>
                  <a:gdLst/>
                  <a:ahLst/>
                  <a:cxnLst>
                    <a:cxn ang="0">
                      <a:pos x="255" y="217"/>
                    </a:cxn>
                    <a:cxn ang="0">
                      <a:pos x="217" y="196"/>
                    </a:cxn>
                    <a:cxn ang="0">
                      <a:pos x="202" y="183"/>
                    </a:cxn>
                    <a:cxn ang="0">
                      <a:pos x="192" y="173"/>
                    </a:cxn>
                    <a:cxn ang="0">
                      <a:pos x="135" y="72"/>
                    </a:cxn>
                    <a:cxn ang="0">
                      <a:pos x="105" y="40"/>
                    </a:cxn>
                    <a:cxn ang="0">
                      <a:pos x="82" y="20"/>
                    </a:cxn>
                    <a:cxn ang="0">
                      <a:pos x="65" y="11"/>
                    </a:cxn>
                    <a:cxn ang="0">
                      <a:pos x="43" y="3"/>
                    </a:cxn>
                    <a:cxn ang="0">
                      <a:pos x="22" y="0"/>
                    </a:cxn>
                    <a:cxn ang="0">
                      <a:pos x="8" y="1"/>
                    </a:cxn>
                    <a:cxn ang="0">
                      <a:pos x="0" y="14"/>
                    </a:cxn>
                  </a:cxnLst>
                  <a:rect l="0" t="0" r="r" b="b"/>
                  <a:pathLst>
                    <a:path w="256" h="218">
                      <a:moveTo>
                        <a:pt x="255" y="217"/>
                      </a:moveTo>
                      <a:lnTo>
                        <a:pt x="217" y="196"/>
                      </a:lnTo>
                      <a:lnTo>
                        <a:pt x="202" y="183"/>
                      </a:lnTo>
                      <a:lnTo>
                        <a:pt x="192" y="173"/>
                      </a:lnTo>
                      <a:lnTo>
                        <a:pt x="135" y="72"/>
                      </a:lnTo>
                      <a:lnTo>
                        <a:pt x="105" y="40"/>
                      </a:lnTo>
                      <a:lnTo>
                        <a:pt x="82" y="20"/>
                      </a:lnTo>
                      <a:lnTo>
                        <a:pt x="65" y="11"/>
                      </a:lnTo>
                      <a:lnTo>
                        <a:pt x="43" y="3"/>
                      </a:lnTo>
                      <a:lnTo>
                        <a:pt x="22" y="0"/>
                      </a:lnTo>
                      <a:lnTo>
                        <a:pt x="8" y="1"/>
                      </a:lnTo>
                      <a:lnTo>
                        <a:pt x="0" y="14"/>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66" name="Freeform 18"/>
                <p:cNvSpPr/>
                <p:nvPr/>
              </p:nvSpPr>
              <p:spPr bwMode="ltGray">
                <a:xfrm>
                  <a:off x="1930" y="3849"/>
                  <a:ext cx="340" cy="236"/>
                </a:xfrm>
                <a:custGeom>
                  <a:avLst/>
                  <a:gdLst/>
                  <a:ahLst/>
                  <a:cxnLst>
                    <a:cxn ang="0">
                      <a:pos x="0" y="235"/>
                    </a:cxn>
                    <a:cxn ang="0">
                      <a:pos x="50" y="183"/>
                    </a:cxn>
                    <a:cxn ang="0">
                      <a:pos x="92" y="124"/>
                    </a:cxn>
                    <a:cxn ang="0">
                      <a:pos x="114" y="98"/>
                    </a:cxn>
                    <a:cxn ang="0">
                      <a:pos x="145" y="70"/>
                    </a:cxn>
                    <a:cxn ang="0">
                      <a:pos x="186" y="39"/>
                    </a:cxn>
                    <a:cxn ang="0">
                      <a:pos x="217" y="19"/>
                    </a:cxn>
                    <a:cxn ang="0">
                      <a:pos x="240" y="9"/>
                    </a:cxn>
                    <a:cxn ang="0">
                      <a:pos x="271" y="2"/>
                    </a:cxn>
                    <a:cxn ang="0">
                      <a:pos x="306" y="0"/>
                    </a:cxn>
                    <a:cxn ang="0">
                      <a:pos x="321" y="6"/>
                    </a:cxn>
                    <a:cxn ang="0">
                      <a:pos x="339" y="22"/>
                    </a:cxn>
                  </a:cxnLst>
                  <a:rect l="0" t="0" r="r" b="b"/>
                  <a:pathLst>
                    <a:path w="340" h="236">
                      <a:moveTo>
                        <a:pt x="0" y="235"/>
                      </a:moveTo>
                      <a:lnTo>
                        <a:pt x="50" y="183"/>
                      </a:lnTo>
                      <a:lnTo>
                        <a:pt x="92" y="124"/>
                      </a:lnTo>
                      <a:lnTo>
                        <a:pt x="114" y="98"/>
                      </a:lnTo>
                      <a:lnTo>
                        <a:pt x="145" y="70"/>
                      </a:lnTo>
                      <a:lnTo>
                        <a:pt x="186" y="39"/>
                      </a:lnTo>
                      <a:lnTo>
                        <a:pt x="217" y="19"/>
                      </a:lnTo>
                      <a:lnTo>
                        <a:pt x="240" y="9"/>
                      </a:lnTo>
                      <a:lnTo>
                        <a:pt x="271" y="2"/>
                      </a:lnTo>
                      <a:lnTo>
                        <a:pt x="306" y="0"/>
                      </a:lnTo>
                      <a:lnTo>
                        <a:pt x="321" y="6"/>
                      </a:lnTo>
                      <a:lnTo>
                        <a:pt x="339" y="2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067" name="Freeform 19"/>
                <p:cNvSpPr/>
                <p:nvPr/>
              </p:nvSpPr>
              <p:spPr bwMode="ltGray">
                <a:xfrm>
                  <a:off x="1919" y="3570"/>
                  <a:ext cx="233" cy="583"/>
                </a:xfrm>
                <a:custGeom>
                  <a:avLst/>
                  <a:gdLst/>
                  <a:ahLst/>
                  <a:cxnLst>
                    <a:cxn ang="0">
                      <a:pos x="1" y="582"/>
                    </a:cxn>
                    <a:cxn ang="0">
                      <a:pos x="0" y="527"/>
                    </a:cxn>
                    <a:cxn ang="0">
                      <a:pos x="0" y="486"/>
                    </a:cxn>
                    <a:cxn ang="0">
                      <a:pos x="5" y="458"/>
                    </a:cxn>
                    <a:cxn ang="0">
                      <a:pos x="8" y="422"/>
                    </a:cxn>
                    <a:cxn ang="0">
                      <a:pos x="8" y="386"/>
                    </a:cxn>
                    <a:cxn ang="0">
                      <a:pos x="9" y="357"/>
                    </a:cxn>
                    <a:cxn ang="0">
                      <a:pos x="16" y="328"/>
                    </a:cxn>
                    <a:cxn ang="0">
                      <a:pos x="22" y="280"/>
                    </a:cxn>
                    <a:cxn ang="0">
                      <a:pos x="34" y="227"/>
                    </a:cxn>
                    <a:cxn ang="0">
                      <a:pos x="49" y="172"/>
                    </a:cxn>
                    <a:cxn ang="0">
                      <a:pos x="60" y="116"/>
                    </a:cxn>
                    <a:cxn ang="0">
                      <a:pos x="70" y="81"/>
                    </a:cxn>
                    <a:cxn ang="0">
                      <a:pos x="78" y="69"/>
                    </a:cxn>
                    <a:cxn ang="0">
                      <a:pos x="100" y="45"/>
                    </a:cxn>
                    <a:cxn ang="0">
                      <a:pos x="120" y="28"/>
                    </a:cxn>
                    <a:cxn ang="0">
                      <a:pos x="142" y="14"/>
                    </a:cxn>
                    <a:cxn ang="0">
                      <a:pos x="165" y="3"/>
                    </a:cxn>
                    <a:cxn ang="0">
                      <a:pos x="182" y="0"/>
                    </a:cxn>
                    <a:cxn ang="0">
                      <a:pos x="204" y="0"/>
                    </a:cxn>
                    <a:cxn ang="0">
                      <a:pos x="224" y="4"/>
                    </a:cxn>
                    <a:cxn ang="0">
                      <a:pos x="232" y="9"/>
                    </a:cxn>
                  </a:cxnLst>
                  <a:rect l="0" t="0" r="r" b="b"/>
                  <a:pathLst>
                    <a:path w="233" h="583">
                      <a:moveTo>
                        <a:pt x="1" y="582"/>
                      </a:moveTo>
                      <a:lnTo>
                        <a:pt x="0" y="527"/>
                      </a:lnTo>
                      <a:lnTo>
                        <a:pt x="0" y="486"/>
                      </a:lnTo>
                      <a:lnTo>
                        <a:pt x="5" y="458"/>
                      </a:lnTo>
                      <a:lnTo>
                        <a:pt x="8" y="422"/>
                      </a:lnTo>
                      <a:lnTo>
                        <a:pt x="8" y="386"/>
                      </a:lnTo>
                      <a:lnTo>
                        <a:pt x="9" y="357"/>
                      </a:lnTo>
                      <a:lnTo>
                        <a:pt x="16" y="328"/>
                      </a:lnTo>
                      <a:lnTo>
                        <a:pt x="22" y="280"/>
                      </a:lnTo>
                      <a:lnTo>
                        <a:pt x="34" y="227"/>
                      </a:lnTo>
                      <a:lnTo>
                        <a:pt x="49" y="172"/>
                      </a:lnTo>
                      <a:lnTo>
                        <a:pt x="60" y="116"/>
                      </a:lnTo>
                      <a:lnTo>
                        <a:pt x="70" y="81"/>
                      </a:lnTo>
                      <a:lnTo>
                        <a:pt x="78" y="69"/>
                      </a:lnTo>
                      <a:lnTo>
                        <a:pt x="100" y="45"/>
                      </a:lnTo>
                      <a:lnTo>
                        <a:pt x="120" y="28"/>
                      </a:lnTo>
                      <a:lnTo>
                        <a:pt x="142" y="14"/>
                      </a:lnTo>
                      <a:lnTo>
                        <a:pt x="165" y="3"/>
                      </a:lnTo>
                      <a:lnTo>
                        <a:pt x="182" y="0"/>
                      </a:lnTo>
                      <a:lnTo>
                        <a:pt x="204" y="0"/>
                      </a:lnTo>
                      <a:lnTo>
                        <a:pt x="224" y="4"/>
                      </a:lnTo>
                      <a:lnTo>
                        <a:pt x="232" y="9"/>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068" name="Freeform 20"/>
                <p:cNvSpPr/>
                <p:nvPr/>
              </p:nvSpPr>
              <p:spPr bwMode="ltGray">
                <a:xfrm>
                  <a:off x="1041" y="3712"/>
                  <a:ext cx="408" cy="530"/>
                </a:xfrm>
                <a:custGeom>
                  <a:avLst/>
                  <a:gdLst/>
                  <a:ahLst/>
                  <a:cxnLst>
                    <a:cxn ang="0">
                      <a:pos x="407" y="529"/>
                    </a:cxn>
                    <a:cxn ang="0">
                      <a:pos x="395" y="486"/>
                    </a:cxn>
                    <a:cxn ang="0">
                      <a:pos x="267" y="199"/>
                    </a:cxn>
                    <a:cxn ang="0">
                      <a:pos x="210" y="111"/>
                    </a:cxn>
                    <a:cxn ang="0">
                      <a:pos x="194" y="81"/>
                    </a:cxn>
                    <a:cxn ang="0">
                      <a:pos x="171" y="48"/>
                    </a:cxn>
                    <a:cxn ang="0">
                      <a:pos x="147" y="23"/>
                    </a:cxn>
                    <a:cxn ang="0">
                      <a:pos x="123" y="9"/>
                    </a:cxn>
                    <a:cxn ang="0">
                      <a:pos x="93" y="0"/>
                    </a:cxn>
                    <a:cxn ang="0">
                      <a:pos x="63" y="0"/>
                    </a:cxn>
                    <a:cxn ang="0">
                      <a:pos x="42" y="9"/>
                    </a:cxn>
                    <a:cxn ang="0">
                      <a:pos x="0" y="59"/>
                    </a:cxn>
                  </a:cxnLst>
                  <a:rect l="0" t="0" r="r" b="b"/>
                  <a:pathLst>
                    <a:path w="408" h="530">
                      <a:moveTo>
                        <a:pt x="407" y="529"/>
                      </a:moveTo>
                      <a:lnTo>
                        <a:pt x="395" y="486"/>
                      </a:lnTo>
                      <a:lnTo>
                        <a:pt x="267" y="199"/>
                      </a:lnTo>
                      <a:lnTo>
                        <a:pt x="210" y="111"/>
                      </a:lnTo>
                      <a:lnTo>
                        <a:pt x="194" y="81"/>
                      </a:lnTo>
                      <a:lnTo>
                        <a:pt x="171" y="48"/>
                      </a:lnTo>
                      <a:lnTo>
                        <a:pt x="147" y="23"/>
                      </a:lnTo>
                      <a:lnTo>
                        <a:pt x="123" y="9"/>
                      </a:lnTo>
                      <a:lnTo>
                        <a:pt x="93" y="0"/>
                      </a:lnTo>
                      <a:lnTo>
                        <a:pt x="63" y="0"/>
                      </a:lnTo>
                      <a:lnTo>
                        <a:pt x="42" y="9"/>
                      </a:lnTo>
                      <a:lnTo>
                        <a:pt x="0" y="59"/>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69" name="Freeform 21"/>
                <p:cNvSpPr/>
                <p:nvPr/>
              </p:nvSpPr>
              <p:spPr bwMode="ltGray">
                <a:xfrm>
                  <a:off x="1540" y="3336"/>
                  <a:ext cx="369" cy="811"/>
                </a:xfrm>
                <a:custGeom>
                  <a:avLst/>
                  <a:gdLst/>
                  <a:ahLst/>
                  <a:cxnLst>
                    <a:cxn ang="0">
                      <a:pos x="0" y="810"/>
                    </a:cxn>
                    <a:cxn ang="0">
                      <a:pos x="131" y="509"/>
                    </a:cxn>
                    <a:cxn ang="0">
                      <a:pos x="146" y="461"/>
                    </a:cxn>
                    <a:cxn ang="0">
                      <a:pos x="178" y="383"/>
                    </a:cxn>
                    <a:cxn ang="0">
                      <a:pos x="209" y="302"/>
                    </a:cxn>
                    <a:cxn ang="0">
                      <a:pos x="225" y="258"/>
                    </a:cxn>
                    <a:cxn ang="0">
                      <a:pos x="233" y="211"/>
                    </a:cxn>
                    <a:cxn ang="0">
                      <a:pos x="246" y="166"/>
                    </a:cxn>
                    <a:cxn ang="0">
                      <a:pos x="265" y="116"/>
                    </a:cxn>
                    <a:cxn ang="0">
                      <a:pos x="286" y="69"/>
                    </a:cxn>
                    <a:cxn ang="0">
                      <a:pos x="314" y="27"/>
                    </a:cxn>
                    <a:cxn ang="0">
                      <a:pos x="335" y="2"/>
                    </a:cxn>
                    <a:cxn ang="0">
                      <a:pos x="348" y="0"/>
                    </a:cxn>
                    <a:cxn ang="0">
                      <a:pos x="361" y="13"/>
                    </a:cxn>
                    <a:cxn ang="0">
                      <a:pos x="368" y="58"/>
                    </a:cxn>
                  </a:cxnLst>
                  <a:rect l="0" t="0" r="r" b="b"/>
                  <a:pathLst>
                    <a:path w="369" h="811">
                      <a:moveTo>
                        <a:pt x="0" y="810"/>
                      </a:moveTo>
                      <a:lnTo>
                        <a:pt x="131" y="509"/>
                      </a:lnTo>
                      <a:lnTo>
                        <a:pt x="146" y="461"/>
                      </a:lnTo>
                      <a:lnTo>
                        <a:pt x="178" y="383"/>
                      </a:lnTo>
                      <a:lnTo>
                        <a:pt x="209" y="302"/>
                      </a:lnTo>
                      <a:lnTo>
                        <a:pt x="225" y="258"/>
                      </a:lnTo>
                      <a:lnTo>
                        <a:pt x="233" y="211"/>
                      </a:lnTo>
                      <a:lnTo>
                        <a:pt x="246" y="166"/>
                      </a:lnTo>
                      <a:lnTo>
                        <a:pt x="265" y="116"/>
                      </a:lnTo>
                      <a:lnTo>
                        <a:pt x="286" y="69"/>
                      </a:lnTo>
                      <a:lnTo>
                        <a:pt x="314" y="27"/>
                      </a:lnTo>
                      <a:lnTo>
                        <a:pt x="335" y="2"/>
                      </a:lnTo>
                      <a:lnTo>
                        <a:pt x="348" y="0"/>
                      </a:lnTo>
                      <a:lnTo>
                        <a:pt x="361" y="13"/>
                      </a:lnTo>
                      <a:lnTo>
                        <a:pt x="368" y="58"/>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070" name="Freeform 22"/>
                <p:cNvSpPr/>
                <p:nvPr/>
              </p:nvSpPr>
              <p:spPr bwMode="ltGray">
                <a:xfrm>
                  <a:off x="1605" y="3698"/>
                  <a:ext cx="295" cy="300"/>
                </a:xfrm>
                <a:custGeom>
                  <a:avLst/>
                  <a:gdLst/>
                  <a:ahLst/>
                  <a:cxnLst>
                    <a:cxn ang="0">
                      <a:pos x="0" y="299"/>
                    </a:cxn>
                    <a:cxn ang="0">
                      <a:pos x="56" y="234"/>
                    </a:cxn>
                    <a:cxn ang="0">
                      <a:pos x="90" y="159"/>
                    </a:cxn>
                    <a:cxn ang="0">
                      <a:pos x="109" y="126"/>
                    </a:cxn>
                    <a:cxn ang="0">
                      <a:pos x="134" y="87"/>
                    </a:cxn>
                    <a:cxn ang="0">
                      <a:pos x="168" y="48"/>
                    </a:cxn>
                    <a:cxn ang="0">
                      <a:pos x="193" y="23"/>
                    </a:cxn>
                    <a:cxn ang="0">
                      <a:pos x="212" y="11"/>
                    </a:cxn>
                    <a:cxn ang="0">
                      <a:pos x="239" y="2"/>
                    </a:cxn>
                    <a:cxn ang="0">
                      <a:pos x="267" y="0"/>
                    </a:cxn>
                    <a:cxn ang="0">
                      <a:pos x="281" y="6"/>
                    </a:cxn>
                    <a:cxn ang="0">
                      <a:pos x="294" y="25"/>
                    </a:cxn>
                  </a:cxnLst>
                  <a:rect l="0" t="0" r="r" b="b"/>
                  <a:pathLst>
                    <a:path w="295" h="300">
                      <a:moveTo>
                        <a:pt x="0" y="299"/>
                      </a:moveTo>
                      <a:lnTo>
                        <a:pt x="56" y="234"/>
                      </a:lnTo>
                      <a:lnTo>
                        <a:pt x="90" y="159"/>
                      </a:lnTo>
                      <a:lnTo>
                        <a:pt x="109" y="126"/>
                      </a:lnTo>
                      <a:lnTo>
                        <a:pt x="134" y="87"/>
                      </a:lnTo>
                      <a:lnTo>
                        <a:pt x="168" y="48"/>
                      </a:lnTo>
                      <a:lnTo>
                        <a:pt x="193" y="23"/>
                      </a:lnTo>
                      <a:lnTo>
                        <a:pt x="212" y="11"/>
                      </a:lnTo>
                      <a:lnTo>
                        <a:pt x="239" y="2"/>
                      </a:lnTo>
                      <a:lnTo>
                        <a:pt x="267" y="0"/>
                      </a:lnTo>
                      <a:lnTo>
                        <a:pt x="281" y="6"/>
                      </a:lnTo>
                      <a:lnTo>
                        <a:pt x="294" y="25"/>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71" name="Freeform 23"/>
                <p:cNvSpPr/>
                <p:nvPr/>
              </p:nvSpPr>
              <p:spPr bwMode="ltGray">
                <a:xfrm>
                  <a:off x="1480" y="3807"/>
                  <a:ext cx="142" cy="145"/>
                </a:xfrm>
                <a:custGeom>
                  <a:avLst/>
                  <a:gdLst/>
                  <a:ahLst/>
                  <a:cxnLst>
                    <a:cxn ang="0">
                      <a:pos x="0" y="0"/>
                    </a:cxn>
                    <a:cxn ang="0">
                      <a:pos x="24" y="9"/>
                    </a:cxn>
                    <a:cxn ang="0">
                      <a:pos x="52" y="19"/>
                    </a:cxn>
                    <a:cxn ang="0">
                      <a:pos x="79" y="39"/>
                    </a:cxn>
                    <a:cxn ang="0">
                      <a:pos x="102" y="56"/>
                    </a:cxn>
                    <a:cxn ang="0">
                      <a:pos x="121" y="75"/>
                    </a:cxn>
                    <a:cxn ang="0">
                      <a:pos x="131" y="89"/>
                    </a:cxn>
                    <a:cxn ang="0">
                      <a:pos x="137" y="104"/>
                    </a:cxn>
                    <a:cxn ang="0">
                      <a:pos x="141" y="124"/>
                    </a:cxn>
                    <a:cxn ang="0">
                      <a:pos x="141" y="144"/>
                    </a:cxn>
                  </a:cxnLst>
                  <a:rect l="0" t="0" r="r" b="b"/>
                  <a:pathLst>
                    <a:path w="142" h="145">
                      <a:moveTo>
                        <a:pt x="0" y="0"/>
                      </a:moveTo>
                      <a:lnTo>
                        <a:pt x="24" y="9"/>
                      </a:lnTo>
                      <a:lnTo>
                        <a:pt x="52" y="19"/>
                      </a:lnTo>
                      <a:lnTo>
                        <a:pt x="79" y="39"/>
                      </a:lnTo>
                      <a:lnTo>
                        <a:pt x="102" y="56"/>
                      </a:lnTo>
                      <a:lnTo>
                        <a:pt x="121" y="75"/>
                      </a:lnTo>
                      <a:lnTo>
                        <a:pt x="131" y="89"/>
                      </a:lnTo>
                      <a:lnTo>
                        <a:pt x="137" y="104"/>
                      </a:lnTo>
                      <a:lnTo>
                        <a:pt x="141" y="124"/>
                      </a:lnTo>
                      <a:lnTo>
                        <a:pt x="141" y="144"/>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72" name="Freeform 24"/>
                <p:cNvSpPr/>
                <p:nvPr/>
              </p:nvSpPr>
              <p:spPr bwMode="ltGray">
                <a:xfrm>
                  <a:off x="654" y="2533"/>
                  <a:ext cx="353" cy="1638"/>
                </a:xfrm>
                <a:custGeom>
                  <a:avLst/>
                  <a:gdLst/>
                  <a:ahLst/>
                  <a:cxnLst>
                    <a:cxn ang="0">
                      <a:pos x="0" y="1637"/>
                    </a:cxn>
                    <a:cxn ang="0">
                      <a:pos x="126" y="1030"/>
                    </a:cxn>
                    <a:cxn ang="0">
                      <a:pos x="139" y="931"/>
                    </a:cxn>
                    <a:cxn ang="0">
                      <a:pos x="170" y="775"/>
                    </a:cxn>
                    <a:cxn ang="0">
                      <a:pos x="200" y="611"/>
                    </a:cxn>
                    <a:cxn ang="0">
                      <a:pos x="215" y="520"/>
                    </a:cxn>
                    <a:cxn ang="0">
                      <a:pos x="223" y="426"/>
                    </a:cxn>
                    <a:cxn ang="0">
                      <a:pos x="236" y="337"/>
                    </a:cxn>
                    <a:cxn ang="0">
                      <a:pos x="254" y="233"/>
                    </a:cxn>
                    <a:cxn ang="0">
                      <a:pos x="274" y="138"/>
                    </a:cxn>
                    <a:cxn ang="0">
                      <a:pos x="300" y="55"/>
                    </a:cxn>
                    <a:cxn ang="0">
                      <a:pos x="321" y="3"/>
                    </a:cxn>
                    <a:cxn ang="0">
                      <a:pos x="333" y="0"/>
                    </a:cxn>
                    <a:cxn ang="0">
                      <a:pos x="345" y="25"/>
                    </a:cxn>
                    <a:cxn ang="0">
                      <a:pos x="352" y="117"/>
                    </a:cxn>
                  </a:cxnLst>
                  <a:rect l="0" t="0" r="r" b="b"/>
                  <a:pathLst>
                    <a:path w="353" h="1638">
                      <a:moveTo>
                        <a:pt x="0" y="1637"/>
                      </a:moveTo>
                      <a:lnTo>
                        <a:pt x="126" y="1030"/>
                      </a:lnTo>
                      <a:lnTo>
                        <a:pt x="139" y="931"/>
                      </a:lnTo>
                      <a:lnTo>
                        <a:pt x="170" y="775"/>
                      </a:lnTo>
                      <a:lnTo>
                        <a:pt x="200" y="611"/>
                      </a:lnTo>
                      <a:lnTo>
                        <a:pt x="215" y="520"/>
                      </a:lnTo>
                      <a:lnTo>
                        <a:pt x="223" y="426"/>
                      </a:lnTo>
                      <a:lnTo>
                        <a:pt x="236" y="337"/>
                      </a:lnTo>
                      <a:lnTo>
                        <a:pt x="254" y="233"/>
                      </a:lnTo>
                      <a:lnTo>
                        <a:pt x="274" y="138"/>
                      </a:lnTo>
                      <a:lnTo>
                        <a:pt x="300" y="55"/>
                      </a:lnTo>
                      <a:lnTo>
                        <a:pt x="321" y="3"/>
                      </a:lnTo>
                      <a:lnTo>
                        <a:pt x="333" y="0"/>
                      </a:lnTo>
                      <a:lnTo>
                        <a:pt x="345" y="25"/>
                      </a:lnTo>
                      <a:lnTo>
                        <a:pt x="352" y="11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073" name="Freeform 25"/>
                <p:cNvSpPr/>
                <p:nvPr/>
              </p:nvSpPr>
              <p:spPr bwMode="ltGray">
                <a:xfrm>
                  <a:off x="718" y="3264"/>
                  <a:ext cx="278" cy="610"/>
                </a:xfrm>
                <a:custGeom>
                  <a:avLst/>
                  <a:gdLst/>
                  <a:ahLst/>
                  <a:cxnLst>
                    <a:cxn ang="0">
                      <a:pos x="0" y="609"/>
                    </a:cxn>
                    <a:cxn ang="0">
                      <a:pos x="52" y="477"/>
                    </a:cxn>
                    <a:cxn ang="0">
                      <a:pos x="85" y="324"/>
                    </a:cxn>
                    <a:cxn ang="0">
                      <a:pos x="102" y="256"/>
                    </a:cxn>
                    <a:cxn ang="0">
                      <a:pos x="126" y="178"/>
                    </a:cxn>
                    <a:cxn ang="0">
                      <a:pos x="158" y="97"/>
                    </a:cxn>
                    <a:cxn ang="0">
                      <a:pos x="182" y="48"/>
                    </a:cxn>
                    <a:cxn ang="0">
                      <a:pos x="200" y="22"/>
                    </a:cxn>
                    <a:cxn ang="0">
                      <a:pos x="224" y="3"/>
                    </a:cxn>
                    <a:cxn ang="0">
                      <a:pos x="253" y="0"/>
                    </a:cxn>
                    <a:cxn ang="0">
                      <a:pos x="264" y="13"/>
                    </a:cxn>
                    <a:cxn ang="0">
                      <a:pos x="277" y="53"/>
                    </a:cxn>
                  </a:cxnLst>
                  <a:rect l="0" t="0" r="r" b="b"/>
                  <a:pathLst>
                    <a:path w="278" h="610">
                      <a:moveTo>
                        <a:pt x="0" y="609"/>
                      </a:moveTo>
                      <a:lnTo>
                        <a:pt x="52" y="477"/>
                      </a:lnTo>
                      <a:lnTo>
                        <a:pt x="85" y="324"/>
                      </a:lnTo>
                      <a:lnTo>
                        <a:pt x="102" y="256"/>
                      </a:lnTo>
                      <a:lnTo>
                        <a:pt x="126" y="178"/>
                      </a:lnTo>
                      <a:lnTo>
                        <a:pt x="158" y="97"/>
                      </a:lnTo>
                      <a:lnTo>
                        <a:pt x="182" y="48"/>
                      </a:lnTo>
                      <a:lnTo>
                        <a:pt x="200" y="22"/>
                      </a:lnTo>
                      <a:lnTo>
                        <a:pt x="224" y="3"/>
                      </a:lnTo>
                      <a:lnTo>
                        <a:pt x="253" y="0"/>
                      </a:lnTo>
                      <a:lnTo>
                        <a:pt x="264" y="13"/>
                      </a:lnTo>
                      <a:lnTo>
                        <a:pt x="277" y="53"/>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74" name="Freeform 26"/>
                <p:cNvSpPr/>
                <p:nvPr/>
              </p:nvSpPr>
              <p:spPr bwMode="ltGray">
                <a:xfrm>
                  <a:off x="599" y="3485"/>
                  <a:ext cx="137" cy="292"/>
                </a:xfrm>
                <a:custGeom>
                  <a:avLst/>
                  <a:gdLst/>
                  <a:ahLst/>
                  <a:cxnLst>
                    <a:cxn ang="0">
                      <a:pos x="0" y="0"/>
                    </a:cxn>
                    <a:cxn ang="0">
                      <a:pos x="22" y="18"/>
                    </a:cxn>
                    <a:cxn ang="0">
                      <a:pos x="50" y="40"/>
                    </a:cxn>
                    <a:cxn ang="0">
                      <a:pos x="75" y="80"/>
                    </a:cxn>
                    <a:cxn ang="0">
                      <a:pos x="98" y="115"/>
                    </a:cxn>
                    <a:cxn ang="0">
                      <a:pos x="117" y="151"/>
                    </a:cxn>
                    <a:cxn ang="0">
                      <a:pos x="126" y="182"/>
                    </a:cxn>
                    <a:cxn ang="0">
                      <a:pos x="132" y="210"/>
                    </a:cxn>
                    <a:cxn ang="0">
                      <a:pos x="136" y="250"/>
                    </a:cxn>
                    <a:cxn ang="0">
                      <a:pos x="136" y="291"/>
                    </a:cxn>
                  </a:cxnLst>
                  <a:rect l="0" t="0" r="r" b="b"/>
                  <a:pathLst>
                    <a:path w="137" h="292">
                      <a:moveTo>
                        <a:pt x="0" y="0"/>
                      </a:moveTo>
                      <a:lnTo>
                        <a:pt x="22" y="18"/>
                      </a:lnTo>
                      <a:lnTo>
                        <a:pt x="50" y="40"/>
                      </a:lnTo>
                      <a:lnTo>
                        <a:pt x="75" y="80"/>
                      </a:lnTo>
                      <a:lnTo>
                        <a:pt x="98" y="115"/>
                      </a:lnTo>
                      <a:lnTo>
                        <a:pt x="117" y="151"/>
                      </a:lnTo>
                      <a:lnTo>
                        <a:pt x="126" y="182"/>
                      </a:lnTo>
                      <a:lnTo>
                        <a:pt x="132" y="210"/>
                      </a:lnTo>
                      <a:lnTo>
                        <a:pt x="136" y="250"/>
                      </a:lnTo>
                      <a:lnTo>
                        <a:pt x="136" y="291"/>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075" name="Freeform 27"/>
                <p:cNvSpPr/>
                <p:nvPr/>
              </p:nvSpPr>
              <p:spPr bwMode="ltGray">
                <a:xfrm>
                  <a:off x="1365" y="2870"/>
                  <a:ext cx="192" cy="1365"/>
                </a:xfrm>
                <a:custGeom>
                  <a:avLst/>
                  <a:gdLst/>
                  <a:ahLst/>
                  <a:cxnLst>
                    <a:cxn ang="0">
                      <a:pos x="189" y="1364"/>
                    </a:cxn>
                    <a:cxn ang="0">
                      <a:pos x="191" y="1167"/>
                    </a:cxn>
                    <a:cxn ang="0">
                      <a:pos x="191" y="1076"/>
                    </a:cxn>
                    <a:cxn ang="0">
                      <a:pos x="186" y="1012"/>
                    </a:cxn>
                    <a:cxn ang="0">
                      <a:pos x="184" y="935"/>
                    </a:cxn>
                    <a:cxn ang="0">
                      <a:pos x="185" y="854"/>
                    </a:cxn>
                    <a:cxn ang="0">
                      <a:pos x="183" y="787"/>
                    </a:cxn>
                    <a:cxn ang="0">
                      <a:pos x="178" y="727"/>
                    </a:cxn>
                    <a:cxn ang="0">
                      <a:pos x="171" y="619"/>
                    </a:cxn>
                    <a:cxn ang="0">
                      <a:pos x="162" y="502"/>
                    </a:cxn>
                    <a:cxn ang="0">
                      <a:pos x="151" y="384"/>
                    </a:cxn>
                    <a:cxn ang="0">
                      <a:pos x="140" y="256"/>
                    </a:cxn>
                    <a:cxn ang="0">
                      <a:pos x="133" y="180"/>
                    </a:cxn>
                    <a:cxn ang="0">
                      <a:pos x="126" y="151"/>
                    </a:cxn>
                    <a:cxn ang="0">
                      <a:pos x="108" y="100"/>
                    </a:cxn>
                    <a:cxn ang="0">
                      <a:pos x="92" y="63"/>
                    </a:cxn>
                    <a:cxn ang="0">
                      <a:pos x="73" y="32"/>
                    </a:cxn>
                    <a:cxn ang="0">
                      <a:pos x="54" y="7"/>
                    </a:cxn>
                    <a:cxn ang="0">
                      <a:pos x="40" y="1"/>
                    </a:cxn>
                    <a:cxn ang="0">
                      <a:pos x="22" y="0"/>
                    </a:cxn>
                    <a:cxn ang="0">
                      <a:pos x="7" y="8"/>
                    </a:cxn>
                    <a:cxn ang="0">
                      <a:pos x="0" y="22"/>
                    </a:cxn>
                  </a:cxnLst>
                  <a:rect l="0" t="0" r="r" b="b"/>
                  <a:pathLst>
                    <a:path w="192" h="1365">
                      <a:moveTo>
                        <a:pt x="189" y="1364"/>
                      </a:moveTo>
                      <a:lnTo>
                        <a:pt x="191" y="1167"/>
                      </a:lnTo>
                      <a:lnTo>
                        <a:pt x="191" y="1076"/>
                      </a:lnTo>
                      <a:lnTo>
                        <a:pt x="186" y="1012"/>
                      </a:lnTo>
                      <a:lnTo>
                        <a:pt x="184" y="935"/>
                      </a:lnTo>
                      <a:lnTo>
                        <a:pt x="185" y="854"/>
                      </a:lnTo>
                      <a:lnTo>
                        <a:pt x="183" y="787"/>
                      </a:lnTo>
                      <a:lnTo>
                        <a:pt x="178" y="727"/>
                      </a:lnTo>
                      <a:lnTo>
                        <a:pt x="171" y="619"/>
                      </a:lnTo>
                      <a:lnTo>
                        <a:pt x="162" y="502"/>
                      </a:lnTo>
                      <a:lnTo>
                        <a:pt x="151" y="384"/>
                      </a:lnTo>
                      <a:lnTo>
                        <a:pt x="140" y="256"/>
                      </a:lnTo>
                      <a:lnTo>
                        <a:pt x="133" y="180"/>
                      </a:lnTo>
                      <a:lnTo>
                        <a:pt x="126" y="151"/>
                      </a:lnTo>
                      <a:lnTo>
                        <a:pt x="108" y="100"/>
                      </a:lnTo>
                      <a:lnTo>
                        <a:pt x="92" y="63"/>
                      </a:lnTo>
                      <a:lnTo>
                        <a:pt x="73" y="32"/>
                      </a:lnTo>
                      <a:lnTo>
                        <a:pt x="54" y="7"/>
                      </a:lnTo>
                      <a:lnTo>
                        <a:pt x="40" y="1"/>
                      </a:lnTo>
                      <a:lnTo>
                        <a:pt x="22" y="0"/>
                      </a:lnTo>
                      <a:lnTo>
                        <a:pt x="7" y="8"/>
                      </a:lnTo>
                      <a:lnTo>
                        <a:pt x="0" y="2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sp>
            <p:nvSpPr>
              <p:cNvPr id="2077" name="Freeform 29"/>
              <p:cNvSpPr/>
              <p:nvPr/>
            </p:nvSpPr>
            <p:spPr bwMode="ltGray">
              <a:xfrm>
                <a:off x="441" y="3576"/>
                <a:ext cx="43" cy="377"/>
              </a:xfrm>
              <a:custGeom>
                <a:avLst/>
                <a:gdLst/>
                <a:ahLst/>
                <a:cxnLst>
                  <a:cxn ang="0">
                    <a:pos x="40" y="59"/>
                  </a:cxn>
                  <a:cxn ang="0">
                    <a:pos x="31" y="0"/>
                  </a:cxn>
                  <a:cxn ang="0">
                    <a:pos x="26" y="1"/>
                  </a:cxn>
                  <a:cxn ang="0">
                    <a:pos x="21" y="3"/>
                  </a:cxn>
                  <a:cxn ang="0">
                    <a:pos x="18" y="19"/>
                  </a:cxn>
                  <a:cxn ang="0">
                    <a:pos x="7" y="69"/>
                  </a:cxn>
                  <a:cxn ang="0">
                    <a:pos x="5" y="89"/>
                  </a:cxn>
                  <a:cxn ang="0">
                    <a:pos x="3" y="112"/>
                  </a:cxn>
                  <a:cxn ang="0">
                    <a:pos x="1" y="176"/>
                  </a:cxn>
                  <a:cxn ang="0">
                    <a:pos x="0" y="196"/>
                  </a:cxn>
                  <a:cxn ang="0">
                    <a:pos x="1" y="220"/>
                  </a:cxn>
                  <a:cxn ang="0">
                    <a:pos x="2" y="246"/>
                  </a:cxn>
                  <a:cxn ang="0">
                    <a:pos x="5" y="286"/>
                  </a:cxn>
                  <a:cxn ang="0">
                    <a:pos x="9" y="313"/>
                  </a:cxn>
                  <a:cxn ang="0">
                    <a:pos x="14" y="341"/>
                  </a:cxn>
                  <a:cxn ang="0">
                    <a:pos x="23" y="376"/>
                  </a:cxn>
                  <a:cxn ang="0">
                    <a:pos x="19" y="332"/>
                  </a:cxn>
                  <a:cxn ang="0">
                    <a:pos x="14" y="292"/>
                  </a:cxn>
                  <a:cxn ang="0">
                    <a:pos x="12" y="256"/>
                  </a:cxn>
                  <a:cxn ang="0">
                    <a:pos x="13" y="220"/>
                  </a:cxn>
                  <a:cxn ang="0">
                    <a:pos x="14" y="196"/>
                  </a:cxn>
                  <a:cxn ang="0">
                    <a:pos x="12" y="165"/>
                  </a:cxn>
                  <a:cxn ang="0">
                    <a:pos x="11" y="140"/>
                  </a:cxn>
                  <a:cxn ang="0">
                    <a:pos x="15" y="89"/>
                  </a:cxn>
                  <a:cxn ang="0">
                    <a:pos x="15" y="64"/>
                  </a:cxn>
                  <a:cxn ang="0">
                    <a:pos x="19" y="43"/>
                  </a:cxn>
                  <a:cxn ang="0">
                    <a:pos x="26" y="14"/>
                  </a:cxn>
                  <a:cxn ang="0">
                    <a:pos x="29" y="36"/>
                  </a:cxn>
                  <a:cxn ang="0">
                    <a:pos x="42" y="71"/>
                  </a:cxn>
                  <a:cxn ang="0">
                    <a:pos x="40" y="59"/>
                  </a:cxn>
                </a:cxnLst>
                <a:rect l="0" t="0" r="r" b="b"/>
                <a:pathLst>
                  <a:path w="43" h="377">
                    <a:moveTo>
                      <a:pt x="40" y="59"/>
                    </a:moveTo>
                    <a:lnTo>
                      <a:pt x="31" y="0"/>
                    </a:lnTo>
                    <a:lnTo>
                      <a:pt x="26" y="1"/>
                    </a:lnTo>
                    <a:lnTo>
                      <a:pt x="21" y="3"/>
                    </a:lnTo>
                    <a:lnTo>
                      <a:pt x="18" y="19"/>
                    </a:lnTo>
                    <a:lnTo>
                      <a:pt x="7" y="69"/>
                    </a:lnTo>
                    <a:lnTo>
                      <a:pt x="5" y="89"/>
                    </a:lnTo>
                    <a:lnTo>
                      <a:pt x="3" y="112"/>
                    </a:lnTo>
                    <a:lnTo>
                      <a:pt x="1" y="176"/>
                    </a:lnTo>
                    <a:lnTo>
                      <a:pt x="0" y="196"/>
                    </a:lnTo>
                    <a:lnTo>
                      <a:pt x="1" y="220"/>
                    </a:lnTo>
                    <a:lnTo>
                      <a:pt x="2" y="246"/>
                    </a:lnTo>
                    <a:lnTo>
                      <a:pt x="5" y="286"/>
                    </a:lnTo>
                    <a:lnTo>
                      <a:pt x="9" y="313"/>
                    </a:lnTo>
                    <a:lnTo>
                      <a:pt x="14" y="341"/>
                    </a:lnTo>
                    <a:lnTo>
                      <a:pt x="23" y="376"/>
                    </a:lnTo>
                    <a:lnTo>
                      <a:pt x="19" y="332"/>
                    </a:lnTo>
                    <a:lnTo>
                      <a:pt x="14" y="292"/>
                    </a:lnTo>
                    <a:lnTo>
                      <a:pt x="12" y="256"/>
                    </a:lnTo>
                    <a:lnTo>
                      <a:pt x="13" y="220"/>
                    </a:lnTo>
                    <a:lnTo>
                      <a:pt x="14" y="196"/>
                    </a:lnTo>
                    <a:lnTo>
                      <a:pt x="12" y="165"/>
                    </a:lnTo>
                    <a:lnTo>
                      <a:pt x="11" y="140"/>
                    </a:lnTo>
                    <a:lnTo>
                      <a:pt x="15" y="89"/>
                    </a:lnTo>
                    <a:lnTo>
                      <a:pt x="15" y="64"/>
                    </a:lnTo>
                    <a:lnTo>
                      <a:pt x="19" y="43"/>
                    </a:lnTo>
                    <a:lnTo>
                      <a:pt x="26" y="14"/>
                    </a:lnTo>
                    <a:lnTo>
                      <a:pt x="29" y="36"/>
                    </a:lnTo>
                    <a:lnTo>
                      <a:pt x="42" y="71"/>
                    </a:lnTo>
                    <a:lnTo>
                      <a:pt x="40" y="59"/>
                    </a:lnTo>
                  </a:path>
                </a:pathLst>
              </a:custGeom>
              <a:solidFill>
                <a:srgbClr val="CEDA9D"/>
              </a:solidFill>
              <a:ln w="9525" cap="rnd">
                <a:noFill/>
                <a:round/>
              </a:ln>
              <a:effectLst/>
            </p:spPr>
            <p:txBody>
              <a:bodyPr/>
              <a:lstStyle/>
              <a:p>
                <a:endParaRPr lang="zh-CN" altLang="en-US"/>
              </a:p>
            </p:txBody>
          </p:sp>
          <p:grpSp>
            <p:nvGrpSpPr>
              <p:cNvPr id="8" name="Group 33"/>
              <p:cNvGrpSpPr/>
              <p:nvPr/>
            </p:nvGrpSpPr>
            <p:grpSpPr bwMode="auto">
              <a:xfrm>
                <a:off x="644" y="3206"/>
                <a:ext cx="399" cy="842"/>
                <a:chOff x="644" y="3206"/>
                <a:chExt cx="399" cy="842"/>
              </a:xfrm>
            </p:grpSpPr>
            <p:sp>
              <p:nvSpPr>
                <p:cNvPr id="2078" name="Freeform 30"/>
                <p:cNvSpPr/>
                <p:nvPr/>
              </p:nvSpPr>
              <p:spPr bwMode="ltGray">
                <a:xfrm>
                  <a:off x="924" y="3699"/>
                  <a:ext cx="59" cy="349"/>
                </a:xfrm>
                <a:custGeom>
                  <a:avLst/>
                  <a:gdLst/>
                  <a:ahLst/>
                  <a:cxnLst>
                    <a:cxn ang="0">
                      <a:pos x="11" y="0"/>
                    </a:cxn>
                    <a:cxn ang="0">
                      <a:pos x="22" y="26"/>
                    </a:cxn>
                    <a:cxn ang="0">
                      <a:pos x="35" y="68"/>
                    </a:cxn>
                    <a:cxn ang="0">
                      <a:pos x="46" y="126"/>
                    </a:cxn>
                    <a:cxn ang="0">
                      <a:pos x="58" y="200"/>
                    </a:cxn>
                    <a:cxn ang="0">
                      <a:pos x="58" y="278"/>
                    </a:cxn>
                    <a:cxn ang="0">
                      <a:pos x="52" y="348"/>
                    </a:cxn>
                    <a:cxn ang="0">
                      <a:pos x="46" y="348"/>
                    </a:cxn>
                    <a:cxn ang="0">
                      <a:pos x="52" y="278"/>
                    </a:cxn>
                    <a:cxn ang="0">
                      <a:pos x="52" y="221"/>
                    </a:cxn>
                    <a:cxn ang="0">
                      <a:pos x="40" y="158"/>
                    </a:cxn>
                    <a:cxn ang="0">
                      <a:pos x="22" y="95"/>
                    </a:cxn>
                    <a:cxn ang="0">
                      <a:pos x="0" y="16"/>
                    </a:cxn>
                    <a:cxn ang="0">
                      <a:pos x="11" y="0"/>
                    </a:cxn>
                  </a:cxnLst>
                  <a:rect l="0" t="0" r="r" b="b"/>
                  <a:pathLst>
                    <a:path w="59" h="349">
                      <a:moveTo>
                        <a:pt x="11" y="0"/>
                      </a:moveTo>
                      <a:lnTo>
                        <a:pt x="22" y="26"/>
                      </a:lnTo>
                      <a:lnTo>
                        <a:pt x="35" y="68"/>
                      </a:lnTo>
                      <a:lnTo>
                        <a:pt x="46" y="126"/>
                      </a:lnTo>
                      <a:lnTo>
                        <a:pt x="58" y="200"/>
                      </a:lnTo>
                      <a:lnTo>
                        <a:pt x="58" y="278"/>
                      </a:lnTo>
                      <a:lnTo>
                        <a:pt x="52" y="348"/>
                      </a:lnTo>
                      <a:lnTo>
                        <a:pt x="46" y="348"/>
                      </a:lnTo>
                      <a:lnTo>
                        <a:pt x="52" y="278"/>
                      </a:lnTo>
                      <a:lnTo>
                        <a:pt x="52" y="221"/>
                      </a:lnTo>
                      <a:lnTo>
                        <a:pt x="40" y="158"/>
                      </a:lnTo>
                      <a:lnTo>
                        <a:pt x="22" y="95"/>
                      </a:lnTo>
                      <a:lnTo>
                        <a:pt x="0" y="16"/>
                      </a:lnTo>
                      <a:lnTo>
                        <a:pt x="11" y="0"/>
                      </a:lnTo>
                    </a:path>
                  </a:pathLst>
                </a:custGeom>
                <a:solidFill>
                  <a:srgbClr val="CEDA9D"/>
                </a:solidFill>
                <a:ln w="9525" cap="rnd">
                  <a:noFill/>
                  <a:round/>
                </a:ln>
                <a:effectLst/>
              </p:spPr>
              <p:txBody>
                <a:bodyPr/>
                <a:lstStyle/>
                <a:p>
                  <a:endParaRPr lang="zh-CN" altLang="en-US"/>
                </a:p>
              </p:txBody>
            </p:sp>
            <p:sp>
              <p:nvSpPr>
                <p:cNvPr id="2079" name="Freeform 31"/>
                <p:cNvSpPr/>
                <p:nvPr/>
              </p:nvSpPr>
              <p:spPr bwMode="ltGray">
                <a:xfrm>
                  <a:off x="644" y="3512"/>
                  <a:ext cx="97" cy="347"/>
                </a:xfrm>
                <a:custGeom>
                  <a:avLst/>
                  <a:gdLst/>
                  <a:ahLst/>
                  <a:cxnLst>
                    <a:cxn ang="0">
                      <a:pos x="93" y="54"/>
                    </a:cxn>
                    <a:cxn ang="0">
                      <a:pos x="74" y="0"/>
                    </a:cxn>
                    <a:cxn ang="0">
                      <a:pos x="60" y="1"/>
                    </a:cxn>
                    <a:cxn ang="0">
                      <a:pos x="49" y="3"/>
                    </a:cxn>
                    <a:cxn ang="0">
                      <a:pos x="41" y="18"/>
                    </a:cxn>
                    <a:cxn ang="0">
                      <a:pos x="19" y="63"/>
                    </a:cxn>
                    <a:cxn ang="0">
                      <a:pos x="11" y="83"/>
                    </a:cxn>
                    <a:cxn ang="0">
                      <a:pos x="6" y="102"/>
                    </a:cxn>
                    <a:cxn ang="0">
                      <a:pos x="1" y="162"/>
                    </a:cxn>
                    <a:cxn ang="0">
                      <a:pos x="0" y="181"/>
                    </a:cxn>
                    <a:cxn ang="0">
                      <a:pos x="1" y="203"/>
                    </a:cxn>
                    <a:cxn ang="0">
                      <a:pos x="4" y="226"/>
                    </a:cxn>
                    <a:cxn ang="0">
                      <a:pos x="13" y="264"/>
                    </a:cxn>
                    <a:cxn ang="0">
                      <a:pos x="21" y="287"/>
                    </a:cxn>
                    <a:cxn ang="0">
                      <a:pos x="32" y="313"/>
                    </a:cxn>
                    <a:cxn ang="0">
                      <a:pos x="54" y="346"/>
                    </a:cxn>
                    <a:cxn ang="0">
                      <a:pos x="42" y="306"/>
                    </a:cxn>
                    <a:cxn ang="0">
                      <a:pos x="33" y="269"/>
                    </a:cxn>
                    <a:cxn ang="0">
                      <a:pos x="28" y="235"/>
                    </a:cxn>
                    <a:cxn ang="0">
                      <a:pos x="30" y="203"/>
                    </a:cxn>
                    <a:cxn ang="0">
                      <a:pos x="32" y="181"/>
                    </a:cxn>
                    <a:cxn ang="0">
                      <a:pos x="28" y="152"/>
                    </a:cxn>
                    <a:cxn ang="0">
                      <a:pos x="26" y="128"/>
                    </a:cxn>
                    <a:cxn ang="0">
                      <a:pos x="35" y="83"/>
                    </a:cxn>
                    <a:cxn ang="0">
                      <a:pos x="37" y="59"/>
                    </a:cxn>
                    <a:cxn ang="0">
                      <a:pos x="45" y="39"/>
                    </a:cxn>
                    <a:cxn ang="0">
                      <a:pos x="60" y="13"/>
                    </a:cxn>
                    <a:cxn ang="0">
                      <a:pos x="68" y="33"/>
                    </a:cxn>
                    <a:cxn ang="0">
                      <a:pos x="96" y="65"/>
                    </a:cxn>
                    <a:cxn ang="0">
                      <a:pos x="93" y="54"/>
                    </a:cxn>
                  </a:cxnLst>
                  <a:rect l="0" t="0" r="r" b="b"/>
                  <a:pathLst>
                    <a:path w="97" h="347">
                      <a:moveTo>
                        <a:pt x="93" y="54"/>
                      </a:moveTo>
                      <a:lnTo>
                        <a:pt x="74" y="0"/>
                      </a:lnTo>
                      <a:lnTo>
                        <a:pt x="60" y="1"/>
                      </a:lnTo>
                      <a:lnTo>
                        <a:pt x="49" y="3"/>
                      </a:lnTo>
                      <a:lnTo>
                        <a:pt x="41" y="18"/>
                      </a:lnTo>
                      <a:lnTo>
                        <a:pt x="19" y="63"/>
                      </a:lnTo>
                      <a:lnTo>
                        <a:pt x="11" y="83"/>
                      </a:lnTo>
                      <a:lnTo>
                        <a:pt x="6" y="102"/>
                      </a:lnTo>
                      <a:lnTo>
                        <a:pt x="1" y="162"/>
                      </a:lnTo>
                      <a:lnTo>
                        <a:pt x="0" y="181"/>
                      </a:lnTo>
                      <a:lnTo>
                        <a:pt x="1" y="203"/>
                      </a:lnTo>
                      <a:lnTo>
                        <a:pt x="4" y="226"/>
                      </a:lnTo>
                      <a:lnTo>
                        <a:pt x="13" y="264"/>
                      </a:lnTo>
                      <a:lnTo>
                        <a:pt x="21" y="287"/>
                      </a:lnTo>
                      <a:lnTo>
                        <a:pt x="32" y="313"/>
                      </a:lnTo>
                      <a:lnTo>
                        <a:pt x="54" y="346"/>
                      </a:lnTo>
                      <a:lnTo>
                        <a:pt x="42" y="306"/>
                      </a:lnTo>
                      <a:lnTo>
                        <a:pt x="33" y="269"/>
                      </a:lnTo>
                      <a:lnTo>
                        <a:pt x="28" y="235"/>
                      </a:lnTo>
                      <a:lnTo>
                        <a:pt x="30" y="203"/>
                      </a:lnTo>
                      <a:lnTo>
                        <a:pt x="32" y="181"/>
                      </a:lnTo>
                      <a:lnTo>
                        <a:pt x="28" y="152"/>
                      </a:lnTo>
                      <a:lnTo>
                        <a:pt x="26" y="128"/>
                      </a:lnTo>
                      <a:lnTo>
                        <a:pt x="35" y="83"/>
                      </a:lnTo>
                      <a:lnTo>
                        <a:pt x="37" y="59"/>
                      </a:lnTo>
                      <a:lnTo>
                        <a:pt x="45" y="39"/>
                      </a:lnTo>
                      <a:lnTo>
                        <a:pt x="60" y="13"/>
                      </a:lnTo>
                      <a:lnTo>
                        <a:pt x="68" y="33"/>
                      </a:lnTo>
                      <a:lnTo>
                        <a:pt x="96" y="65"/>
                      </a:lnTo>
                      <a:lnTo>
                        <a:pt x="93" y="54"/>
                      </a:lnTo>
                    </a:path>
                  </a:pathLst>
                </a:custGeom>
                <a:solidFill>
                  <a:srgbClr val="CEDA9D"/>
                </a:solidFill>
                <a:ln w="9525" cap="rnd">
                  <a:noFill/>
                  <a:round/>
                </a:ln>
                <a:effectLst/>
              </p:spPr>
              <p:txBody>
                <a:bodyPr/>
                <a:lstStyle/>
                <a:p>
                  <a:endParaRPr lang="zh-CN" altLang="en-US"/>
                </a:p>
              </p:txBody>
            </p:sp>
            <p:sp>
              <p:nvSpPr>
                <p:cNvPr id="2080" name="Freeform 32"/>
                <p:cNvSpPr/>
                <p:nvPr/>
              </p:nvSpPr>
              <p:spPr bwMode="ltGray">
                <a:xfrm>
                  <a:off x="807" y="3206"/>
                  <a:ext cx="236" cy="623"/>
                </a:xfrm>
                <a:custGeom>
                  <a:avLst/>
                  <a:gdLst/>
                  <a:ahLst/>
                  <a:cxnLst>
                    <a:cxn ang="0">
                      <a:pos x="76" y="7"/>
                    </a:cxn>
                    <a:cxn ang="0">
                      <a:pos x="83" y="25"/>
                    </a:cxn>
                    <a:cxn ang="0">
                      <a:pos x="134" y="23"/>
                    </a:cxn>
                    <a:cxn ang="0">
                      <a:pos x="114" y="32"/>
                    </a:cxn>
                    <a:cxn ang="0">
                      <a:pos x="92" y="42"/>
                    </a:cxn>
                    <a:cxn ang="0">
                      <a:pos x="141" y="58"/>
                    </a:cxn>
                    <a:cxn ang="0">
                      <a:pos x="102" y="64"/>
                    </a:cxn>
                    <a:cxn ang="0">
                      <a:pos x="100" y="81"/>
                    </a:cxn>
                    <a:cxn ang="0">
                      <a:pos x="211" y="169"/>
                    </a:cxn>
                    <a:cxn ang="0">
                      <a:pos x="108" y="106"/>
                    </a:cxn>
                    <a:cxn ang="0">
                      <a:pos x="130" y="142"/>
                    </a:cxn>
                    <a:cxn ang="0">
                      <a:pos x="116" y="144"/>
                    </a:cxn>
                    <a:cxn ang="0">
                      <a:pos x="134" y="195"/>
                    </a:cxn>
                    <a:cxn ang="0">
                      <a:pos x="176" y="247"/>
                    </a:cxn>
                    <a:cxn ang="0">
                      <a:pos x="130" y="208"/>
                    </a:cxn>
                    <a:cxn ang="0">
                      <a:pos x="168" y="288"/>
                    </a:cxn>
                    <a:cxn ang="0">
                      <a:pos x="134" y="234"/>
                    </a:cxn>
                    <a:cxn ang="0">
                      <a:pos x="125" y="234"/>
                    </a:cxn>
                    <a:cxn ang="0">
                      <a:pos x="138" y="281"/>
                    </a:cxn>
                    <a:cxn ang="0">
                      <a:pos x="127" y="281"/>
                    </a:cxn>
                    <a:cxn ang="0">
                      <a:pos x="149" y="335"/>
                    </a:cxn>
                    <a:cxn ang="0">
                      <a:pos x="136" y="322"/>
                    </a:cxn>
                    <a:cxn ang="0">
                      <a:pos x="147" y="372"/>
                    </a:cxn>
                    <a:cxn ang="0">
                      <a:pos x="138" y="356"/>
                    </a:cxn>
                    <a:cxn ang="0">
                      <a:pos x="128" y="351"/>
                    </a:cxn>
                    <a:cxn ang="0">
                      <a:pos x="134" y="388"/>
                    </a:cxn>
                    <a:cxn ang="0">
                      <a:pos x="157" y="456"/>
                    </a:cxn>
                    <a:cxn ang="0">
                      <a:pos x="128" y="403"/>
                    </a:cxn>
                    <a:cxn ang="0">
                      <a:pos x="122" y="394"/>
                    </a:cxn>
                    <a:cxn ang="0">
                      <a:pos x="124" y="451"/>
                    </a:cxn>
                    <a:cxn ang="0">
                      <a:pos x="114" y="479"/>
                    </a:cxn>
                    <a:cxn ang="0">
                      <a:pos x="111" y="447"/>
                    </a:cxn>
                    <a:cxn ang="0">
                      <a:pos x="27" y="532"/>
                    </a:cxn>
                    <a:cxn ang="0">
                      <a:pos x="102" y="408"/>
                    </a:cxn>
                    <a:cxn ang="0">
                      <a:pos x="87" y="435"/>
                    </a:cxn>
                    <a:cxn ang="0">
                      <a:pos x="109" y="366"/>
                    </a:cxn>
                    <a:cxn ang="0">
                      <a:pos x="17" y="420"/>
                    </a:cxn>
                    <a:cxn ang="0">
                      <a:pos x="109" y="345"/>
                    </a:cxn>
                    <a:cxn ang="0">
                      <a:pos x="96" y="326"/>
                    </a:cxn>
                    <a:cxn ang="0">
                      <a:pos x="107" y="299"/>
                    </a:cxn>
                    <a:cxn ang="0">
                      <a:pos x="92" y="299"/>
                    </a:cxn>
                    <a:cxn ang="0">
                      <a:pos x="51" y="352"/>
                    </a:cxn>
                    <a:cxn ang="0">
                      <a:pos x="91" y="251"/>
                    </a:cxn>
                    <a:cxn ang="0">
                      <a:pos x="98" y="213"/>
                    </a:cxn>
                    <a:cxn ang="0">
                      <a:pos x="87" y="206"/>
                    </a:cxn>
                    <a:cxn ang="0">
                      <a:pos x="90" y="171"/>
                    </a:cxn>
                    <a:cxn ang="0">
                      <a:pos x="84" y="168"/>
                    </a:cxn>
                    <a:cxn ang="0">
                      <a:pos x="55" y="199"/>
                    </a:cxn>
                    <a:cxn ang="0">
                      <a:pos x="78" y="148"/>
                    </a:cxn>
                    <a:cxn ang="0">
                      <a:pos x="76" y="105"/>
                    </a:cxn>
                    <a:cxn ang="0">
                      <a:pos x="78" y="79"/>
                    </a:cxn>
                    <a:cxn ang="0">
                      <a:pos x="54" y="77"/>
                    </a:cxn>
                    <a:cxn ang="0">
                      <a:pos x="60" y="42"/>
                    </a:cxn>
                    <a:cxn ang="0">
                      <a:pos x="50" y="33"/>
                    </a:cxn>
                    <a:cxn ang="0">
                      <a:pos x="52" y="0"/>
                    </a:cxn>
                  </a:cxnLst>
                  <a:rect l="0" t="0" r="r" b="b"/>
                  <a:pathLst>
                    <a:path w="236" h="623">
                      <a:moveTo>
                        <a:pt x="52" y="0"/>
                      </a:moveTo>
                      <a:lnTo>
                        <a:pt x="62" y="2"/>
                      </a:lnTo>
                      <a:lnTo>
                        <a:pt x="76" y="7"/>
                      </a:lnTo>
                      <a:lnTo>
                        <a:pt x="67" y="9"/>
                      </a:lnTo>
                      <a:lnTo>
                        <a:pt x="74" y="17"/>
                      </a:lnTo>
                      <a:lnTo>
                        <a:pt x="83" y="25"/>
                      </a:lnTo>
                      <a:lnTo>
                        <a:pt x="95" y="29"/>
                      </a:lnTo>
                      <a:lnTo>
                        <a:pt x="114" y="28"/>
                      </a:lnTo>
                      <a:lnTo>
                        <a:pt x="134" y="23"/>
                      </a:lnTo>
                      <a:lnTo>
                        <a:pt x="188" y="28"/>
                      </a:lnTo>
                      <a:lnTo>
                        <a:pt x="136" y="24"/>
                      </a:lnTo>
                      <a:lnTo>
                        <a:pt x="114" y="32"/>
                      </a:lnTo>
                      <a:lnTo>
                        <a:pt x="95" y="29"/>
                      </a:lnTo>
                      <a:lnTo>
                        <a:pt x="83" y="35"/>
                      </a:lnTo>
                      <a:lnTo>
                        <a:pt x="92" y="42"/>
                      </a:lnTo>
                      <a:lnTo>
                        <a:pt x="85" y="45"/>
                      </a:lnTo>
                      <a:lnTo>
                        <a:pt x="102" y="59"/>
                      </a:lnTo>
                      <a:lnTo>
                        <a:pt x="141" y="58"/>
                      </a:lnTo>
                      <a:lnTo>
                        <a:pt x="191" y="107"/>
                      </a:lnTo>
                      <a:lnTo>
                        <a:pt x="141" y="59"/>
                      </a:lnTo>
                      <a:lnTo>
                        <a:pt x="102" y="64"/>
                      </a:lnTo>
                      <a:lnTo>
                        <a:pt x="92" y="65"/>
                      </a:lnTo>
                      <a:lnTo>
                        <a:pt x="112" y="81"/>
                      </a:lnTo>
                      <a:lnTo>
                        <a:pt x="100" y="81"/>
                      </a:lnTo>
                      <a:lnTo>
                        <a:pt x="122" y="101"/>
                      </a:lnTo>
                      <a:lnTo>
                        <a:pt x="163" y="126"/>
                      </a:lnTo>
                      <a:lnTo>
                        <a:pt x="211" y="169"/>
                      </a:lnTo>
                      <a:lnTo>
                        <a:pt x="163" y="129"/>
                      </a:lnTo>
                      <a:lnTo>
                        <a:pt x="120" y="105"/>
                      </a:lnTo>
                      <a:lnTo>
                        <a:pt x="108" y="106"/>
                      </a:lnTo>
                      <a:lnTo>
                        <a:pt x="127" y="119"/>
                      </a:lnTo>
                      <a:lnTo>
                        <a:pt x="114" y="123"/>
                      </a:lnTo>
                      <a:lnTo>
                        <a:pt x="130" y="142"/>
                      </a:lnTo>
                      <a:lnTo>
                        <a:pt x="230" y="291"/>
                      </a:lnTo>
                      <a:lnTo>
                        <a:pt x="130" y="144"/>
                      </a:lnTo>
                      <a:lnTo>
                        <a:pt x="116" y="144"/>
                      </a:lnTo>
                      <a:lnTo>
                        <a:pt x="132" y="168"/>
                      </a:lnTo>
                      <a:lnTo>
                        <a:pt x="120" y="165"/>
                      </a:lnTo>
                      <a:lnTo>
                        <a:pt x="134" y="195"/>
                      </a:lnTo>
                      <a:lnTo>
                        <a:pt x="176" y="246"/>
                      </a:lnTo>
                      <a:lnTo>
                        <a:pt x="219" y="320"/>
                      </a:lnTo>
                      <a:lnTo>
                        <a:pt x="176" y="247"/>
                      </a:lnTo>
                      <a:lnTo>
                        <a:pt x="134" y="196"/>
                      </a:lnTo>
                      <a:lnTo>
                        <a:pt x="120" y="190"/>
                      </a:lnTo>
                      <a:lnTo>
                        <a:pt x="130" y="208"/>
                      </a:lnTo>
                      <a:lnTo>
                        <a:pt x="122" y="205"/>
                      </a:lnTo>
                      <a:lnTo>
                        <a:pt x="134" y="233"/>
                      </a:lnTo>
                      <a:lnTo>
                        <a:pt x="168" y="288"/>
                      </a:lnTo>
                      <a:lnTo>
                        <a:pt x="235" y="357"/>
                      </a:lnTo>
                      <a:lnTo>
                        <a:pt x="169" y="288"/>
                      </a:lnTo>
                      <a:lnTo>
                        <a:pt x="134" y="234"/>
                      </a:lnTo>
                      <a:lnTo>
                        <a:pt x="128" y="234"/>
                      </a:lnTo>
                      <a:lnTo>
                        <a:pt x="190" y="394"/>
                      </a:lnTo>
                      <a:lnTo>
                        <a:pt x="125" y="234"/>
                      </a:lnTo>
                      <a:lnTo>
                        <a:pt x="134" y="257"/>
                      </a:lnTo>
                      <a:lnTo>
                        <a:pt x="125" y="249"/>
                      </a:lnTo>
                      <a:lnTo>
                        <a:pt x="138" y="281"/>
                      </a:lnTo>
                      <a:lnTo>
                        <a:pt x="181" y="356"/>
                      </a:lnTo>
                      <a:lnTo>
                        <a:pt x="138" y="288"/>
                      </a:lnTo>
                      <a:lnTo>
                        <a:pt x="127" y="281"/>
                      </a:lnTo>
                      <a:lnTo>
                        <a:pt x="138" y="302"/>
                      </a:lnTo>
                      <a:lnTo>
                        <a:pt x="189" y="447"/>
                      </a:lnTo>
                      <a:lnTo>
                        <a:pt x="149" y="335"/>
                      </a:lnTo>
                      <a:lnTo>
                        <a:pt x="134" y="302"/>
                      </a:lnTo>
                      <a:lnTo>
                        <a:pt x="127" y="299"/>
                      </a:lnTo>
                      <a:lnTo>
                        <a:pt x="136" y="322"/>
                      </a:lnTo>
                      <a:lnTo>
                        <a:pt x="128" y="319"/>
                      </a:lnTo>
                      <a:lnTo>
                        <a:pt x="141" y="347"/>
                      </a:lnTo>
                      <a:lnTo>
                        <a:pt x="147" y="372"/>
                      </a:lnTo>
                      <a:lnTo>
                        <a:pt x="213" y="455"/>
                      </a:lnTo>
                      <a:lnTo>
                        <a:pt x="146" y="373"/>
                      </a:lnTo>
                      <a:lnTo>
                        <a:pt x="138" y="356"/>
                      </a:lnTo>
                      <a:lnTo>
                        <a:pt x="130" y="351"/>
                      </a:lnTo>
                      <a:lnTo>
                        <a:pt x="146" y="398"/>
                      </a:lnTo>
                      <a:lnTo>
                        <a:pt x="128" y="351"/>
                      </a:lnTo>
                      <a:lnTo>
                        <a:pt x="138" y="373"/>
                      </a:lnTo>
                      <a:lnTo>
                        <a:pt x="127" y="368"/>
                      </a:lnTo>
                      <a:lnTo>
                        <a:pt x="134" y="388"/>
                      </a:lnTo>
                      <a:lnTo>
                        <a:pt x="157" y="456"/>
                      </a:lnTo>
                      <a:lnTo>
                        <a:pt x="179" y="497"/>
                      </a:lnTo>
                      <a:lnTo>
                        <a:pt x="157" y="456"/>
                      </a:lnTo>
                      <a:lnTo>
                        <a:pt x="134" y="390"/>
                      </a:lnTo>
                      <a:lnTo>
                        <a:pt x="125" y="388"/>
                      </a:lnTo>
                      <a:lnTo>
                        <a:pt x="128" y="403"/>
                      </a:lnTo>
                      <a:lnTo>
                        <a:pt x="146" y="447"/>
                      </a:lnTo>
                      <a:lnTo>
                        <a:pt x="127" y="408"/>
                      </a:lnTo>
                      <a:lnTo>
                        <a:pt x="122" y="394"/>
                      </a:lnTo>
                      <a:lnTo>
                        <a:pt x="130" y="430"/>
                      </a:lnTo>
                      <a:lnTo>
                        <a:pt x="120" y="422"/>
                      </a:lnTo>
                      <a:lnTo>
                        <a:pt x="124" y="451"/>
                      </a:lnTo>
                      <a:lnTo>
                        <a:pt x="117" y="438"/>
                      </a:lnTo>
                      <a:lnTo>
                        <a:pt x="112" y="450"/>
                      </a:lnTo>
                      <a:lnTo>
                        <a:pt x="114" y="479"/>
                      </a:lnTo>
                      <a:lnTo>
                        <a:pt x="156" y="622"/>
                      </a:lnTo>
                      <a:lnTo>
                        <a:pt x="111" y="479"/>
                      </a:lnTo>
                      <a:lnTo>
                        <a:pt x="111" y="447"/>
                      </a:lnTo>
                      <a:lnTo>
                        <a:pt x="111" y="429"/>
                      </a:lnTo>
                      <a:lnTo>
                        <a:pt x="102" y="438"/>
                      </a:lnTo>
                      <a:lnTo>
                        <a:pt x="27" y="532"/>
                      </a:lnTo>
                      <a:lnTo>
                        <a:pt x="104" y="430"/>
                      </a:lnTo>
                      <a:lnTo>
                        <a:pt x="111" y="403"/>
                      </a:lnTo>
                      <a:lnTo>
                        <a:pt x="102" y="408"/>
                      </a:lnTo>
                      <a:lnTo>
                        <a:pt x="114" y="377"/>
                      </a:lnTo>
                      <a:lnTo>
                        <a:pt x="104" y="389"/>
                      </a:lnTo>
                      <a:lnTo>
                        <a:pt x="87" y="435"/>
                      </a:lnTo>
                      <a:lnTo>
                        <a:pt x="102" y="385"/>
                      </a:lnTo>
                      <a:lnTo>
                        <a:pt x="111" y="366"/>
                      </a:lnTo>
                      <a:lnTo>
                        <a:pt x="109" y="366"/>
                      </a:lnTo>
                      <a:lnTo>
                        <a:pt x="100" y="377"/>
                      </a:lnTo>
                      <a:lnTo>
                        <a:pt x="80" y="401"/>
                      </a:lnTo>
                      <a:lnTo>
                        <a:pt x="17" y="420"/>
                      </a:lnTo>
                      <a:lnTo>
                        <a:pt x="83" y="398"/>
                      </a:lnTo>
                      <a:lnTo>
                        <a:pt x="102" y="368"/>
                      </a:lnTo>
                      <a:lnTo>
                        <a:pt x="109" y="345"/>
                      </a:lnTo>
                      <a:lnTo>
                        <a:pt x="100" y="345"/>
                      </a:lnTo>
                      <a:lnTo>
                        <a:pt x="109" y="322"/>
                      </a:lnTo>
                      <a:lnTo>
                        <a:pt x="96" y="326"/>
                      </a:lnTo>
                      <a:lnTo>
                        <a:pt x="52" y="372"/>
                      </a:lnTo>
                      <a:lnTo>
                        <a:pt x="96" y="326"/>
                      </a:lnTo>
                      <a:lnTo>
                        <a:pt x="107" y="299"/>
                      </a:lnTo>
                      <a:lnTo>
                        <a:pt x="95" y="306"/>
                      </a:lnTo>
                      <a:lnTo>
                        <a:pt x="102" y="284"/>
                      </a:lnTo>
                      <a:lnTo>
                        <a:pt x="92" y="299"/>
                      </a:lnTo>
                      <a:lnTo>
                        <a:pt x="100" y="267"/>
                      </a:lnTo>
                      <a:lnTo>
                        <a:pt x="91" y="283"/>
                      </a:lnTo>
                      <a:lnTo>
                        <a:pt x="51" y="352"/>
                      </a:lnTo>
                      <a:lnTo>
                        <a:pt x="92" y="283"/>
                      </a:lnTo>
                      <a:lnTo>
                        <a:pt x="102" y="242"/>
                      </a:lnTo>
                      <a:lnTo>
                        <a:pt x="91" y="251"/>
                      </a:lnTo>
                      <a:lnTo>
                        <a:pt x="25" y="290"/>
                      </a:lnTo>
                      <a:lnTo>
                        <a:pt x="91" y="249"/>
                      </a:lnTo>
                      <a:lnTo>
                        <a:pt x="98" y="213"/>
                      </a:lnTo>
                      <a:lnTo>
                        <a:pt x="90" y="220"/>
                      </a:lnTo>
                      <a:lnTo>
                        <a:pt x="96" y="199"/>
                      </a:lnTo>
                      <a:lnTo>
                        <a:pt x="87" y="206"/>
                      </a:lnTo>
                      <a:lnTo>
                        <a:pt x="57" y="304"/>
                      </a:lnTo>
                      <a:lnTo>
                        <a:pt x="90" y="199"/>
                      </a:lnTo>
                      <a:lnTo>
                        <a:pt x="90" y="171"/>
                      </a:lnTo>
                      <a:lnTo>
                        <a:pt x="79" y="184"/>
                      </a:lnTo>
                      <a:lnTo>
                        <a:pt x="60" y="238"/>
                      </a:lnTo>
                      <a:lnTo>
                        <a:pt x="84" y="168"/>
                      </a:lnTo>
                      <a:lnTo>
                        <a:pt x="87" y="144"/>
                      </a:lnTo>
                      <a:lnTo>
                        <a:pt x="79" y="155"/>
                      </a:lnTo>
                      <a:lnTo>
                        <a:pt x="55" y="199"/>
                      </a:lnTo>
                      <a:lnTo>
                        <a:pt x="0" y="225"/>
                      </a:lnTo>
                      <a:lnTo>
                        <a:pt x="57" y="196"/>
                      </a:lnTo>
                      <a:lnTo>
                        <a:pt x="78" y="148"/>
                      </a:lnTo>
                      <a:lnTo>
                        <a:pt x="80" y="118"/>
                      </a:lnTo>
                      <a:lnTo>
                        <a:pt x="71" y="133"/>
                      </a:lnTo>
                      <a:lnTo>
                        <a:pt x="76" y="105"/>
                      </a:lnTo>
                      <a:lnTo>
                        <a:pt x="39" y="179"/>
                      </a:lnTo>
                      <a:lnTo>
                        <a:pt x="74" y="101"/>
                      </a:lnTo>
                      <a:lnTo>
                        <a:pt x="78" y="79"/>
                      </a:lnTo>
                      <a:lnTo>
                        <a:pt x="67" y="96"/>
                      </a:lnTo>
                      <a:lnTo>
                        <a:pt x="68" y="61"/>
                      </a:lnTo>
                      <a:lnTo>
                        <a:pt x="54" y="77"/>
                      </a:lnTo>
                      <a:lnTo>
                        <a:pt x="3" y="137"/>
                      </a:lnTo>
                      <a:lnTo>
                        <a:pt x="54" y="75"/>
                      </a:lnTo>
                      <a:lnTo>
                        <a:pt x="60" y="42"/>
                      </a:lnTo>
                      <a:lnTo>
                        <a:pt x="52" y="51"/>
                      </a:lnTo>
                      <a:lnTo>
                        <a:pt x="57" y="25"/>
                      </a:lnTo>
                      <a:lnTo>
                        <a:pt x="50" y="33"/>
                      </a:lnTo>
                      <a:lnTo>
                        <a:pt x="47" y="13"/>
                      </a:lnTo>
                      <a:lnTo>
                        <a:pt x="50" y="6"/>
                      </a:lnTo>
                      <a:lnTo>
                        <a:pt x="52" y="0"/>
                      </a:lnTo>
                    </a:path>
                  </a:pathLst>
                </a:custGeom>
                <a:solidFill>
                  <a:srgbClr val="CEDA9D"/>
                </a:solidFill>
                <a:ln w="9525" cap="rnd">
                  <a:noFill/>
                  <a:round/>
                </a:ln>
                <a:effectLst/>
              </p:spPr>
              <p:txBody>
                <a:bodyPr/>
                <a:lstStyle/>
                <a:p>
                  <a:endParaRPr lang="zh-CN" altLang="en-US"/>
                </a:p>
              </p:txBody>
            </p:sp>
          </p:grpSp>
          <p:sp>
            <p:nvSpPr>
              <p:cNvPr id="2082" name="Freeform 34"/>
              <p:cNvSpPr/>
              <p:nvPr/>
            </p:nvSpPr>
            <p:spPr bwMode="ltGray">
              <a:xfrm>
                <a:off x="570" y="3784"/>
                <a:ext cx="26" cy="379"/>
              </a:xfrm>
              <a:custGeom>
                <a:avLst/>
                <a:gdLst/>
                <a:ahLst/>
                <a:cxnLst>
                  <a:cxn ang="0">
                    <a:pos x="4" y="0"/>
                  </a:cxn>
                  <a:cxn ang="0">
                    <a:pos x="10" y="28"/>
                  </a:cxn>
                  <a:cxn ang="0">
                    <a:pos x="14" y="74"/>
                  </a:cxn>
                  <a:cxn ang="0">
                    <a:pos x="20" y="137"/>
                  </a:cxn>
                  <a:cxn ang="0">
                    <a:pos x="25" y="217"/>
                  </a:cxn>
                  <a:cxn ang="0">
                    <a:pos x="25" y="302"/>
                  </a:cxn>
                  <a:cxn ang="0">
                    <a:pos x="22" y="378"/>
                  </a:cxn>
                  <a:cxn ang="0">
                    <a:pos x="20" y="378"/>
                  </a:cxn>
                  <a:cxn ang="0">
                    <a:pos x="22" y="302"/>
                  </a:cxn>
                  <a:cxn ang="0">
                    <a:pos x="22" y="240"/>
                  </a:cxn>
                  <a:cxn ang="0">
                    <a:pos x="17" y="171"/>
                  </a:cxn>
                  <a:cxn ang="0">
                    <a:pos x="10" y="103"/>
                  </a:cxn>
                  <a:cxn ang="0">
                    <a:pos x="0" y="17"/>
                  </a:cxn>
                  <a:cxn ang="0">
                    <a:pos x="4" y="0"/>
                  </a:cxn>
                </a:cxnLst>
                <a:rect l="0" t="0" r="r" b="b"/>
                <a:pathLst>
                  <a:path w="26" h="379">
                    <a:moveTo>
                      <a:pt x="4" y="0"/>
                    </a:moveTo>
                    <a:lnTo>
                      <a:pt x="10" y="28"/>
                    </a:lnTo>
                    <a:lnTo>
                      <a:pt x="14" y="74"/>
                    </a:lnTo>
                    <a:lnTo>
                      <a:pt x="20" y="137"/>
                    </a:lnTo>
                    <a:lnTo>
                      <a:pt x="25" y="217"/>
                    </a:lnTo>
                    <a:lnTo>
                      <a:pt x="25" y="302"/>
                    </a:lnTo>
                    <a:lnTo>
                      <a:pt x="22" y="378"/>
                    </a:lnTo>
                    <a:lnTo>
                      <a:pt x="20" y="378"/>
                    </a:lnTo>
                    <a:lnTo>
                      <a:pt x="22" y="302"/>
                    </a:lnTo>
                    <a:lnTo>
                      <a:pt x="22" y="240"/>
                    </a:lnTo>
                    <a:lnTo>
                      <a:pt x="17" y="171"/>
                    </a:lnTo>
                    <a:lnTo>
                      <a:pt x="10" y="103"/>
                    </a:lnTo>
                    <a:lnTo>
                      <a:pt x="0" y="17"/>
                    </a:lnTo>
                    <a:lnTo>
                      <a:pt x="4" y="0"/>
                    </a:lnTo>
                  </a:path>
                </a:pathLst>
              </a:custGeom>
              <a:solidFill>
                <a:srgbClr val="CEDA9D"/>
              </a:solidFill>
              <a:ln w="9525" cap="rnd">
                <a:noFill/>
                <a:round/>
              </a:ln>
              <a:effectLst/>
            </p:spPr>
            <p:txBody>
              <a:bodyPr/>
              <a:lstStyle/>
              <a:p>
                <a:endParaRPr lang="zh-CN" altLang="en-US"/>
              </a:p>
            </p:txBody>
          </p:sp>
          <p:sp>
            <p:nvSpPr>
              <p:cNvPr id="2083" name="Freeform 35"/>
              <p:cNvSpPr/>
              <p:nvPr/>
            </p:nvSpPr>
            <p:spPr bwMode="ltGray">
              <a:xfrm>
                <a:off x="515" y="3243"/>
                <a:ext cx="111" cy="682"/>
              </a:xfrm>
              <a:custGeom>
                <a:avLst/>
                <a:gdLst/>
                <a:ahLst/>
                <a:cxnLst>
                  <a:cxn ang="0">
                    <a:pos x="35" y="8"/>
                  </a:cxn>
                  <a:cxn ang="0">
                    <a:pos x="38" y="28"/>
                  </a:cxn>
                  <a:cxn ang="0">
                    <a:pos x="63" y="25"/>
                  </a:cxn>
                  <a:cxn ang="0">
                    <a:pos x="53" y="34"/>
                  </a:cxn>
                  <a:cxn ang="0">
                    <a:pos x="42" y="45"/>
                  </a:cxn>
                  <a:cxn ang="0">
                    <a:pos x="66" y="63"/>
                  </a:cxn>
                  <a:cxn ang="0">
                    <a:pos x="48" y="69"/>
                  </a:cxn>
                  <a:cxn ang="0">
                    <a:pos x="46" y="88"/>
                  </a:cxn>
                  <a:cxn ang="0">
                    <a:pos x="98" y="185"/>
                  </a:cxn>
                  <a:cxn ang="0">
                    <a:pos x="50" y="116"/>
                  </a:cxn>
                  <a:cxn ang="0">
                    <a:pos x="61" y="155"/>
                  </a:cxn>
                  <a:cxn ang="0">
                    <a:pos x="54" y="159"/>
                  </a:cxn>
                  <a:cxn ang="0">
                    <a:pos x="63" y="213"/>
                  </a:cxn>
                  <a:cxn ang="0">
                    <a:pos x="82" y="270"/>
                  </a:cxn>
                  <a:cxn ang="0">
                    <a:pos x="61" y="228"/>
                  </a:cxn>
                  <a:cxn ang="0">
                    <a:pos x="78" y="315"/>
                  </a:cxn>
                  <a:cxn ang="0">
                    <a:pos x="62" y="257"/>
                  </a:cxn>
                  <a:cxn ang="0">
                    <a:pos x="59" y="257"/>
                  </a:cxn>
                  <a:cxn ang="0">
                    <a:pos x="64" y="308"/>
                  </a:cxn>
                  <a:cxn ang="0">
                    <a:pos x="59" y="308"/>
                  </a:cxn>
                  <a:cxn ang="0">
                    <a:pos x="70" y="367"/>
                  </a:cxn>
                  <a:cxn ang="0">
                    <a:pos x="63" y="352"/>
                  </a:cxn>
                  <a:cxn ang="0">
                    <a:pos x="69" y="406"/>
                  </a:cxn>
                  <a:cxn ang="0">
                    <a:pos x="64" y="389"/>
                  </a:cxn>
                  <a:cxn ang="0">
                    <a:pos x="60" y="384"/>
                  </a:cxn>
                  <a:cxn ang="0">
                    <a:pos x="63" y="425"/>
                  </a:cxn>
                  <a:cxn ang="0">
                    <a:pos x="74" y="499"/>
                  </a:cxn>
                  <a:cxn ang="0">
                    <a:pos x="60" y="442"/>
                  </a:cxn>
                  <a:cxn ang="0">
                    <a:pos x="56" y="431"/>
                  </a:cxn>
                  <a:cxn ang="0">
                    <a:pos x="57" y="494"/>
                  </a:cxn>
                  <a:cxn ang="0">
                    <a:pos x="53" y="525"/>
                  </a:cxn>
                  <a:cxn ang="0">
                    <a:pos x="52" y="490"/>
                  </a:cxn>
                  <a:cxn ang="0">
                    <a:pos x="12" y="583"/>
                  </a:cxn>
                  <a:cxn ang="0">
                    <a:pos x="48" y="447"/>
                  </a:cxn>
                  <a:cxn ang="0">
                    <a:pos x="41" y="477"/>
                  </a:cxn>
                  <a:cxn ang="0">
                    <a:pos x="50" y="400"/>
                  </a:cxn>
                  <a:cxn ang="0">
                    <a:pos x="8" y="461"/>
                  </a:cxn>
                  <a:cxn ang="0">
                    <a:pos x="50" y="376"/>
                  </a:cxn>
                  <a:cxn ang="0">
                    <a:pos x="45" y="358"/>
                  </a:cxn>
                  <a:cxn ang="0">
                    <a:pos x="49" y="327"/>
                  </a:cxn>
                  <a:cxn ang="0">
                    <a:pos x="42" y="327"/>
                  </a:cxn>
                  <a:cxn ang="0">
                    <a:pos x="24" y="385"/>
                  </a:cxn>
                  <a:cxn ang="0">
                    <a:pos x="42" y="274"/>
                  </a:cxn>
                  <a:cxn ang="0">
                    <a:pos x="46" y="234"/>
                  </a:cxn>
                  <a:cxn ang="0">
                    <a:pos x="41" y="226"/>
                  </a:cxn>
                  <a:cxn ang="0">
                    <a:pos x="41" y="187"/>
                  </a:cxn>
                  <a:cxn ang="0">
                    <a:pos x="39" y="184"/>
                  </a:cxn>
                  <a:cxn ang="0">
                    <a:pos x="26" y="218"/>
                  </a:cxn>
                  <a:cxn ang="0">
                    <a:pos x="37" y="163"/>
                  </a:cxn>
                  <a:cxn ang="0">
                    <a:pos x="35" y="114"/>
                  </a:cxn>
                  <a:cxn ang="0">
                    <a:pos x="37" y="87"/>
                  </a:cxn>
                  <a:cxn ang="0">
                    <a:pos x="25" y="85"/>
                  </a:cxn>
                  <a:cxn ang="0">
                    <a:pos x="28" y="45"/>
                  </a:cxn>
                  <a:cxn ang="0">
                    <a:pos x="23" y="37"/>
                  </a:cxn>
                  <a:cxn ang="0">
                    <a:pos x="24" y="0"/>
                  </a:cxn>
                </a:cxnLst>
                <a:rect l="0" t="0" r="r" b="b"/>
                <a:pathLst>
                  <a:path w="111" h="682">
                    <a:moveTo>
                      <a:pt x="24" y="0"/>
                    </a:moveTo>
                    <a:lnTo>
                      <a:pt x="28" y="2"/>
                    </a:lnTo>
                    <a:lnTo>
                      <a:pt x="35" y="8"/>
                    </a:lnTo>
                    <a:lnTo>
                      <a:pt x="31" y="11"/>
                    </a:lnTo>
                    <a:lnTo>
                      <a:pt x="34" y="19"/>
                    </a:lnTo>
                    <a:lnTo>
                      <a:pt x="38" y="28"/>
                    </a:lnTo>
                    <a:lnTo>
                      <a:pt x="45" y="33"/>
                    </a:lnTo>
                    <a:lnTo>
                      <a:pt x="53" y="30"/>
                    </a:lnTo>
                    <a:lnTo>
                      <a:pt x="63" y="25"/>
                    </a:lnTo>
                    <a:lnTo>
                      <a:pt x="88" y="30"/>
                    </a:lnTo>
                    <a:lnTo>
                      <a:pt x="63" y="27"/>
                    </a:lnTo>
                    <a:lnTo>
                      <a:pt x="53" y="34"/>
                    </a:lnTo>
                    <a:lnTo>
                      <a:pt x="45" y="33"/>
                    </a:lnTo>
                    <a:lnTo>
                      <a:pt x="38" y="39"/>
                    </a:lnTo>
                    <a:lnTo>
                      <a:pt x="42" y="45"/>
                    </a:lnTo>
                    <a:lnTo>
                      <a:pt x="40" y="50"/>
                    </a:lnTo>
                    <a:lnTo>
                      <a:pt x="48" y="65"/>
                    </a:lnTo>
                    <a:lnTo>
                      <a:pt x="66" y="63"/>
                    </a:lnTo>
                    <a:lnTo>
                      <a:pt x="89" y="117"/>
                    </a:lnTo>
                    <a:lnTo>
                      <a:pt x="66" y="65"/>
                    </a:lnTo>
                    <a:lnTo>
                      <a:pt x="48" y="69"/>
                    </a:lnTo>
                    <a:lnTo>
                      <a:pt x="42" y="71"/>
                    </a:lnTo>
                    <a:lnTo>
                      <a:pt x="53" y="88"/>
                    </a:lnTo>
                    <a:lnTo>
                      <a:pt x="46" y="88"/>
                    </a:lnTo>
                    <a:lnTo>
                      <a:pt x="56" y="111"/>
                    </a:lnTo>
                    <a:lnTo>
                      <a:pt x="76" y="137"/>
                    </a:lnTo>
                    <a:lnTo>
                      <a:pt x="98" y="185"/>
                    </a:lnTo>
                    <a:lnTo>
                      <a:pt x="76" y="142"/>
                    </a:lnTo>
                    <a:lnTo>
                      <a:pt x="56" y="114"/>
                    </a:lnTo>
                    <a:lnTo>
                      <a:pt x="50" y="116"/>
                    </a:lnTo>
                    <a:lnTo>
                      <a:pt x="59" y="131"/>
                    </a:lnTo>
                    <a:lnTo>
                      <a:pt x="53" y="135"/>
                    </a:lnTo>
                    <a:lnTo>
                      <a:pt x="61" y="155"/>
                    </a:lnTo>
                    <a:lnTo>
                      <a:pt x="107" y="320"/>
                    </a:lnTo>
                    <a:lnTo>
                      <a:pt x="61" y="159"/>
                    </a:lnTo>
                    <a:lnTo>
                      <a:pt x="54" y="159"/>
                    </a:lnTo>
                    <a:lnTo>
                      <a:pt x="61" y="184"/>
                    </a:lnTo>
                    <a:lnTo>
                      <a:pt x="56" y="181"/>
                    </a:lnTo>
                    <a:lnTo>
                      <a:pt x="63" y="213"/>
                    </a:lnTo>
                    <a:lnTo>
                      <a:pt x="82" y="269"/>
                    </a:lnTo>
                    <a:lnTo>
                      <a:pt x="103" y="351"/>
                    </a:lnTo>
                    <a:lnTo>
                      <a:pt x="82" y="270"/>
                    </a:lnTo>
                    <a:lnTo>
                      <a:pt x="62" y="215"/>
                    </a:lnTo>
                    <a:lnTo>
                      <a:pt x="56" y="207"/>
                    </a:lnTo>
                    <a:lnTo>
                      <a:pt x="61" y="228"/>
                    </a:lnTo>
                    <a:lnTo>
                      <a:pt x="56" y="224"/>
                    </a:lnTo>
                    <a:lnTo>
                      <a:pt x="63" y="255"/>
                    </a:lnTo>
                    <a:lnTo>
                      <a:pt x="78" y="315"/>
                    </a:lnTo>
                    <a:lnTo>
                      <a:pt x="110" y="391"/>
                    </a:lnTo>
                    <a:lnTo>
                      <a:pt x="79" y="316"/>
                    </a:lnTo>
                    <a:lnTo>
                      <a:pt x="62" y="257"/>
                    </a:lnTo>
                    <a:lnTo>
                      <a:pt x="60" y="257"/>
                    </a:lnTo>
                    <a:lnTo>
                      <a:pt x="89" y="431"/>
                    </a:lnTo>
                    <a:lnTo>
                      <a:pt x="59" y="257"/>
                    </a:lnTo>
                    <a:lnTo>
                      <a:pt x="62" y="280"/>
                    </a:lnTo>
                    <a:lnTo>
                      <a:pt x="59" y="273"/>
                    </a:lnTo>
                    <a:lnTo>
                      <a:pt x="64" y="308"/>
                    </a:lnTo>
                    <a:lnTo>
                      <a:pt x="84" y="389"/>
                    </a:lnTo>
                    <a:lnTo>
                      <a:pt x="64" y="315"/>
                    </a:lnTo>
                    <a:lnTo>
                      <a:pt x="59" y="308"/>
                    </a:lnTo>
                    <a:lnTo>
                      <a:pt x="64" y="331"/>
                    </a:lnTo>
                    <a:lnTo>
                      <a:pt x="89" y="490"/>
                    </a:lnTo>
                    <a:lnTo>
                      <a:pt x="70" y="367"/>
                    </a:lnTo>
                    <a:lnTo>
                      <a:pt x="63" y="331"/>
                    </a:lnTo>
                    <a:lnTo>
                      <a:pt x="59" y="327"/>
                    </a:lnTo>
                    <a:lnTo>
                      <a:pt x="63" y="352"/>
                    </a:lnTo>
                    <a:lnTo>
                      <a:pt x="60" y="348"/>
                    </a:lnTo>
                    <a:lnTo>
                      <a:pt x="66" y="380"/>
                    </a:lnTo>
                    <a:lnTo>
                      <a:pt x="69" y="406"/>
                    </a:lnTo>
                    <a:lnTo>
                      <a:pt x="99" y="498"/>
                    </a:lnTo>
                    <a:lnTo>
                      <a:pt x="68" y="409"/>
                    </a:lnTo>
                    <a:lnTo>
                      <a:pt x="64" y="389"/>
                    </a:lnTo>
                    <a:lnTo>
                      <a:pt x="61" y="384"/>
                    </a:lnTo>
                    <a:lnTo>
                      <a:pt x="68" y="436"/>
                    </a:lnTo>
                    <a:lnTo>
                      <a:pt x="60" y="384"/>
                    </a:lnTo>
                    <a:lnTo>
                      <a:pt x="64" y="409"/>
                    </a:lnTo>
                    <a:lnTo>
                      <a:pt x="59" y="402"/>
                    </a:lnTo>
                    <a:lnTo>
                      <a:pt x="63" y="425"/>
                    </a:lnTo>
                    <a:lnTo>
                      <a:pt x="74" y="499"/>
                    </a:lnTo>
                    <a:lnTo>
                      <a:pt x="83" y="545"/>
                    </a:lnTo>
                    <a:lnTo>
                      <a:pt x="74" y="499"/>
                    </a:lnTo>
                    <a:lnTo>
                      <a:pt x="62" y="427"/>
                    </a:lnTo>
                    <a:lnTo>
                      <a:pt x="59" y="425"/>
                    </a:lnTo>
                    <a:lnTo>
                      <a:pt x="60" y="442"/>
                    </a:lnTo>
                    <a:lnTo>
                      <a:pt x="68" y="490"/>
                    </a:lnTo>
                    <a:lnTo>
                      <a:pt x="59" y="447"/>
                    </a:lnTo>
                    <a:lnTo>
                      <a:pt x="56" y="431"/>
                    </a:lnTo>
                    <a:lnTo>
                      <a:pt x="61" y="470"/>
                    </a:lnTo>
                    <a:lnTo>
                      <a:pt x="56" y="463"/>
                    </a:lnTo>
                    <a:lnTo>
                      <a:pt x="57" y="494"/>
                    </a:lnTo>
                    <a:lnTo>
                      <a:pt x="55" y="480"/>
                    </a:lnTo>
                    <a:lnTo>
                      <a:pt x="53" y="491"/>
                    </a:lnTo>
                    <a:lnTo>
                      <a:pt x="53" y="525"/>
                    </a:lnTo>
                    <a:lnTo>
                      <a:pt x="72" y="681"/>
                    </a:lnTo>
                    <a:lnTo>
                      <a:pt x="52" y="525"/>
                    </a:lnTo>
                    <a:lnTo>
                      <a:pt x="52" y="490"/>
                    </a:lnTo>
                    <a:lnTo>
                      <a:pt x="52" y="469"/>
                    </a:lnTo>
                    <a:lnTo>
                      <a:pt x="47" y="480"/>
                    </a:lnTo>
                    <a:lnTo>
                      <a:pt x="12" y="583"/>
                    </a:lnTo>
                    <a:lnTo>
                      <a:pt x="48" y="470"/>
                    </a:lnTo>
                    <a:lnTo>
                      <a:pt x="52" y="442"/>
                    </a:lnTo>
                    <a:lnTo>
                      <a:pt x="48" y="447"/>
                    </a:lnTo>
                    <a:lnTo>
                      <a:pt x="53" y="412"/>
                    </a:lnTo>
                    <a:lnTo>
                      <a:pt x="48" y="426"/>
                    </a:lnTo>
                    <a:lnTo>
                      <a:pt x="41" y="477"/>
                    </a:lnTo>
                    <a:lnTo>
                      <a:pt x="48" y="422"/>
                    </a:lnTo>
                    <a:lnTo>
                      <a:pt x="52" y="400"/>
                    </a:lnTo>
                    <a:lnTo>
                      <a:pt x="50" y="400"/>
                    </a:lnTo>
                    <a:lnTo>
                      <a:pt x="46" y="412"/>
                    </a:lnTo>
                    <a:lnTo>
                      <a:pt x="38" y="439"/>
                    </a:lnTo>
                    <a:lnTo>
                      <a:pt x="8" y="461"/>
                    </a:lnTo>
                    <a:lnTo>
                      <a:pt x="38" y="436"/>
                    </a:lnTo>
                    <a:lnTo>
                      <a:pt x="48" y="402"/>
                    </a:lnTo>
                    <a:lnTo>
                      <a:pt x="50" y="376"/>
                    </a:lnTo>
                    <a:lnTo>
                      <a:pt x="46" y="376"/>
                    </a:lnTo>
                    <a:lnTo>
                      <a:pt x="50" y="352"/>
                    </a:lnTo>
                    <a:lnTo>
                      <a:pt x="45" y="358"/>
                    </a:lnTo>
                    <a:lnTo>
                      <a:pt x="24" y="406"/>
                    </a:lnTo>
                    <a:lnTo>
                      <a:pt x="45" y="357"/>
                    </a:lnTo>
                    <a:lnTo>
                      <a:pt x="49" y="327"/>
                    </a:lnTo>
                    <a:lnTo>
                      <a:pt x="45" y="334"/>
                    </a:lnTo>
                    <a:lnTo>
                      <a:pt x="48" y="311"/>
                    </a:lnTo>
                    <a:lnTo>
                      <a:pt x="42" y="327"/>
                    </a:lnTo>
                    <a:lnTo>
                      <a:pt x="46" y="291"/>
                    </a:lnTo>
                    <a:lnTo>
                      <a:pt x="42" y="310"/>
                    </a:lnTo>
                    <a:lnTo>
                      <a:pt x="24" y="385"/>
                    </a:lnTo>
                    <a:lnTo>
                      <a:pt x="42" y="310"/>
                    </a:lnTo>
                    <a:lnTo>
                      <a:pt x="47" y="265"/>
                    </a:lnTo>
                    <a:lnTo>
                      <a:pt x="42" y="274"/>
                    </a:lnTo>
                    <a:lnTo>
                      <a:pt x="11" y="317"/>
                    </a:lnTo>
                    <a:lnTo>
                      <a:pt x="42" y="273"/>
                    </a:lnTo>
                    <a:lnTo>
                      <a:pt x="46" y="234"/>
                    </a:lnTo>
                    <a:lnTo>
                      <a:pt x="41" y="241"/>
                    </a:lnTo>
                    <a:lnTo>
                      <a:pt x="45" y="218"/>
                    </a:lnTo>
                    <a:lnTo>
                      <a:pt x="41" y="226"/>
                    </a:lnTo>
                    <a:lnTo>
                      <a:pt x="26" y="333"/>
                    </a:lnTo>
                    <a:lnTo>
                      <a:pt x="41" y="217"/>
                    </a:lnTo>
                    <a:lnTo>
                      <a:pt x="41" y="187"/>
                    </a:lnTo>
                    <a:lnTo>
                      <a:pt x="37" y="201"/>
                    </a:lnTo>
                    <a:lnTo>
                      <a:pt x="28" y="262"/>
                    </a:lnTo>
                    <a:lnTo>
                      <a:pt x="39" y="184"/>
                    </a:lnTo>
                    <a:lnTo>
                      <a:pt x="41" y="159"/>
                    </a:lnTo>
                    <a:lnTo>
                      <a:pt x="37" y="170"/>
                    </a:lnTo>
                    <a:lnTo>
                      <a:pt x="26" y="218"/>
                    </a:lnTo>
                    <a:lnTo>
                      <a:pt x="0" y="245"/>
                    </a:lnTo>
                    <a:lnTo>
                      <a:pt x="26" y="215"/>
                    </a:lnTo>
                    <a:lnTo>
                      <a:pt x="37" y="163"/>
                    </a:lnTo>
                    <a:lnTo>
                      <a:pt x="38" y="129"/>
                    </a:lnTo>
                    <a:lnTo>
                      <a:pt x="33" y="145"/>
                    </a:lnTo>
                    <a:lnTo>
                      <a:pt x="35" y="114"/>
                    </a:lnTo>
                    <a:lnTo>
                      <a:pt x="18" y="195"/>
                    </a:lnTo>
                    <a:lnTo>
                      <a:pt x="34" y="111"/>
                    </a:lnTo>
                    <a:lnTo>
                      <a:pt x="37" y="87"/>
                    </a:lnTo>
                    <a:lnTo>
                      <a:pt x="31" y="105"/>
                    </a:lnTo>
                    <a:lnTo>
                      <a:pt x="32" y="67"/>
                    </a:lnTo>
                    <a:lnTo>
                      <a:pt x="25" y="85"/>
                    </a:lnTo>
                    <a:lnTo>
                      <a:pt x="1" y="149"/>
                    </a:lnTo>
                    <a:lnTo>
                      <a:pt x="25" y="82"/>
                    </a:lnTo>
                    <a:lnTo>
                      <a:pt x="28" y="45"/>
                    </a:lnTo>
                    <a:lnTo>
                      <a:pt x="24" y="56"/>
                    </a:lnTo>
                    <a:lnTo>
                      <a:pt x="26" y="28"/>
                    </a:lnTo>
                    <a:lnTo>
                      <a:pt x="23" y="37"/>
                    </a:lnTo>
                    <a:lnTo>
                      <a:pt x="22" y="14"/>
                    </a:lnTo>
                    <a:lnTo>
                      <a:pt x="23" y="6"/>
                    </a:lnTo>
                    <a:lnTo>
                      <a:pt x="24" y="0"/>
                    </a:lnTo>
                  </a:path>
                </a:pathLst>
              </a:custGeom>
              <a:solidFill>
                <a:srgbClr val="CEDA9D"/>
              </a:solidFill>
              <a:ln w="9525" cap="rnd">
                <a:noFill/>
                <a:round/>
              </a:ln>
              <a:effectLst/>
            </p:spPr>
            <p:txBody>
              <a:bodyPr/>
              <a:lstStyle/>
              <a:p>
                <a:endParaRPr lang="zh-CN" altLang="en-US"/>
              </a:p>
            </p:txBody>
          </p:sp>
          <p:grpSp>
            <p:nvGrpSpPr>
              <p:cNvPr id="9" name="Group 38"/>
              <p:cNvGrpSpPr/>
              <p:nvPr/>
            </p:nvGrpSpPr>
            <p:grpSpPr bwMode="auto">
              <a:xfrm>
                <a:off x="149" y="3240"/>
                <a:ext cx="340" cy="959"/>
                <a:chOff x="149" y="3240"/>
                <a:chExt cx="340" cy="959"/>
              </a:xfrm>
            </p:grpSpPr>
            <p:sp>
              <p:nvSpPr>
                <p:cNvPr id="2084" name="Freeform 36"/>
                <p:cNvSpPr/>
                <p:nvPr/>
              </p:nvSpPr>
              <p:spPr bwMode="ltGray">
                <a:xfrm>
                  <a:off x="414" y="3766"/>
                  <a:ext cx="75" cy="433"/>
                </a:xfrm>
                <a:custGeom>
                  <a:avLst/>
                  <a:gdLst/>
                  <a:ahLst/>
                  <a:cxnLst>
                    <a:cxn ang="0">
                      <a:pos x="58" y="0"/>
                    </a:cxn>
                    <a:cxn ang="0">
                      <a:pos x="54" y="8"/>
                    </a:cxn>
                    <a:cxn ang="0">
                      <a:pos x="29" y="85"/>
                    </a:cxn>
                    <a:cxn ang="0">
                      <a:pos x="15" y="157"/>
                    </a:cxn>
                    <a:cxn ang="0">
                      <a:pos x="0" y="248"/>
                    </a:cxn>
                    <a:cxn ang="0">
                      <a:pos x="0" y="346"/>
                    </a:cxn>
                    <a:cxn ang="0">
                      <a:pos x="7" y="432"/>
                    </a:cxn>
                    <a:cxn ang="0">
                      <a:pos x="15" y="432"/>
                    </a:cxn>
                    <a:cxn ang="0">
                      <a:pos x="7" y="346"/>
                    </a:cxn>
                    <a:cxn ang="0">
                      <a:pos x="7" y="274"/>
                    </a:cxn>
                    <a:cxn ang="0">
                      <a:pos x="22" y="196"/>
                    </a:cxn>
                    <a:cxn ang="0">
                      <a:pos x="44" y="117"/>
                    </a:cxn>
                    <a:cxn ang="0">
                      <a:pos x="74" y="19"/>
                    </a:cxn>
                    <a:cxn ang="0">
                      <a:pos x="58" y="0"/>
                    </a:cxn>
                  </a:cxnLst>
                  <a:rect l="0" t="0" r="r" b="b"/>
                  <a:pathLst>
                    <a:path w="75" h="433">
                      <a:moveTo>
                        <a:pt x="58" y="0"/>
                      </a:moveTo>
                      <a:lnTo>
                        <a:pt x="54" y="8"/>
                      </a:lnTo>
                      <a:lnTo>
                        <a:pt x="29" y="85"/>
                      </a:lnTo>
                      <a:lnTo>
                        <a:pt x="15" y="157"/>
                      </a:lnTo>
                      <a:lnTo>
                        <a:pt x="0" y="248"/>
                      </a:lnTo>
                      <a:lnTo>
                        <a:pt x="0" y="346"/>
                      </a:lnTo>
                      <a:lnTo>
                        <a:pt x="7" y="432"/>
                      </a:lnTo>
                      <a:lnTo>
                        <a:pt x="15" y="432"/>
                      </a:lnTo>
                      <a:lnTo>
                        <a:pt x="7" y="346"/>
                      </a:lnTo>
                      <a:lnTo>
                        <a:pt x="7" y="274"/>
                      </a:lnTo>
                      <a:lnTo>
                        <a:pt x="22" y="196"/>
                      </a:lnTo>
                      <a:lnTo>
                        <a:pt x="44" y="117"/>
                      </a:lnTo>
                      <a:lnTo>
                        <a:pt x="74" y="19"/>
                      </a:lnTo>
                      <a:lnTo>
                        <a:pt x="58" y="0"/>
                      </a:lnTo>
                    </a:path>
                  </a:pathLst>
                </a:custGeom>
                <a:solidFill>
                  <a:srgbClr val="CEDA9D"/>
                </a:solidFill>
                <a:ln w="9525" cap="rnd">
                  <a:noFill/>
                  <a:round/>
                </a:ln>
                <a:effectLst/>
              </p:spPr>
              <p:txBody>
                <a:bodyPr/>
                <a:lstStyle/>
                <a:p>
                  <a:endParaRPr lang="zh-CN" altLang="en-US"/>
                </a:p>
              </p:txBody>
            </p:sp>
            <p:sp>
              <p:nvSpPr>
                <p:cNvPr id="2085" name="Freeform 37"/>
                <p:cNvSpPr/>
                <p:nvPr/>
              </p:nvSpPr>
              <p:spPr bwMode="ltGray">
                <a:xfrm>
                  <a:off x="149" y="3240"/>
                  <a:ext cx="292" cy="551"/>
                </a:xfrm>
                <a:custGeom>
                  <a:avLst/>
                  <a:gdLst/>
                  <a:ahLst/>
                  <a:cxnLst>
                    <a:cxn ang="0">
                      <a:pos x="132" y="14"/>
                    </a:cxn>
                    <a:cxn ang="0">
                      <a:pos x="20" y="24"/>
                    </a:cxn>
                    <a:cxn ang="0">
                      <a:pos x="124" y="24"/>
                    </a:cxn>
                    <a:cxn ang="0">
                      <a:pos x="107" y="48"/>
                    </a:cxn>
                    <a:cxn ang="0">
                      <a:pos x="107" y="58"/>
                    </a:cxn>
                    <a:cxn ang="0">
                      <a:pos x="57" y="82"/>
                    </a:cxn>
                    <a:cxn ang="0">
                      <a:pos x="95" y="73"/>
                    </a:cxn>
                    <a:cxn ang="0">
                      <a:pos x="95" y="86"/>
                    </a:cxn>
                    <a:cxn ang="0">
                      <a:pos x="104" y="91"/>
                    </a:cxn>
                    <a:cxn ang="0">
                      <a:pos x="12" y="149"/>
                    </a:cxn>
                    <a:cxn ang="0">
                      <a:pos x="99" y="121"/>
                    </a:cxn>
                    <a:cxn ang="0">
                      <a:pos x="77" y="159"/>
                    </a:cxn>
                    <a:cxn ang="0">
                      <a:pos x="12" y="184"/>
                    </a:cxn>
                    <a:cxn ang="0">
                      <a:pos x="82" y="164"/>
                    </a:cxn>
                    <a:cxn ang="0">
                      <a:pos x="28" y="208"/>
                    </a:cxn>
                    <a:cxn ang="0">
                      <a:pos x="61" y="188"/>
                    </a:cxn>
                    <a:cxn ang="0">
                      <a:pos x="82" y="184"/>
                    </a:cxn>
                    <a:cxn ang="0">
                      <a:pos x="82" y="198"/>
                    </a:cxn>
                    <a:cxn ang="0">
                      <a:pos x="69" y="226"/>
                    </a:cxn>
                    <a:cxn ang="0">
                      <a:pos x="8" y="261"/>
                    </a:cxn>
                    <a:cxn ang="0">
                      <a:pos x="77" y="231"/>
                    </a:cxn>
                    <a:cxn ang="0">
                      <a:pos x="66" y="271"/>
                    </a:cxn>
                    <a:cxn ang="0">
                      <a:pos x="50" y="294"/>
                    </a:cxn>
                    <a:cxn ang="0">
                      <a:pos x="57" y="294"/>
                    </a:cxn>
                    <a:cxn ang="0">
                      <a:pos x="57" y="309"/>
                    </a:cxn>
                    <a:cxn ang="0">
                      <a:pos x="12" y="343"/>
                    </a:cxn>
                    <a:cxn ang="0">
                      <a:pos x="50" y="338"/>
                    </a:cxn>
                    <a:cxn ang="0">
                      <a:pos x="50" y="343"/>
                    </a:cxn>
                    <a:cxn ang="0">
                      <a:pos x="53" y="357"/>
                    </a:cxn>
                    <a:cxn ang="0">
                      <a:pos x="44" y="386"/>
                    </a:cxn>
                    <a:cxn ang="0">
                      <a:pos x="53" y="401"/>
                    </a:cxn>
                    <a:cxn ang="0">
                      <a:pos x="57" y="463"/>
                    </a:cxn>
                    <a:cxn ang="0">
                      <a:pos x="66" y="386"/>
                    </a:cxn>
                    <a:cxn ang="0">
                      <a:pos x="136" y="550"/>
                    </a:cxn>
                    <a:cxn ang="0">
                      <a:pos x="95" y="357"/>
                    </a:cxn>
                    <a:cxn ang="0">
                      <a:pos x="95" y="353"/>
                    </a:cxn>
                    <a:cxn ang="0">
                      <a:pos x="99" y="338"/>
                    </a:cxn>
                    <a:cxn ang="0">
                      <a:pos x="158" y="434"/>
                    </a:cxn>
                    <a:cxn ang="0">
                      <a:pos x="120" y="381"/>
                    </a:cxn>
                    <a:cxn ang="0">
                      <a:pos x="107" y="294"/>
                    </a:cxn>
                    <a:cxn ang="0">
                      <a:pos x="111" y="271"/>
                    </a:cxn>
                    <a:cxn ang="0">
                      <a:pos x="132" y="328"/>
                    </a:cxn>
                    <a:cxn ang="0">
                      <a:pos x="120" y="241"/>
                    </a:cxn>
                    <a:cxn ang="0">
                      <a:pos x="140" y="226"/>
                    </a:cxn>
                    <a:cxn ang="0">
                      <a:pos x="158" y="284"/>
                    </a:cxn>
                    <a:cxn ang="0">
                      <a:pos x="136" y="184"/>
                    </a:cxn>
                    <a:cxn ang="0">
                      <a:pos x="140" y="173"/>
                    </a:cxn>
                    <a:cxn ang="0">
                      <a:pos x="145" y="126"/>
                    </a:cxn>
                    <a:cxn ang="0">
                      <a:pos x="166" y="130"/>
                    </a:cxn>
                    <a:cxn ang="0">
                      <a:pos x="240" y="256"/>
                    </a:cxn>
                    <a:cxn ang="0">
                      <a:pos x="186" y="184"/>
                    </a:cxn>
                    <a:cxn ang="0">
                      <a:pos x="158" y="82"/>
                    </a:cxn>
                    <a:cxn ang="0">
                      <a:pos x="166" y="64"/>
                    </a:cxn>
                    <a:cxn ang="0">
                      <a:pos x="202" y="121"/>
                    </a:cxn>
                    <a:cxn ang="0">
                      <a:pos x="194" y="115"/>
                    </a:cxn>
                    <a:cxn ang="0">
                      <a:pos x="178" y="38"/>
                    </a:cxn>
                    <a:cxn ang="0">
                      <a:pos x="224" y="115"/>
                    </a:cxn>
                    <a:cxn ang="0">
                      <a:pos x="194" y="78"/>
                    </a:cxn>
                    <a:cxn ang="0">
                      <a:pos x="170" y="4"/>
                    </a:cxn>
                  </a:cxnLst>
                  <a:rect l="0" t="0" r="r" b="b"/>
                  <a:pathLst>
                    <a:path w="292" h="551">
                      <a:moveTo>
                        <a:pt x="163" y="7"/>
                      </a:moveTo>
                      <a:lnTo>
                        <a:pt x="145" y="0"/>
                      </a:lnTo>
                      <a:lnTo>
                        <a:pt x="132" y="14"/>
                      </a:lnTo>
                      <a:lnTo>
                        <a:pt x="120" y="19"/>
                      </a:lnTo>
                      <a:lnTo>
                        <a:pt x="91" y="24"/>
                      </a:lnTo>
                      <a:lnTo>
                        <a:pt x="20" y="24"/>
                      </a:lnTo>
                      <a:lnTo>
                        <a:pt x="91" y="28"/>
                      </a:lnTo>
                      <a:lnTo>
                        <a:pt x="111" y="19"/>
                      </a:lnTo>
                      <a:lnTo>
                        <a:pt x="124" y="24"/>
                      </a:lnTo>
                      <a:lnTo>
                        <a:pt x="107" y="33"/>
                      </a:lnTo>
                      <a:lnTo>
                        <a:pt x="120" y="33"/>
                      </a:lnTo>
                      <a:lnTo>
                        <a:pt x="107" y="48"/>
                      </a:lnTo>
                      <a:lnTo>
                        <a:pt x="16" y="130"/>
                      </a:lnTo>
                      <a:lnTo>
                        <a:pt x="111" y="48"/>
                      </a:lnTo>
                      <a:lnTo>
                        <a:pt x="107" y="58"/>
                      </a:lnTo>
                      <a:lnTo>
                        <a:pt x="95" y="73"/>
                      </a:lnTo>
                      <a:lnTo>
                        <a:pt x="82" y="78"/>
                      </a:lnTo>
                      <a:lnTo>
                        <a:pt x="57" y="82"/>
                      </a:lnTo>
                      <a:lnTo>
                        <a:pt x="16" y="73"/>
                      </a:lnTo>
                      <a:lnTo>
                        <a:pt x="82" y="82"/>
                      </a:lnTo>
                      <a:lnTo>
                        <a:pt x="95" y="73"/>
                      </a:lnTo>
                      <a:lnTo>
                        <a:pt x="107" y="68"/>
                      </a:lnTo>
                      <a:lnTo>
                        <a:pt x="104" y="82"/>
                      </a:lnTo>
                      <a:lnTo>
                        <a:pt x="95" y="86"/>
                      </a:lnTo>
                      <a:lnTo>
                        <a:pt x="12" y="135"/>
                      </a:lnTo>
                      <a:lnTo>
                        <a:pt x="95" y="91"/>
                      </a:lnTo>
                      <a:lnTo>
                        <a:pt x="104" y="91"/>
                      </a:lnTo>
                      <a:lnTo>
                        <a:pt x="95" y="106"/>
                      </a:lnTo>
                      <a:lnTo>
                        <a:pt x="82" y="121"/>
                      </a:lnTo>
                      <a:lnTo>
                        <a:pt x="12" y="149"/>
                      </a:lnTo>
                      <a:lnTo>
                        <a:pt x="91" y="115"/>
                      </a:lnTo>
                      <a:lnTo>
                        <a:pt x="95" y="115"/>
                      </a:lnTo>
                      <a:lnTo>
                        <a:pt x="99" y="121"/>
                      </a:lnTo>
                      <a:lnTo>
                        <a:pt x="82" y="139"/>
                      </a:lnTo>
                      <a:lnTo>
                        <a:pt x="99" y="135"/>
                      </a:lnTo>
                      <a:lnTo>
                        <a:pt x="77" y="159"/>
                      </a:lnTo>
                      <a:lnTo>
                        <a:pt x="61" y="173"/>
                      </a:lnTo>
                      <a:lnTo>
                        <a:pt x="28" y="184"/>
                      </a:lnTo>
                      <a:lnTo>
                        <a:pt x="12" y="184"/>
                      </a:lnTo>
                      <a:lnTo>
                        <a:pt x="41" y="179"/>
                      </a:lnTo>
                      <a:lnTo>
                        <a:pt x="74" y="168"/>
                      </a:lnTo>
                      <a:lnTo>
                        <a:pt x="82" y="164"/>
                      </a:lnTo>
                      <a:lnTo>
                        <a:pt x="74" y="179"/>
                      </a:lnTo>
                      <a:lnTo>
                        <a:pt x="57" y="198"/>
                      </a:lnTo>
                      <a:lnTo>
                        <a:pt x="28" y="208"/>
                      </a:lnTo>
                      <a:lnTo>
                        <a:pt x="0" y="216"/>
                      </a:lnTo>
                      <a:lnTo>
                        <a:pt x="36" y="203"/>
                      </a:lnTo>
                      <a:lnTo>
                        <a:pt x="61" y="188"/>
                      </a:lnTo>
                      <a:lnTo>
                        <a:pt x="82" y="173"/>
                      </a:lnTo>
                      <a:lnTo>
                        <a:pt x="87" y="168"/>
                      </a:lnTo>
                      <a:lnTo>
                        <a:pt x="82" y="184"/>
                      </a:lnTo>
                      <a:lnTo>
                        <a:pt x="91" y="179"/>
                      </a:lnTo>
                      <a:lnTo>
                        <a:pt x="99" y="184"/>
                      </a:lnTo>
                      <a:lnTo>
                        <a:pt x="82" y="198"/>
                      </a:lnTo>
                      <a:lnTo>
                        <a:pt x="82" y="208"/>
                      </a:lnTo>
                      <a:lnTo>
                        <a:pt x="61" y="226"/>
                      </a:lnTo>
                      <a:lnTo>
                        <a:pt x="69" y="226"/>
                      </a:lnTo>
                      <a:lnTo>
                        <a:pt x="61" y="237"/>
                      </a:lnTo>
                      <a:lnTo>
                        <a:pt x="33" y="256"/>
                      </a:lnTo>
                      <a:lnTo>
                        <a:pt x="8" y="261"/>
                      </a:lnTo>
                      <a:lnTo>
                        <a:pt x="44" y="250"/>
                      </a:lnTo>
                      <a:lnTo>
                        <a:pt x="66" y="237"/>
                      </a:lnTo>
                      <a:lnTo>
                        <a:pt x="77" y="231"/>
                      </a:lnTo>
                      <a:lnTo>
                        <a:pt x="77" y="246"/>
                      </a:lnTo>
                      <a:lnTo>
                        <a:pt x="77" y="250"/>
                      </a:lnTo>
                      <a:lnTo>
                        <a:pt x="66" y="271"/>
                      </a:lnTo>
                      <a:lnTo>
                        <a:pt x="53" y="284"/>
                      </a:lnTo>
                      <a:lnTo>
                        <a:pt x="61" y="284"/>
                      </a:lnTo>
                      <a:lnTo>
                        <a:pt x="50" y="294"/>
                      </a:lnTo>
                      <a:lnTo>
                        <a:pt x="8" y="319"/>
                      </a:lnTo>
                      <a:lnTo>
                        <a:pt x="36" y="303"/>
                      </a:lnTo>
                      <a:lnTo>
                        <a:pt x="57" y="294"/>
                      </a:lnTo>
                      <a:lnTo>
                        <a:pt x="57" y="309"/>
                      </a:lnTo>
                      <a:lnTo>
                        <a:pt x="44" y="313"/>
                      </a:lnTo>
                      <a:lnTo>
                        <a:pt x="57" y="309"/>
                      </a:lnTo>
                      <a:lnTo>
                        <a:pt x="57" y="319"/>
                      </a:lnTo>
                      <a:lnTo>
                        <a:pt x="50" y="328"/>
                      </a:lnTo>
                      <a:lnTo>
                        <a:pt x="12" y="343"/>
                      </a:lnTo>
                      <a:lnTo>
                        <a:pt x="44" y="328"/>
                      </a:lnTo>
                      <a:lnTo>
                        <a:pt x="44" y="333"/>
                      </a:lnTo>
                      <a:lnTo>
                        <a:pt x="50" y="338"/>
                      </a:lnTo>
                      <a:lnTo>
                        <a:pt x="12" y="371"/>
                      </a:lnTo>
                      <a:lnTo>
                        <a:pt x="41" y="346"/>
                      </a:lnTo>
                      <a:lnTo>
                        <a:pt x="50" y="343"/>
                      </a:lnTo>
                      <a:lnTo>
                        <a:pt x="53" y="353"/>
                      </a:lnTo>
                      <a:lnTo>
                        <a:pt x="44" y="361"/>
                      </a:lnTo>
                      <a:lnTo>
                        <a:pt x="53" y="357"/>
                      </a:lnTo>
                      <a:lnTo>
                        <a:pt x="44" y="386"/>
                      </a:lnTo>
                      <a:lnTo>
                        <a:pt x="8" y="419"/>
                      </a:lnTo>
                      <a:lnTo>
                        <a:pt x="44" y="386"/>
                      </a:lnTo>
                      <a:lnTo>
                        <a:pt x="41" y="401"/>
                      </a:lnTo>
                      <a:lnTo>
                        <a:pt x="53" y="386"/>
                      </a:lnTo>
                      <a:lnTo>
                        <a:pt x="53" y="401"/>
                      </a:lnTo>
                      <a:lnTo>
                        <a:pt x="57" y="468"/>
                      </a:lnTo>
                      <a:lnTo>
                        <a:pt x="95" y="550"/>
                      </a:lnTo>
                      <a:lnTo>
                        <a:pt x="57" y="463"/>
                      </a:lnTo>
                      <a:lnTo>
                        <a:pt x="57" y="429"/>
                      </a:lnTo>
                      <a:lnTo>
                        <a:pt x="61" y="405"/>
                      </a:lnTo>
                      <a:lnTo>
                        <a:pt x="66" y="386"/>
                      </a:lnTo>
                      <a:lnTo>
                        <a:pt x="74" y="353"/>
                      </a:lnTo>
                      <a:lnTo>
                        <a:pt x="82" y="366"/>
                      </a:lnTo>
                      <a:lnTo>
                        <a:pt x="136" y="550"/>
                      </a:lnTo>
                      <a:lnTo>
                        <a:pt x="87" y="366"/>
                      </a:lnTo>
                      <a:lnTo>
                        <a:pt x="87" y="346"/>
                      </a:lnTo>
                      <a:lnTo>
                        <a:pt x="95" y="357"/>
                      </a:lnTo>
                      <a:lnTo>
                        <a:pt x="104" y="536"/>
                      </a:lnTo>
                      <a:lnTo>
                        <a:pt x="99" y="381"/>
                      </a:lnTo>
                      <a:lnTo>
                        <a:pt x="95" y="353"/>
                      </a:lnTo>
                      <a:lnTo>
                        <a:pt x="91" y="343"/>
                      </a:lnTo>
                      <a:lnTo>
                        <a:pt x="95" y="319"/>
                      </a:lnTo>
                      <a:lnTo>
                        <a:pt x="99" y="338"/>
                      </a:lnTo>
                      <a:lnTo>
                        <a:pt x="111" y="376"/>
                      </a:lnTo>
                      <a:lnTo>
                        <a:pt x="124" y="401"/>
                      </a:lnTo>
                      <a:lnTo>
                        <a:pt x="158" y="434"/>
                      </a:lnTo>
                      <a:lnTo>
                        <a:pt x="229" y="497"/>
                      </a:lnTo>
                      <a:lnTo>
                        <a:pt x="136" y="405"/>
                      </a:lnTo>
                      <a:lnTo>
                        <a:pt x="120" y="381"/>
                      </a:lnTo>
                      <a:lnTo>
                        <a:pt x="111" y="366"/>
                      </a:lnTo>
                      <a:lnTo>
                        <a:pt x="104" y="346"/>
                      </a:lnTo>
                      <a:lnTo>
                        <a:pt x="107" y="294"/>
                      </a:lnTo>
                      <a:lnTo>
                        <a:pt x="111" y="309"/>
                      </a:lnTo>
                      <a:lnTo>
                        <a:pt x="111" y="279"/>
                      </a:lnTo>
                      <a:lnTo>
                        <a:pt x="111" y="271"/>
                      </a:lnTo>
                      <a:lnTo>
                        <a:pt x="120" y="294"/>
                      </a:lnTo>
                      <a:lnTo>
                        <a:pt x="199" y="473"/>
                      </a:lnTo>
                      <a:lnTo>
                        <a:pt x="132" y="328"/>
                      </a:lnTo>
                      <a:lnTo>
                        <a:pt x="124" y="313"/>
                      </a:lnTo>
                      <a:lnTo>
                        <a:pt x="120" y="294"/>
                      </a:lnTo>
                      <a:lnTo>
                        <a:pt x="120" y="241"/>
                      </a:lnTo>
                      <a:lnTo>
                        <a:pt x="124" y="246"/>
                      </a:lnTo>
                      <a:lnTo>
                        <a:pt x="128" y="216"/>
                      </a:lnTo>
                      <a:lnTo>
                        <a:pt x="140" y="226"/>
                      </a:lnTo>
                      <a:lnTo>
                        <a:pt x="202" y="424"/>
                      </a:lnTo>
                      <a:lnTo>
                        <a:pt x="170" y="328"/>
                      </a:lnTo>
                      <a:lnTo>
                        <a:pt x="158" y="284"/>
                      </a:lnTo>
                      <a:lnTo>
                        <a:pt x="140" y="246"/>
                      </a:lnTo>
                      <a:lnTo>
                        <a:pt x="140" y="222"/>
                      </a:lnTo>
                      <a:lnTo>
                        <a:pt x="136" y="184"/>
                      </a:lnTo>
                      <a:lnTo>
                        <a:pt x="145" y="188"/>
                      </a:lnTo>
                      <a:lnTo>
                        <a:pt x="178" y="386"/>
                      </a:lnTo>
                      <a:lnTo>
                        <a:pt x="140" y="173"/>
                      </a:lnTo>
                      <a:lnTo>
                        <a:pt x="140" y="154"/>
                      </a:lnTo>
                      <a:lnTo>
                        <a:pt x="145" y="168"/>
                      </a:lnTo>
                      <a:lnTo>
                        <a:pt x="145" y="126"/>
                      </a:lnTo>
                      <a:lnTo>
                        <a:pt x="153" y="139"/>
                      </a:lnTo>
                      <a:lnTo>
                        <a:pt x="153" y="115"/>
                      </a:lnTo>
                      <a:lnTo>
                        <a:pt x="166" y="130"/>
                      </a:lnTo>
                      <a:lnTo>
                        <a:pt x="183" y="179"/>
                      </a:lnTo>
                      <a:lnTo>
                        <a:pt x="202" y="208"/>
                      </a:lnTo>
                      <a:lnTo>
                        <a:pt x="240" y="256"/>
                      </a:lnTo>
                      <a:lnTo>
                        <a:pt x="261" y="299"/>
                      </a:lnTo>
                      <a:lnTo>
                        <a:pt x="202" y="208"/>
                      </a:lnTo>
                      <a:lnTo>
                        <a:pt x="186" y="184"/>
                      </a:lnTo>
                      <a:lnTo>
                        <a:pt x="170" y="149"/>
                      </a:lnTo>
                      <a:lnTo>
                        <a:pt x="166" y="126"/>
                      </a:lnTo>
                      <a:lnTo>
                        <a:pt x="158" y="82"/>
                      </a:lnTo>
                      <a:lnTo>
                        <a:pt x="161" y="86"/>
                      </a:lnTo>
                      <a:lnTo>
                        <a:pt x="170" y="82"/>
                      </a:lnTo>
                      <a:lnTo>
                        <a:pt x="166" y="64"/>
                      </a:lnTo>
                      <a:lnTo>
                        <a:pt x="174" y="82"/>
                      </a:lnTo>
                      <a:lnTo>
                        <a:pt x="183" y="101"/>
                      </a:lnTo>
                      <a:lnTo>
                        <a:pt x="202" y="121"/>
                      </a:lnTo>
                      <a:lnTo>
                        <a:pt x="233" y="139"/>
                      </a:lnTo>
                      <a:lnTo>
                        <a:pt x="291" y="188"/>
                      </a:lnTo>
                      <a:lnTo>
                        <a:pt x="194" y="115"/>
                      </a:lnTo>
                      <a:lnTo>
                        <a:pt x="183" y="96"/>
                      </a:lnTo>
                      <a:lnTo>
                        <a:pt x="178" y="86"/>
                      </a:lnTo>
                      <a:lnTo>
                        <a:pt x="178" y="38"/>
                      </a:lnTo>
                      <a:lnTo>
                        <a:pt x="186" y="53"/>
                      </a:lnTo>
                      <a:lnTo>
                        <a:pt x="199" y="78"/>
                      </a:lnTo>
                      <a:lnTo>
                        <a:pt x="224" y="115"/>
                      </a:lnTo>
                      <a:lnTo>
                        <a:pt x="257" y="154"/>
                      </a:lnTo>
                      <a:lnTo>
                        <a:pt x="265" y="173"/>
                      </a:lnTo>
                      <a:lnTo>
                        <a:pt x="194" y="78"/>
                      </a:lnTo>
                      <a:lnTo>
                        <a:pt x="186" y="43"/>
                      </a:lnTo>
                      <a:lnTo>
                        <a:pt x="190" y="19"/>
                      </a:lnTo>
                      <a:lnTo>
                        <a:pt x="170" y="4"/>
                      </a:lnTo>
                      <a:lnTo>
                        <a:pt x="163" y="7"/>
                      </a:lnTo>
                    </a:path>
                  </a:pathLst>
                </a:custGeom>
                <a:solidFill>
                  <a:srgbClr val="CEDA9D"/>
                </a:solidFill>
                <a:ln w="9525" cap="rnd">
                  <a:noFill/>
                  <a:round/>
                </a:ln>
                <a:effectLst/>
              </p:spPr>
              <p:txBody>
                <a:bodyPr/>
                <a:lstStyle/>
                <a:p>
                  <a:endParaRPr lang="zh-CN" altLang="en-US"/>
                </a:p>
              </p:txBody>
            </p:sp>
          </p:grpSp>
          <p:sp>
            <p:nvSpPr>
              <p:cNvPr id="2087" name="Freeform 39"/>
              <p:cNvSpPr/>
              <p:nvPr/>
            </p:nvSpPr>
            <p:spPr bwMode="ltGray">
              <a:xfrm>
                <a:off x="0" y="2432"/>
                <a:ext cx="169" cy="957"/>
              </a:xfrm>
              <a:custGeom>
                <a:avLst/>
                <a:gdLst/>
                <a:ahLst/>
                <a:cxnLst>
                  <a:cxn ang="0">
                    <a:pos x="75" y="25"/>
                  </a:cxn>
                  <a:cxn ang="0">
                    <a:pos x="12" y="41"/>
                  </a:cxn>
                  <a:cxn ang="0">
                    <a:pos x="71" y="41"/>
                  </a:cxn>
                  <a:cxn ang="0">
                    <a:pos x="60" y="85"/>
                  </a:cxn>
                  <a:cxn ang="0">
                    <a:pos x="60" y="101"/>
                  </a:cxn>
                  <a:cxn ang="0">
                    <a:pos x="32" y="142"/>
                  </a:cxn>
                  <a:cxn ang="0">
                    <a:pos x="55" y="127"/>
                  </a:cxn>
                  <a:cxn ang="0">
                    <a:pos x="55" y="153"/>
                  </a:cxn>
                  <a:cxn ang="0">
                    <a:pos x="59" y="160"/>
                  </a:cxn>
                  <a:cxn ang="0">
                    <a:pos x="5" y="261"/>
                  </a:cxn>
                  <a:cxn ang="0">
                    <a:pos x="57" y="209"/>
                  </a:cxn>
                  <a:cxn ang="0">
                    <a:pos x="44" y="276"/>
                  </a:cxn>
                  <a:cxn ang="0">
                    <a:pos x="5" y="318"/>
                  </a:cxn>
                  <a:cxn ang="0">
                    <a:pos x="47" y="285"/>
                  </a:cxn>
                  <a:cxn ang="0">
                    <a:pos x="16" y="363"/>
                  </a:cxn>
                  <a:cxn ang="0">
                    <a:pos x="34" y="326"/>
                  </a:cxn>
                  <a:cxn ang="0">
                    <a:pos x="47" y="318"/>
                  </a:cxn>
                  <a:cxn ang="0">
                    <a:pos x="47" y="344"/>
                  </a:cxn>
                  <a:cxn ang="0">
                    <a:pos x="41" y="394"/>
                  </a:cxn>
                  <a:cxn ang="0">
                    <a:pos x="4" y="453"/>
                  </a:cxn>
                  <a:cxn ang="0">
                    <a:pos x="44" y="403"/>
                  </a:cxn>
                  <a:cxn ang="0">
                    <a:pos x="39" y="471"/>
                  </a:cxn>
                  <a:cxn ang="0">
                    <a:pos x="28" y="512"/>
                  </a:cxn>
                  <a:cxn ang="0">
                    <a:pos x="32" y="512"/>
                  </a:cxn>
                  <a:cxn ang="0">
                    <a:pos x="32" y="538"/>
                  </a:cxn>
                  <a:cxn ang="0">
                    <a:pos x="5" y="595"/>
                  </a:cxn>
                  <a:cxn ang="0">
                    <a:pos x="28" y="587"/>
                  </a:cxn>
                  <a:cxn ang="0">
                    <a:pos x="28" y="595"/>
                  </a:cxn>
                  <a:cxn ang="0">
                    <a:pos x="31" y="621"/>
                  </a:cxn>
                  <a:cxn ang="0">
                    <a:pos x="26" y="670"/>
                  </a:cxn>
                  <a:cxn ang="0">
                    <a:pos x="31" y="696"/>
                  </a:cxn>
                  <a:cxn ang="0">
                    <a:pos x="32" y="805"/>
                  </a:cxn>
                  <a:cxn ang="0">
                    <a:pos x="39" y="670"/>
                  </a:cxn>
                  <a:cxn ang="0">
                    <a:pos x="79" y="956"/>
                  </a:cxn>
                  <a:cxn ang="0">
                    <a:pos x="55" y="621"/>
                  </a:cxn>
                  <a:cxn ang="0">
                    <a:pos x="55" y="613"/>
                  </a:cxn>
                  <a:cxn ang="0">
                    <a:pos x="57" y="587"/>
                  </a:cxn>
                  <a:cxn ang="0">
                    <a:pos x="92" y="755"/>
                  </a:cxn>
                  <a:cxn ang="0">
                    <a:pos x="70" y="663"/>
                  </a:cxn>
                  <a:cxn ang="0">
                    <a:pos x="60" y="512"/>
                  </a:cxn>
                  <a:cxn ang="0">
                    <a:pos x="63" y="471"/>
                  </a:cxn>
                  <a:cxn ang="0">
                    <a:pos x="75" y="569"/>
                  </a:cxn>
                  <a:cxn ang="0">
                    <a:pos x="70" y="419"/>
                  </a:cxn>
                  <a:cxn ang="0">
                    <a:pos x="81" y="394"/>
                  </a:cxn>
                  <a:cxn ang="0">
                    <a:pos x="92" y="495"/>
                  </a:cxn>
                  <a:cxn ang="0">
                    <a:pos x="79" y="318"/>
                  </a:cxn>
                  <a:cxn ang="0">
                    <a:pos x="81" y="300"/>
                  </a:cxn>
                  <a:cxn ang="0">
                    <a:pos x="84" y="217"/>
                  </a:cxn>
                  <a:cxn ang="0">
                    <a:pos x="96" y="228"/>
                  </a:cxn>
                  <a:cxn ang="0">
                    <a:pos x="139" y="445"/>
                  </a:cxn>
                  <a:cxn ang="0">
                    <a:pos x="108" y="318"/>
                  </a:cxn>
                  <a:cxn ang="0">
                    <a:pos x="92" y="142"/>
                  </a:cxn>
                  <a:cxn ang="0">
                    <a:pos x="96" y="111"/>
                  </a:cxn>
                  <a:cxn ang="0">
                    <a:pos x="116" y="209"/>
                  </a:cxn>
                  <a:cxn ang="0">
                    <a:pos x="112" y="200"/>
                  </a:cxn>
                  <a:cxn ang="0">
                    <a:pos x="102" y="67"/>
                  </a:cxn>
                  <a:cxn ang="0">
                    <a:pos x="128" y="200"/>
                  </a:cxn>
                  <a:cxn ang="0">
                    <a:pos x="112" y="134"/>
                  </a:cxn>
                  <a:cxn ang="0">
                    <a:pos x="97" y="7"/>
                  </a:cxn>
                </a:cxnLst>
                <a:rect l="0" t="0" r="r" b="b"/>
                <a:pathLst>
                  <a:path w="169" h="957">
                    <a:moveTo>
                      <a:pt x="94" y="12"/>
                    </a:moveTo>
                    <a:lnTo>
                      <a:pt x="84" y="0"/>
                    </a:lnTo>
                    <a:lnTo>
                      <a:pt x="75" y="25"/>
                    </a:lnTo>
                    <a:lnTo>
                      <a:pt x="70" y="33"/>
                    </a:lnTo>
                    <a:lnTo>
                      <a:pt x="52" y="41"/>
                    </a:lnTo>
                    <a:lnTo>
                      <a:pt x="12" y="41"/>
                    </a:lnTo>
                    <a:lnTo>
                      <a:pt x="52" y="49"/>
                    </a:lnTo>
                    <a:lnTo>
                      <a:pt x="63" y="33"/>
                    </a:lnTo>
                    <a:lnTo>
                      <a:pt x="71" y="41"/>
                    </a:lnTo>
                    <a:lnTo>
                      <a:pt x="60" y="59"/>
                    </a:lnTo>
                    <a:lnTo>
                      <a:pt x="70" y="59"/>
                    </a:lnTo>
                    <a:lnTo>
                      <a:pt x="60" y="85"/>
                    </a:lnTo>
                    <a:lnTo>
                      <a:pt x="8" y="228"/>
                    </a:lnTo>
                    <a:lnTo>
                      <a:pt x="63" y="85"/>
                    </a:lnTo>
                    <a:lnTo>
                      <a:pt x="60" y="101"/>
                    </a:lnTo>
                    <a:lnTo>
                      <a:pt x="55" y="127"/>
                    </a:lnTo>
                    <a:lnTo>
                      <a:pt x="47" y="134"/>
                    </a:lnTo>
                    <a:lnTo>
                      <a:pt x="32" y="142"/>
                    </a:lnTo>
                    <a:lnTo>
                      <a:pt x="8" y="127"/>
                    </a:lnTo>
                    <a:lnTo>
                      <a:pt x="47" y="142"/>
                    </a:lnTo>
                    <a:lnTo>
                      <a:pt x="55" y="127"/>
                    </a:lnTo>
                    <a:lnTo>
                      <a:pt x="60" y="116"/>
                    </a:lnTo>
                    <a:lnTo>
                      <a:pt x="59" y="142"/>
                    </a:lnTo>
                    <a:lnTo>
                      <a:pt x="55" y="153"/>
                    </a:lnTo>
                    <a:lnTo>
                      <a:pt x="5" y="235"/>
                    </a:lnTo>
                    <a:lnTo>
                      <a:pt x="55" y="160"/>
                    </a:lnTo>
                    <a:lnTo>
                      <a:pt x="59" y="160"/>
                    </a:lnTo>
                    <a:lnTo>
                      <a:pt x="55" y="184"/>
                    </a:lnTo>
                    <a:lnTo>
                      <a:pt x="47" y="209"/>
                    </a:lnTo>
                    <a:lnTo>
                      <a:pt x="5" y="261"/>
                    </a:lnTo>
                    <a:lnTo>
                      <a:pt x="52" y="200"/>
                    </a:lnTo>
                    <a:lnTo>
                      <a:pt x="55" y="200"/>
                    </a:lnTo>
                    <a:lnTo>
                      <a:pt x="57" y="209"/>
                    </a:lnTo>
                    <a:lnTo>
                      <a:pt x="47" y="243"/>
                    </a:lnTo>
                    <a:lnTo>
                      <a:pt x="57" y="235"/>
                    </a:lnTo>
                    <a:lnTo>
                      <a:pt x="44" y="276"/>
                    </a:lnTo>
                    <a:lnTo>
                      <a:pt x="34" y="300"/>
                    </a:lnTo>
                    <a:lnTo>
                      <a:pt x="16" y="318"/>
                    </a:lnTo>
                    <a:lnTo>
                      <a:pt x="5" y="318"/>
                    </a:lnTo>
                    <a:lnTo>
                      <a:pt x="24" y="311"/>
                    </a:lnTo>
                    <a:lnTo>
                      <a:pt x="42" y="292"/>
                    </a:lnTo>
                    <a:lnTo>
                      <a:pt x="47" y="285"/>
                    </a:lnTo>
                    <a:lnTo>
                      <a:pt x="42" y="311"/>
                    </a:lnTo>
                    <a:lnTo>
                      <a:pt x="32" y="344"/>
                    </a:lnTo>
                    <a:lnTo>
                      <a:pt x="16" y="363"/>
                    </a:lnTo>
                    <a:lnTo>
                      <a:pt x="0" y="375"/>
                    </a:lnTo>
                    <a:lnTo>
                      <a:pt x="20" y="352"/>
                    </a:lnTo>
                    <a:lnTo>
                      <a:pt x="34" y="326"/>
                    </a:lnTo>
                    <a:lnTo>
                      <a:pt x="47" y="300"/>
                    </a:lnTo>
                    <a:lnTo>
                      <a:pt x="49" y="292"/>
                    </a:lnTo>
                    <a:lnTo>
                      <a:pt x="47" y="318"/>
                    </a:lnTo>
                    <a:lnTo>
                      <a:pt x="52" y="311"/>
                    </a:lnTo>
                    <a:lnTo>
                      <a:pt x="57" y="318"/>
                    </a:lnTo>
                    <a:lnTo>
                      <a:pt x="47" y="344"/>
                    </a:lnTo>
                    <a:lnTo>
                      <a:pt x="47" y="363"/>
                    </a:lnTo>
                    <a:lnTo>
                      <a:pt x="34" y="394"/>
                    </a:lnTo>
                    <a:lnTo>
                      <a:pt x="41" y="394"/>
                    </a:lnTo>
                    <a:lnTo>
                      <a:pt x="34" y="412"/>
                    </a:lnTo>
                    <a:lnTo>
                      <a:pt x="18" y="445"/>
                    </a:lnTo>
                    <a:lnTo>
                      <a:pt x="4" y="453"/>
                    </a:lnTo>
                    <a:lnTo>
                      <a:pt x="26" y="434"/>
                    </a:lnTo>
                    <a:lnTo>
                      <a:pt x="39" y="412"/>
                    </a:lnTo>
                    <a:lnTo>
                      <a:pt x="44" y="403"/>
                    </a:lnTo>
                    <a:lnTo>
                      <a:pt x="44" y="427"/>
                    </a:lnTo>
                    <a:lnTo>
                      <a:pt x="44" y="434"/>
                    </a:lnTo>
                    <a:lnTo>
                      <a:pt x="39" y="471"/>
                    </a:lnTo>
                    <a:lnTo>
                      <a:pt x="31" y="495"/>
                    </a:lnTo>
                    <a:lnTo>
                      <a:pt x="34" y="495"/>
                    </a:lnTo>
                    <a:lnTo>
                      <a:pt x="28" y="512"/>
                    </a:lnTo>
                    <a:lnTo>
                      <a:pt x="4" y="554"/>
                    </a:lnTo>
                    <a:lnTo>
                      <a:pt x="20" y="528"/>
                    </a:lnTo>
                    <a:lnTo>
                      <a:pt x="32" y="512"/>
                    </a:lnTo>
                    <a:lnTo>
                      <a:pt x="32" y="538"/>
                    </a:lnTo>
                    <a:lnTo>
                      <a:pt x="26" y="543"/>
                    </a:lnTo>
                    <a:lnTo>
                      <a:pt x="32" y="538"/>
                    </a:lnTo>
                    <a:lnTo>
                      <a:pt x="32" y="554"/>
                    </a:lnTo>
                    <a:lnTo>
                      <a:pt x="28" y="569"/>
                    </a:lnTo>
                    <a:lnTo>
                      <a:pt x="5" y="595"/>
                    </a:lnTo>
                    <a:lnTo>
                      <a:pt x="26" y="569"/>
                    </a:lnTo>
                    <a:lnTo>
                      <a:pt x="26" y="580"/>
                    </a:lnTo>
                    <a:lnTo>
                      <a:pt x="28" y="587"/>
                    </a:lnTo>
                    <a:lnTo>
                      <a:pt x="5" y="644"/>
                    </a:lnTo>
                    <a:lnTo>
                      <a:pt x="24" y="603"/>
                    </a:lnTo>
                    <a:lnTo>
                      <a:pt x="28" y="595"/>
                    </a:lnTo>
                    <a:lnTo>
                      <a:pt x="31" y="613"/>
                    </a:lnTo>
                    <a:lnTo>
                      <a:pt x="26" y="629"/>
                    </a:lnTo>
                    <a:lnTo>
                      <a:pt x="31" y="621"/>
                    </a:lnTo>
                    <a:lnTo>
                      <a:pt x="26" y="670"/>
                    </a:lnTo>
                    <a:lnTo>
                      <a:pt x="4" y="727"/>
                    </a:lnTo>
                    <a:lnTo>
                      <a:pt x="26" y="670"/>
                    </a:lnTo>
                    <a:lnTo>
                      <a:pt x="24" y="696"/>
                    </a:lnTo>
                    <a:lnTo>
                      <a:pt x="31" y="670"/>
                    </a:lnTo>
                    <a:lnTo>
                      <a:pt x="31" y="696"/>
                    </a:lnTo>
                    <a:lnTo>
                      <a:pt x="32" y="813"/>
                    </a:lnTo>
                    <a:lnTo>
                      <a:pt x="55" y="956"/>
                    </a:lnTo>
                    <a:lnTo>
                      <a:pt x="32" y="805"/>
                    </a:lnTo>
                    <a:lnTo>
                      <a:pt x="32" y="746"/>
                    </a:lnTo>
                    <a:lnTo>
                      <a:pt x="34" y="705"/>
                    </a:lnTo>
                    <a:lnTo>
                      <a:pt x="39" y="670"/>
                    </a:lnTo>
                    <a:lnTo>
                      <a:pt x="42" y="613"/>
                    </a:lnTo>
                    <a:lnTo>
                      <a:pt x="47" y="637"/>
                    </a:lnTo>
                    <a:lnTo>
                      <a:pt x="79" y="956"/>
                    </a:lnTo>
                    <a:lnTo>
                      <a:pt x="49" y="637"/>
                    </a:lnTo>
                    <a:lnTo>
                      <a:pt x="49" y="603"/>
                    </a:lnTo>
                    <a:lnTo>
                      <a:pt x="55" y="621"/>
                    </a:lnTo>
                    <a:lnTo>
                      <a:pt x="59" y="932"/>
                    </a:lnTo>
                    <a:lnTo>
                      <a:pt x="57" y="663"/>
                    </a:lnTo>
                    <a:lnTo>
                      <a:pt x="55" y="613"/>
                    </a:lnTo>
                    <a:lnTo>
                      <a:pt x="52" y="595"/>
                    </a:lnTo>
                    <a:lnTo>
                      <a:pt x="55" y="554"/>
                    </a:lnTo>
                    <a:lnTo>
                      <a:pt x="57" y="587"/>
                    </a:lnTo>
                    <a:lnTo>
                      <a:pt x="63" y="655"/>
                    </a:lnTo>
                    <a:lnTo>
                      <a:pt x="71" y="696"/>
                    </a:lnTo>
                    <a:lnTo>
                      <a:pt x="92" y="755"/>
                    </a:lnTo>
                    <a:lnTo>
                      <a:pt x="131" y="865"/>
                    </a:lnTo>
                    <a:lnTo>
                      <a:pt x="79" y="705"/>
                    </a:lnTo>
                    <a:lnTo>
                      <a:pt x="70" y="663"/>
                    </a:lnTo>
                    <a:lnTo>
                      <a:pt x="63" y="637"/>
                    </a:lnTo>
                    <a:lnTo>
                      <a:pt x="59" y="603"/>
                    </a:lnTo>
                    <a:lnTo>
                      <a:pt x="60" y="512"/>
                    </a:lnTo>
                    <a:lnTo>
                      <a:pt x="63" y="538"/>
                    </a:lnTo>
                    <a:lnTo>
                      <a:pt x="63" y="486"/>
                    </a:lnTo>
                    <a:lnTo>
                      <a:pt x="63" y="471"/>
                    </a:lnTo>
                    <a:lnTo>
                      <a:pt x="70" y="512"/>
                    </a:lnTo>
                    <a:lnTo>
                      <a:pt x="115" y="821"/>
                    </a:lnTo>
                    <a:lnTo>
                      <a:pt x="75" y="569"/>
                    </a:lnTo>
                    <a:lnTo>
                      <a:pt x="71" y="543"/>
                    </a:lnTo>
                    <a:lnTo>
                      <a:pt x="70" y="512"/>
                    </a:lnTo>
                    <a:lnTo>
                      <a:pt x="70" y="419"/>
                    </a:lnTo>
                    <a:lnTo>
                      <a:pt x="71" y="427"/>
                    </a:lnTo>
                    <a:lnTo>
                      <a:pt x="73" y="375"/>
                    </a:lnTo>
                    <a:lnTo>
                      <a:pt x="81" y="394"/>
                    </a:lnTo>
                    <a:lnTo>
                      <a:pt x="116" y="738"/>
                    </a:lnTo>
                    <a:lnTo>
                      <a:pt x="97" y="569"/>
                    </a:lnTo>
                    <a:lnTo>
                      <a:pt x="92" y="495"/>
                    </a:lnTo>
                    <a:lnTo>
                      <a:pt x="81" y="427"/>
                    </a:lnTo>
                    <a:lnTo>
                      <a:pt x="81" y="386"/>
                    </a:lnTo>
                    <a:lnTo>
                      <a:pt x="79" y="318"/>
                    </a:lnTo>
                    <a:lnTo>
                      <a:pt x="84" y="326"/>
                    </a:lnTo>
                    <a:lnTo>
                      <a:pt x="102" y="670"/>
                    </a:lnTo>
                    <a:lnTo>
                      <a:pt x="81" y="300"/>
                    </a:lnTo>
                    <a:lnTo>
                      <a:pt x="81" y="269"/>
                    </a:lnTo>
                    <a:lnTo>
                      <a:pt x="84" y="292"/>
                    </a:lnTo>
                    <a:lnTo>
                      <a:pt x="84" y="217"/>
                    </a:lnTo>
                    <a:lnTo>
                      <a:pt x="88" y="243"/>
                    </a:lnTo>
                    <a:lnTo>
                      <a:pt x="88" y="200"/>
                    </a:lnTo>
                    <a:lnTo>
                      <a:pt x="96" y="228"/>
                    </a:lnTo>
                    <a:lnTo>
                      <a:pt x="107" y="311"/>
                    </a:lnTo>
                    <a:lnTo>
                      <a:pt x="116" y="363"/>
                    </a:lnTo>
                    <a:lnTo>
                      <a:pt x="139" y="445"/>
                    </a:lnTo>
                    <a:lnTo>
                      <a:pt x="151" y="521"/>
                    </a:lnTo>
                    <a:lnTo>
                      <a:pt x="116" y="363"/>
                    </a:lnTo>
                    <a:lnTo>
                      <a:pt x="108" y="318"/>
                    </a:lnTo>
                    <a:lnTo>
                      <a:pt x="97" y="261"/>
                    </a:lnTo>
                    <a:lnTo>
                      <a:pt x="96" y="217"/>
                    </a:lnTo>
                    <a:lnTo>
                      <a:pt x="92" y="142"/>
                    </a:lnTo>
                    <a:lnTo>
                      <a:pt x="94" y="153"/>
                    </a:lnTo>
                    <a:lnTo>
                      <a:pt x="97" y="142"/>
                    </a:lnTo>
                    <a:lnTo>
                      <a:pt x="96" y="111"/>
                    </a:lnTo>
                    <a:lnTo>
                      <a:pt x="100" y="142"/>
                    </a:lnTo>
                    <a:lnTo>
                      <a:pt x="107" y="176"/>
                    </a:lnTo>
                    <a:lnTo>
                      <a:pt x="116" y="209"/>
                    </a:lnTo>
                    <a:lnTo>
                      <a:pt x="135" y="243"/>
                    </a:lnTo>
                    <a:lnTo>
                      <a:pt x="168" y="326"/>
                    </a:lnTo>
                    <a:lnTo>
                      <a:pt x="112" y="200"/>
                    </a:lnTo>
                    <a:lnTo>
                      <a:pt x="107" y="167"/>
                    </a:lnTo>
                    <a:lnTo>
                      <a:pt x="102" y="153"/>
                    </a:lnTo>
                    <a:lnTo>
                      <a:pt x="102" y="67"/>
                    </a:lnTo>
                    <a:lnTo>
                      <a:pt x="108" y="93"/>
                    </a:lnTo>
                    <a:lnTo>
                      <a:pt x="115" y="134"/>
                    </a:lnTo>
                    <a:lnTo>
                      <a:pt x="128" y="200"/>
                    </a:lnTo>
                    <a:lnTo>
                      <a:pt x="149" y="269"/>
                    </a:lnTo>
                    <a:lnTo>
                      <a:pt x="154" y="300"/>
                    </a:lnTo>
                    <a:lnTo>
                      <a:pt x="112" y="134"/>
                    </a:lnTo>
                    <a:lnTo>
                      <a:pt x="108" y="75"/>
                    </a:lnTo>
                    <a:lnTo>
                      <a:pt x="110" y="33"/>
                    </a:lnTo>
                    <a:lnTo>
                      <a:pt x="97" y="7"/>
                    </a:lnTo>
                    <a:lnTo>
                      <a:pt x="94" y="12"/>
                    </a:lnTo>
                  </a:path>
                </a:pathLst>
              </a:custGeom>
              <a:solidFill>
                <a:srgbClr val="CEDA9D"/>
              </a:solidFill>
              <a:ln w="9525" cap="rnd">
                <a:noFill/>
                <a:round/>
              </a:ln>
              <a:effectLst/>
            </p:spPr>
            <p:txBody>
              <a:bodyPr/>
              <a:lstStyle/>
              <a:p>
                <a:endParaRPr lang="zh-CN" altLang="en-US"/>
              </a:p>
            </p:txBody>
          </p:sp>
          <p:grpSp>
            <p:nvGrpSpPr>
              <p:cNvPr id="10" name="Group 47"/>
              <p:cNvGrpSpPr/>
              <p:nvPr/>
            </p:nvGrpSpPr>
            <p:grpSpPr bwMode="auto">
              <a:xfrm>
                <a:off x="114" y="1735"/>
                <a:ext cx="522" cy="2564"/>
                <a:chOff x="114" y="1735"/>
                <a:chExt cx="522" cy="2564"/>
              </a:xfrm>
            </p:grpSpPr>
            <p:sp>
              <p:nvSpPr>
                <p:cNvPr id="2088" name="Freeform 40"/>
                <p:cNvSpPr/>
                <p:nvPr/>
              </p:nvSpPr>
              <p:spPr bwMode="ltGray">
                <a:xfrm>
                  <a:off x="195" y="3670"/>
                  <a:ext cx="43" cy="629"/>
                </a:xfrm>
                <a:custGeom>
                  <a:avLst/>
                  <a:gdLst/>
                  <a:ahLst/>
                  <a:cxnLst>
                    <a:cxn ang="0">
                      <a:pos x="33" y="0"/>
                    </a:cxn>
                    <a:cxn ang="0">
                      <a:pos x="30" y="12"/>
                    </a:cxn>
                    <a:cxn ang="0">
                      <a:pos x="17" y="123"/>
                    </a:cxn>
                    <a:cxn ang="0">
                      <a:pos x="8" y="229"/>
                    </a:cxn>
                    <a:cxn ang="0">
                      <a:pos x="0" y="360"/>
                    </a:cxn>
                    <a:cxn ang="0">
                      <a:pos x="0" y="502"/>
                    </a:cxn>
                    <a:cxn ang="0">
                      <a:pos x="4" y="628"/>
                    </a:cxn>
                    <a:cxn ang="0">
                      <a:pos x="8" y="628"/>
                    </a:cxn>
                    <a:cxn ang="0">
                      <a:pos x="4" y="502"/>
                    </a:cxn>
                    <a:cxn ang="0">
                      <a:pos x="4" y="398"/>
                    </a:cxn>
                    <a:cxn ang="0">
                      <a:pos x="12" y="284"/>
                    </a:cxn>
                    <a:cxn ang="0">
                      <a:pos x="24" y="172"/>
                    </a:cxn>
                    <a:cxn ang="0">
                      <a:pos x="42" y="28"/>
                    </a:cxn>
                    <a:cxn ang="0">
                      <a:pos x="33" y="0"/>
                    </a:cxn>
                  </a:cxnLst>
                  <a:rect l="0" t="0" r="r" b="b"/>
                  <a:pathLst>
                    <a:path w="43" h="629">
                      <a:moveTo>
                        <a:pt x="33" y="0"/>
                      </a:moveTo>
                      <a:lnTo>
                        <a:pt x="30" y="12"/>
                      </a:lnTo>
                      <a:lnTo>
                        <a:pt x="17" y="123"/>
                      </a:lnTo>
                      <a:lnTo>
                        <a:pt x="8" y="229"/>
                      </a:lnTo>
                      <a:lnTo>
                        <a:pt x="0" y="360"/>
                      </a:lnTo>
                      <a:lnTo>
                        <a:pt x="0" y="502"/>
                      </a:lnTo>
                      <a:lnTo>
                        <a:pt x="4" y="628"/>
                      </a:lnTo>
                      <a:lnTo>
                        <a:pt x="8" y="628"/>
                      </a:lnTo>
                      <a:lnTo>
                        <a:pt x="4" y="502"/>
                      </a:lnTo>
                      <a:lnTo>
                        <a:pt x="4" y="398"/>
                      </a:lnTo>
                      <a:lnTo>
                        <a:pt x="12" y="284"/>
                      </a:lnTo>
                      <a:lnTo>
                        <a:pt x="24" y="172"/>
                      </a:lnTo>
                      <a:lnTo>
                        <a:pt x="42" y="28"/>
                      </a:lnTo>
                      <a:lnTo>
                        <a:pt x="33" y="0"/>
                      </a:lnTo>
                    </a:path>
                  </a:pathLst>
                </a:custGeom>
                <a:solidFill>
                  <a:srgbClr val="CEDA9D"/>
                </a:solidFill>
                <a:ln w="9525" cap="rnd">
                  <a:noFill/>
                  <a:round/>
                </a:ln>
                <a:effectLst/>
              </p:spPr>
              <p:txBody>
                <a:bodyPr/>
                <a:lstStyle/>
                <a:p>
                  <a:endParaRPr lang="zh-CN" altLang="en-US"/>
                </a:p>
              </p:txBody>
            </p:sp>
            <p:sp>
              <p:nvSpPr>
                <p:cNvPr id="2089" name="Freeform 41"/>
                <p:cNvSpPr/>
                <p:nvPr/>
              </p:nvSpPr>
              <p:spPr bwMode="ltGray">
                <a:xfrm>
                  <a:off x="114" y="3027"/>
                  <a:ext cx="139" cy="763"/>
                </a:xfrm>
                <a:custGeom>
                  <a:avLst/>
                  <a:gdLst/>
                  <a:ahLst/>
                  <a:cxnLst>
                    <a:cxn ang="0">
                      <a:pos x="136" y="118"/>
                    </a:cxn>
                    <a:cxn ang="0">
                      <a:pos x="126" y="68"/>
                    </a:cxn>
                    <a:cxn ang="0">
                      <a:pos x="121" y="49"/>
                    </a:cxn>
                    <a:cxn ang="0">
                      <a:pos x="111" y="32"/>
                    </a:cxn>
                    <a:cxn ang="0">
                      <a:pos x="102" y="17"/>
                    </a:cxn>
                    <a:cxn ang="0">
                      <a:pos x="89" y="2"/>
                    </a:cxn>
                    <a:cxn ang="0">
                      <a:pos x="78" y="0"/>
                    </a:cxn>
                    <a:cxn ang="0">
                      <a:pos x="67" y="7"/>
                    </a:cxn>
                    <a:cxn ang="0">
                      <a:pos x="56" y="14"/>
                    </a:cxn>
                    <a:cxn ang="0">
                      <a:pos x="43" y="28"/>
                    </a:cxn>
                    <a:cxn ang="0">
                      <a:pos x="35" y="56"/>
                    </a:cxn>
                    <a:cxn ang="0">
                      <a:pos x="27" y="97"/>
                    </a:cxn>
                    <a:cxn ang="0">
                      <a:pos x="19" y="130"/>
                    </a:cxn>
                    <a:cxn ang="0">
                      <a:pos x="12" y="162"/>
                    </a:cxn>
                    <a:cxn ang="0">
                      <a:pos x="4" y="205"/>
                    </a:cxn>
                    <a:cxn ang="0">
                      <a:pos x="0" y="297"/>
                    </a:cxn>
                    <a:cxn ang="0">
                      <a:pos x="1" y="366"/>
                    </a:cxn>
                    <a:cxn ang="0">
                      <a:pos x="8" y="467"/>
                    </a:cxn>
                    <a:cxn ang="0">
                      <a:pos x="19" y="555"/>
                    </a:cxn>
                    <a:cxn ang="0">
                      <a:pos x="43" y="762"/>
                    </a:cxn>
                    <a:cxn ang="0">
                      <a:pos x="34" y="540"/>
                    </a:cxn>
                    <a:cxn ang="0">
                      <a:pos x="28" y="463"/>
                    </a:cxn>
                    <a:cxn ang="0">
                      <a:pos x="25" y="395"/>
                    </a:cxn>
                    <a:cxn ang="0">
                      <a:pos x="24" y="323"/>
                    </a:cxn>
                    <a:cxn ang="0">
                      <a:pos x="27" y="242"/>
                    </a:cxn>
                    <a:cxn ang="0">
                      <a:pos x="31" y="180"/>
                    </a:cxn>
                    <a:cxn ang="0">
                      <a:pos x="37" y="105"/>
                    </a:cxn>
                    <a:cxn ang="0">
                      <a:pos x="47" y="68"/>
                    </a:cxn>
                    <a:cxn ang="0">
                      <a:pos x="59" y="54"/>
                    </a:cxn>
                    <a:cxn ang="0">
                      <a:pos x="94" y="45"/>
                    </a:cxn>
                    <a:cxn ang="0">
                      <a:pos x="115" y="71"/>
                    </a:cxn>
                    <a:cxn ang="0">
                      <a:pos x="138" y="127"/>
                    </a:cxn>
                    <a:cxn ang="0">
                      <a:pos x="136" y="118"/>
                    </a:cxn>
                  </a:cxnLst>
                  <a:rect l="0" t="0" r="r" b="b"/>
                  <a:pathLst>
                    <a:path w="139" h="763">
                      <a:moveTo>
                        <a:pt x="136" y="118"/>
                      </a:moveTo>
                      <a:lnTo>
                        <a:pt x="126" y="68"/>
                      </a:lnTo>
                      <a:lnTo>
                        <a:pt x="121" y="49"/>
                      </a:lnTo>
                      <a:lnTo>
                        <a:pt x="111" y="32"/>
                      </a:lnTo>
                      <a:lnTo>
                        <a:pt x="102" y="17"/>
                      </a:lnTo>
                      <a:lnTo>
                        <a:pt x="89" y="2"/>
                      </a:lnTo>
                      <a:lnTo>
                        <a:pt x="78" y="0"/>
                      </a:lnTo>
                      <a:lnTo>
                        <a:pt x="67" y="7"/>
                      </a:lnTo>
                      <a:lnTo>
                        <a:pt x="56" y="14"/>
                      </a:lnTo>
                      <a:lnTo>
                        <a:pt x="43" y="28"/>
                      </a:lnTo>
                      <a:lnTo>
                        <a:pt x="35" y="56"/>
                      </a:lnTo>
                      <a:lnTo>
                        <a:pt x="27" y="97"/>
                      </a:lnTo>
                      <a:lnTo>
                        <a:pt x="19" y="130"/>
                      </a:lnTo>
                      <a:lnTo>
                        <a:pt x="12" y="162"/>
                      </a:lnTo>
                      <a:lnTo>
                        <a:pt x="4" y="205"/>
                      </a:lnTo>
                      <a:lnTo>
                        <a:pt x="0" y="297"/>
                      </a:lnTo>
                      <a:lnTo>
                        <a:pt x="1" y="366"/>
                      </a:lnTo>
                      <a:lnTo>
                        <a:pt x="8" y="467"/>
                      </a:lnTo>
                      <a:lnTo>
                        <a:pt x="19" y="555"/>
                      </a:lnTo>
                      <a:lnTo>
                        <a:pt x="43" y="762"/>
                      </a:lnTo>
                      <a:lnTo>
                        <a:pt x="34" y="540"/>
                      </a:lnTo>
                      <a:lnTo>
                        <a:pt x="28" y="463"/>
                      </a:lnTo>
                      <a:lnTo>
                        <a:pt x="25" y="395"/>
                      </a:lnTo>
                      <a:lnTo>
                        <a:pt x="24" y="323"/>
                      </a:lnTo>
                      <a:lnTo>
                        <a:pt x="27" y="242"/>
                      </a:lnTo>
                      <a:lnTo>
                        <a:pt x="31" y="180"/>
                      </a:lnTo>
                      <a:lnTo>
                        <a:pt x="37" y="105"/>
                      </a:lnTo>
                      <a:lnTo>
                        <a:pt x="47" y="68"/>
                      </a:lnTo>
                      <a:lnTo>
                        <a:pt x="59" y="54"/>
                      </a:lnTo>
                      <a:lnTo>
                        <a:pt x="94" y="45"/>
                      </a:lnTo>
                      <a:lnTo>
                        <a:pt x="115" y="71"/>
                      </a:lnTo>
                      <a:lnTo>
                        <a:pt x="138" y="127"/>
                      </a:lnTo>
                      <a:lnTo>
                        <a:pt x="136" y="118"/>
                      </a:lnTo>
                    </a:path>
                  </a:pathLst>
                </a:custGeom>
                <a:solidFill>
                  <a:srgbClr val="CEDA9D"/>
                </a:solidFill>
                <a:ln w="9525" cap="rnd">
                  <a:noFill/>
                  <a:round/>
                </a:ln>
                <a:effectLst/>
              </p:spPr>
              <p:txBody>
                <a:bodyPr/>
                <a:lstStyle/>
                <a:p>
                  <a:endParaRPr lang="zh-CN" altLang="en-US"/>
                </a:p>
              </p:txBody>
            </p:sp>
            <p:grpSp>
              <p:nvGrpSpPr>
                <p:cNvPr id="11" name="Group 44"/>
                <p:cNvGrpSpPr/>
                <p:nvPr/>
              </p:nvGrpSpPr>
              <p:grpSpPr bwMode="auto">
                <a:xfrm>
                  <a:off x="294" y="1735"/>
                  <a:ext cx="342" cy="1085"/>
                  <a:chOff x="294" y="1735"/>
                  <a:chExt cx="342" cy="1085"/>
                </a:xfrm>
              </p:grpSpPr>
              <p:sp>
                <p:nvSpPr>
                  <p:cNvPr id="2090" name="Freeform 42"/>
                  <p:cNvSpPr/>
                  <p:nvPr/>
                </p:nvSpPr>
                <p:spPr bwMode="ltGray">
                  <a:xfrm>
                    <a:off x="294" y="1735"/>
                    <a:ext cx="189" cy="1084"/>
                  </a:xfrm>
                  <a:custGeom>
                    <a:avLst/>
                    <a:gdLst/>
                    <a:ahLst/>
                    <a:cxnLst>
                      <a:cxn ang="0">
                        <a:pos x="177" y="24"/>
                      </a:cxn>
                      <a:cxn ang="0">
                        <a:pos x="175" y="0"/>
                      </a:cxn>
                      <a:cxn ang="0">
                        <a:pos x="162" y="9"/>
                      </a:cxn>
                      <a:cxn ang="0">
                        <a:pos x="154" y="38"/>
                      </a:cxn>
                      <a:cxn ang="0">
                        <a:pos x="5" y="237"/>
                      </a:cxn>
                      <a:cxn ang="0">
                        <a:pos x="138" y="96"/>
                      </a:cxn>
                      <a:cxn ang="0">
                        <a:pos x="139" y="123"/>
                      </a:cxn>
                      <a:cxn ang="0">
                        <a:pos x="74" y="293"/>
                      </a:cxn>
                      <a:cxn ang="0">
                        <a:pos x="155" y="158"/>
                      </a:cxn>
                      <a:cxn ang="0">
                        <a:pos x="145" y="214"/>
                      </a:cxn>
                      <a:cxn ang="0">
                        <a:pos x="119" y="306"/>
                      </a:cxn>
                      <a:cxn ang="0">
                        <a:pos x="41" y="553"/>
                      </a:cxn>
                      <a:cxn ang="0">
                        <a:pos x="43" y="533"/>
                      </a:cxn>
                      <a:cxn ang="0">
                        <a:pos x="95" y="379"/>
                      </a:cxn>
                      <a:cxn ang="0">
                        <a:pos x="135" y="261"/>
                      </a:cxn>
                      <a:cxn ang="0">
                        <a:pos x="154" y="204"/>
                      </a:cxn>
                      <a:cxn ang="0">
                        <a:pos x="158" y="224"/>
                      </a:cxn>
                      <a:cxn ang="0">
                        <a:pos x="135" y="298"/>
                      </a:cxn>
                      <a:cxn ang="0">
                        <a:pos x="104" y="402"/>
                      </a:cxn>
                      <a:cxn ang="0">
                        <a:pos x="145" y="261"/>
                      </a:cxn>
                      <a:cxn ang="0">
                        <a:pos x="158" y="224"/>
                      </a:cxn>
                      <a:cxn ang="0">
                        <a:pos x="159" y="264"/>
                      </a:cxn>
                      <a:cxn ang="0">
                        <a:pos x="145" y="336"/>
                      </a:cxn>
                      <a:cxn ang="0">
                        <a:pos x="104" y="430"/>
                      </a:cxn>
                      <a:cxn ang="0">
                        <a:pos x="68" y="516"/>
                      </a:cxn>
                      <a:cxn ang="0">
                        <a:pos x="110" y="428"/>
                      </a:cxn>
                      <a:cxn ang="0">
                        <a:pos x="151" y="326"/>
                      </a:cxn>
                      <a:cxn ang="0">
                        <a:pos x="150" y="361"/>
                      </a:cxn>
                      <a:cxn ang="0">
                        <a:pos x="151" y="420"/>
                      </a:cxn>
                      <a:cxn ang="0">
                        <a:pos x="144" y="450"/>
                      </a:cxn>
                      <a:cxn ang="0">
                        <a:pos x="111" y="537"/>
                      </a:cxn>
                      <a:cxn ang="0">
                        <a:pos x="47" y="675"/>
                      </a:cxn>
                      <a:cxn ang="0">
                        <a:pos x="56" y="646"/>
                      </a:cxn>
                      <a:cxn ang="0">
                        <a:pos x="135" y="477"/>
                      </a:cxn>
                      <a:cxn ang="0">
                        <a:pos x="160" y="404"/>
                      </a:cxn>
                      <a:cxn ang="0">
                        <a:pos x="97" y="621"/>
                      </a:cxn>
                      <a:cxn ang="0">
                        <a:pos x="159" y="469"/>
                      </a:cxn>
                      <a:cxn ang="0">
                        <a:pos x="158" y="530"/>
                      </a:cxn>
                      <a:cxn ang="0">
                        <a:pos x="126" y="675"/>
                      </a:cxn>
                      <a:cxn ang="0">
                        <a:pos x="72" y="778"/>
                      </a:cxn>
                      <a:cxn ang="0">
                        <a:pos x="21" y="872"/>
                      </a:cxn>
                      <a:cxn ang="0">
                        <a:pos x="98" y="741"/>
                      </a:cxn>
                      <a:cxn ang="0">
                        <a:pos x="129" y="665"/>
                      </a:cxn>
                      <a:cxn ang="0">
                        <a:pos x="158" y="555"/>
                      </a:cxn>
                      <a:cxn ang="0">
                        <a:pos x="154" y="605"/>
                      </a:cxn>
                      <a:cxn ang="0">
                        <a:pos x="152" y="654"/>
                      </a:cxn>
                      <a:cxn ang="0">
                        <a:pos x="154" y="703"/>
                      </a:cxn>
                      <a:cxn ang="0">
                        <a:pos x="126" y="797"/>
                      </a:cxn>
                      <a:cxn ang="0">
                        <a:pos x="74" y="882"/>
                      </a:cxn>
                      <a:cxn ang="0">
                        <a:pos x="77" y="876"/>
                      </a:cxn>
                      <a:cxn ang="0">
                        <a:pos x="142" y="759"/>
                      </a:cxn>
                      <a:cxn ang="0">
                        <a:pos x="138" y="789"/>
                      </a:cxn>
                      <a:cxn ang="0">
                        <a:pos x="142" y="806"/>
                      </a:cxn>
                      <a:cxn ang="0">
                        <a:pos x="145" y="834"/>
                      </a:cxn>
                      <a:cxn ang="0">
                        <a:pos x="113" y="920"/>
                      </a:cxn>
                      <a:cxn ang="0">
                        <a:pos x="79" y="939"/>
                      </a:cxn>
                      <a:cxn ang="0">
                        <a:pos x="142" y="863"/>
                      </a:cxn>
                      <a:cxn ang="0">
                        <a:pos x="138" y="907"/>
                      </a:cxn>
                      <a:cxn ang="0">
                        <a:pos x="143" y="930"/>
                      </a:cxn>
                      <a:cxn ang="0">
                        <a:pos x="68" y="1083"/>
                      </a:cxn>
                      <a:cxn ang="0">
                        <a:pos x="138" y="967"/>
                      </a:cxn>
                      <a:cxn ang="0">
                        <a:pos x="153" y="924"/>
                      </a:cxn>
                      <a:cxn ang="0">
                        <a:pos x="163" y="886"/>
                      </a:cxn>
                    </a:cxnLst>
                    <a:rect l="0" t="0" r="r" b="b"/>
                    <a:pathLst>
                      <a:path w="189" h="1084">
                        <a:moveTo>
                          <a:pt x="174" y="84"/>
                        </a:moveTo>
                        <a:lnTo>
                          <a:pt x="177" y="24"/>
                        </a:lnTo>
                        <a:lnTo>
                          <a:pt x="188" y="21"/>
                        </a:lnTo>
                        <a:lnTo>
                          <a:pt x="175" y="0"/>
                        </a:lnTo>
                        <a:lnTo>
                          <a:pt x="170" y="1"/>
                        </a:lnTo>
                        <a:lnTo>
                          <a:pt x="162" y="9"/>
                        </a:lnTo>
                        <a:lnTo>
                          <a:pt x="161" y="27"/>
                        </a:lnTo>
                        <a:lnTo>
                          <a:pt x="154" y="38"/>
                        </a:lnTo>
                        <a:lnTo>
                          <a:pt x="91" y="193"/>
                        </a:lnTo>
                        <a:lnTo>
                          <a:pt x="5" y="237"/>
                        </a:lnTo>
                        <a:lnTo>
                          <a:pt x="90" y="191"/>
                        </a:lnTo>
                        <a:lnTo>
                          <a:pt x="138" y="96"/>
                        </a:lnTo>
                        <a:lnTo>
                          <a:pt x="154" y="82"/>
                        </a:lnTo>
                        <a:lnTo>
                          <a:pt x="139" y="123"/>
                        </a:lnTo>
                        <a:lnTo>
                          <a:pt x="154" y="126"/>
                        </a:lnTo>
                        <a:lnTo>
                          <a:pt x="74" y="293"/>
                        </a:lnTo>
                        <a:lnTo>
                          <a:pt x="129" y="188"/>
                        </a:lnTo>
                        <a:lnTo>
                          <a:pt x="155" y="158"/>
                        </a:lnTo>
                        <a:lnTo>
                          <a:pt x="154" y="180"/>
                        </a:lnTo>
                        <a:lnTo>
                          <a:pt x="145" y="214"/>
                        </a:lnTo>
                        <a:lnTo>
                          <a:pt x="138" y="242"/>
                        </a:lnTo>
                        <a:lnTo>
                          <a:pt x="119" y="306"/>
                        </a:lnTo>
                        <a:lnTo>
                          <a:pt x="84" y="420"/>
                        </a:lnTo>
                        <a:lnTo>
                          <a:pt x="41" y="553"/>
                        </a:lnTo>
                        <a:lnTo>
                          <a:pt x="5" y="646"/>
                        </a:lnTo>
                        <a:lnTo>
                          <a:pt x="43" y="533"/>
                        </a:lnTo>
                        <a:lnTo>
                          <a:pt x="66" y="465"/>
                        </a:lnTo>
                        <a:lnTo>
                          <a:pt x="95" y="379"/>
                        </a:lnTo>
                        <a:lnTo>
                          <a:pt x="111" y="326"/>
                        </a:lnTo>
                        <a:lnTo>
                          <a:pt x="135" y="261"/>
                        </a:lnTo>
                        <a:lnTo>
                          <a:pt x="145" y="231"/>
                        </a:lnTo>
                        <a:lnTo>
                          <a:pt x="154" y="204"/>
                        </a:lnTo>
                        <a:lnTo>
                          <a:pt x="149" y="206"/>
                        </a:lnTo>
                        <a:lnTo>
                          <a:pt x="158" y="224"/>
                        </a:lnTo>
                        <a:lnTo>
                          <a:pt x="149" y="242"/>
                        </a:lnTo>
                        <a:lnTo>
                          <a:pt x="135" y="298"/>
                        </a:lnTo>
                        <a:lnTo>
                          <a:pt x="121" y="356"/>
                        </a:lnTo>
                        <a:lnTo>
                          <a:pt x="104" y="402"/>
                        </a:lnTo>
                        <a:lnTo>
                          <a:pt x="132" y="306"/>
                        </a:lnTo>
                        <a:lnTo>
                          <a:pt x="145" y="261"/>
                        </a:lnTo>
                        <a:lnTo>
                          <a:pt x="154" y="224"/>
                        </a:lnTo>
                        <a:lnTo>
                          <a:pt x="158" y="224"/>
                        </a:lnTo>
                        <a:lnTo>
                          <a:pt x="151" y="278"/>
                        </a:lnTo>
                        <a:lnTo>
                          <a:pt x="159" y="264"/>
                        </a:lnTo>
                        <a:lnTo>
                          <a:pt x="154" y="298"/>
                        </a:lnTo>
                        <a:lnTo>
                          <a:pt x="145" y="336"/>
                        </a:lnTo>
                        <a:lnTo>
                          <a:pt x="126" y="392"/>
                        </a:lnTo>
                        <a:lnTo>
                          <a:pt x="104" y="430"/>
                        </a:lnTo>
                        <a:lnTo>
                          <a:pt x="84" y="477"/>
                        </a:lnTo>
                        <a:lnTo>
                          <a:pt x="68" y="516"/>
                        </a:lnTo>
                        <a:lnTo>
                          <a:pt x="79" y="496"/>
                        </a:lnTo>
                        <a:lnTo>
                          <a:pt x="110" y="428"/>
                        </a:lnTo>
                        <a:lnTo>
                          <a:pt x="145" y="345"/>
                        </a:lnTo>
                        <a:lnTo>
                          <a:pt x="151" y="326"/>
                        </a:lnTo>
                        <a:lnTo>
                          <a:pt x="158" y="298"/>
                        </a:lnTo>
                        <a:lnTo>
                          <a:pt x="150" y="361"/>
                        </a:lnTo>
                        <a:lnTo>
                          <a:pt x="163" y="337"/>
                        </a:lnTo>
                        <a:lnTo>
                          <a:pt x="151" y="420"/>
                        </a:lnTo>
                        <a:lnTo>
                          <a:pt x="149" y="439"/>
                        </a:lnTo>
                        <a:lnTo>
                          <a:pt x="144" y="450"/>
                        </a:lnTo>
                        <a:lnTo>
                          <a:pt x="128" y="495"/>
                        </a:lnTo>
                        <a:lnTo>
                          <a:pt x="111" y="537"/>
                        </a:lnTo>
                        <a:lnTo>
                          <a:pt x="77" y="608"/>
                        </a:lnTo>
                        <a:lnTo>
                          <a:pt x="47" y="675"/>
                        </a:lnTo>
                        <a:lnTo>
                          <a:pt x="0" y="769"/>
                        </a:lnTo>
                        <a:lnTo>
                          <a:pt x="56" y="646"/>
                        </a:lnTo>
                        <a:lnTo>
                          <a:pt x="113" y="524"/>
                        </a:lnTo>
                        <a:lnTo>
                          <a:pt x="135" y="477"/>
                        </a:lnTo>
                        <a:lnTo>
                          <a:pt x="149" y="427"/>
                        </a:lnTo>
                        <a:lnTo>
                          <a:pt x="160" y="404"/>
                        </a:lnTo>
                        <a:lnTo>
                          <a:pt x="162" y="407"/>
                        </a:lnTo>
                        <a:lnTo>
                          <a:pt x="97" y="621"/>
                        </a:lnTo>
                        <a:lnTo>
                          <a:pt x="147" y="475"/>
                        </a:lnTo>
                        <a:lnTo>
                          <a:pt x="159" y="469"/>
                        </a:lnTo>
                        <a:lnTo>
                          <a:pt x="145" y="549"/>
                        </a:lnTo>
                        <a:lnTo>
                          <a:pt x="158" y="530"/>
                        </a:lnTo>
                        <a:lnTo>
                          <a:pt x="138" y="618"/>
                        </a:lnTo>
                        <a:lnTo>
                          <a:pt x="126" y="675"/>
                        </a:lnTo>
                        <a:lnTo>
                          <a:pt x="104" y="721"/>
                        </a:lnTo>
                        <a:lnTo>
                          <a:pt x="72" y="778"/>
                        </a:lnTo>
                        <a:lnTo>
                          <a:pt x="43" y="834"/>
                        </a:lnTo>
                        <a:lnTo>
                          <a:pt x="21" y="872"/>
                        </a:lnTo>
                        <a:lnTo>
                          <a:pt x="5" y="892"/>
                        </a:lnTo>
                        <a:lnTo>
                          <a:pt x="98" y="741"/>
                        </a:lnTo>
                        <a:lnTo>
                          <a:pt x="119" y="696"/>
                        </a:lnTo>
                        <a:lnTo>
                          <a:pt x="129" y="665"/>
                        </a:lnTo>
                        <a:lnTo>
                          <a:pt x="144" y="608"/>
                        </a:lnTo>
                        <a:lnTo>
                          <a:pt x="158" y="555"/>
                        </a:lnTo>
                        <a:lnTo>
                          <a:pt x="143" y="632"/>
                        </a:lnTo>
                        <a:lnTo>
                          <a:pt x="154" y="605"/>
                        </a:lnTo>
                        <a:lnTo>
                          <a:pt x="142" y="668"/>
                        </a:lnTo>
                        <a:lnTo>
                          <a:pt x="152" y="654"/>
                        </a:lnTo>
                        <a:lnTo>
                          <a:pt x="141" y="729"/>
                        </a:lnTo>
                        <a:lnTo>
                          <a:pt x="154" y="703"/>
                        </a:lnTo>
                        <a:lnTo>
                          <a:pt x="142" y="741"/>
                        </a:lnTo>
                        <a:lnTo>
                          <a:pt x="126" y="797"/>
                        </a:lnTo>
                        <a:lnTo>
                          <a:pt x="113" y="814"/>
                        </a:lnTo>
                        <a:lnTo>
                          <a:pt x="74" y="882"/>
                        </a:lnTo>
                        <a:lnTo>
                          <a:pt x="37" y="920"/>
                        </a:lnTo>
                        <a:lnTo>
                          <a:pt x="77" y="876"/>
                        </a:lnTo>
                        <a:lnTo>
                          <a:pt x="111" y="816"/>
                        </a:lnTo>
                        <a:lnTo>
                          <a:pt x="142" y="759"/>
                        </a:lnTo>
                        <a:lnTo>
                          <a:pt x="151" y="732"/>
                        </a:lnTo>
                        <a:lnTo>
                          <a:pt x="138" y="789"/>
                        </a:lnTo>
                        <a:lnTo>
                          <a:pt x="149" y="778"/>
                        </a:lnTo>
                        <a:lnTo>
                          <a:pt x="142" y="806"/>
                        </a:lnTo>
                        <a:lnTo>
                          <a:pt x="138" y="845"/>
                        </a:lnTo>
                        <a:lnTo>
                          <a:pt x="145" y="834"/>
                        </a:lnTo>
                        <a:lnTo>
                          <a:pt x="137" y="867"/>
                        </a:lnTo>
                        <a:lnTo>
                          <a:pt x="113" y="920"/>
                        </a:lnTo>
                        <a:lnTo>
                          <a:pt x="98" y="929"/>
                        </a:lnTo>
                        <a:lnTo>
                          <a:pt x="79" y="939"/>
                        </a:lnTo>
                        <a:lnTo>
                          <a:pt x="116" y="910"/>
                        </a:lnTo>
                        <a:lnTo>
                          <a:pt x="142" y="863"/>
                        </a:lnTo>
                        <a:lnTo>
                          <a:pt x="149" y="826"/>
                        </a:lnTo>
                        <a:lnTo>
                          <a:pt x="138" y="907"/>
                        </a:lnTo>
                        <a:lnTo>
                          <a:pt x="149" y="886"/>
                        </a:lnTo>
                        <a:lnTo>
                          <a:pt x="143" y="930"/>
                        </a:lnTo>
                        <a:lnTo>
                          <a:pt x="132" y="991"/>
                        </a:lnTo>
                        <a:lnTo>
                          <a:pt x="68" y="1083"/>
                        </a:lnTo>
                        <a:lnTo>
                          <a:pt x="132" y="997"/>
                        </a:lnTo>
                        <a:lnTo>
                          <a:pt x="138" y="967"/>
                        </a:lnTo>
                        <a:lnTo>
                          <a:pt x="143" y="948"/>
                        </a:lnTo>
                        <a:lnTo>
                          <a:pt x="153" y="924"/>
                        </a:lnTo>
                        <a:lnTo>
                          <a:pt x="160" y="969"/>
                        </a:lnTo>
                        <a:lnTo>
                          <a:pt x="163" y="886"/>
                        </a:lnTo>
                        <a:lnTo>
                          <a:pt x="174" y="84"/>
                        </a:lnTo>
                      </a:path>
                    </a:pathLst>
                  </a:custGeom>
                  <a:solidFill>
                    <a:srgbClr val="CEDA9D"/>
                  </a:solidFill>
                  <a:ln w="9525" cap="rnd">
                    <a:noFill/>
                    <a:round/>
                  </a:ln>
                  <a:effectLst/>
                </p:spPr>
                <p:txBody>
                  <a:bodyPr/>
                  <a:lstStyle/>
                  <a:p>
                    <a:endParaRPr lang="zh-CN" altLang="en-US"/>
                  </a:p>
                </p:txBody>
              </p:sp>
              <p:sp>
                <p:nvSpPr>
                  <p:cNvPr id="2091" name="Freeform 43"/>
                  <p:cNvSpPr/>
                  <p:nvPr/>
                </p:nvSpPr>
                <p:spPr bwMode="ltGray">
                  <a:xfrm>
                    <a:off x="456" y="1735"/>
                    <a:ext cx="180" cy="1085"/>
                  </a:xfrm>
                  <a:custGeom>
                    <a:avLst/>
                    <a:gdLst/>
                    <a:ahLst/>
                    <a:cxnLst>
                      <a:cxn ang="0">
                        <a:pos x="1" y="897"/>
                      </a:cxn>
                      <a:cxn ang="0">
                        <a:pos x="6" y="858"/>
                      </a:cxn>
                      <a:cxn ang="0">
                        <a:pos x="51" y="1084"/>
                      </a:cxn>
                      <a:cxn ang="0">
                        <a:pos x="16" y="864"/>
                      </a:cxn>
                      <a:cxn ang="0">
                        <a:pos x="19" y="840"/>
                      </a:cxn>
                      <a:cxn ang="0">
                        <a:pos x="63" y="1001"/>
                      </a:cxn>
                      <a:cxn ang="0">
                        <a:pos x="18" y="831"/>
                      </a:cxn>
                      <a:cxn ang="0">
                        <a:pos x="24" y="795"/>
                      </a:cxn>
                      <a:cxn ang="0">
                        <a:pos x="29" y="756"/>
                      </a:cxn>
                      <a:cxn ang="0">
                        <a:pos x="26" y="728"/>
                      </a:cxn>
                      <a:cxn ang="0">
                        <a:pos x="32" y="712"/>
                      </a:cxn>
                      <a:cxn ang="0">
                        <a:pos x="29" y="709"/>
                      </a:cxn>
                      <a:cxn ang="0">
                        <a:pos x="29" y="670"/>
                      </a:cxn>
                      <a:cxn ang="0">
                        <a:pos x="32" y="643"/>
                      </a:cxn>
                      <a:cxn ang="0">
                        <a:pos x="84" y="832"/>
                      </a:cxn>
                      <a:cxn ang="0">
                        <a:pos x="29" y="634"/>
                      </a:cxn>
                      <a:cxn ang="0">
                        <a:pos x="35" y="634"/>
                      </a:cxn>
                      <a:cxn ang="0">
                        <a:pos x="35" y="576"/>
                      </a:cxn>
                      <a:cxn ang="0">
                        <a:pos x="102" y="710"/>
                      </a:cxn>
                      <a:cxn ang="0">
                        <a:pos x="49" y="617"/>
                      </a:cxn>
                      <a:cxn ang="0">
                        <a:pos x="30" y="539"/>
                      </a:cxn>
                      <a:cxn ang="0">
                        <a:pos x="32" y="511"/>
                      </a:cxn>
                      <a:cxn ang="0">
                        <a:pos x="43" y="535"/>
                      </a:cxn>
                      <a:cxn ang="0">
                        <a:pos x="44" y="501"/>
                      </a:cxn>
                      <a:cxn ang="0">
                        <a:pos x="94" y="560"/>
                      </a:cxn>
                      <a:cxn ang="0">
                        <a:pos x="75" y="530"/>
                      </a:cxn>
                      <a:cxn ang="0">
                        <a:pos x="37" y="456"/>
                      </a:cxn>
                      <a:cxn ang="0">
                        <a:pos x="35" y="407"/>
                      </a:cxn>
                      <a:cxn ang="0">
                        <a:pos x="39" y="377"/>
                      </a:cxn>
                      <a:cxn ang="0">
                        <a:pos x="51" y="399"/>
                      </a:cxn>
                      <a:cxn ang="0">
                        <a:pos x="49" y="348"/>
                      </a:cxn>
                      <a:cxn ang="0">
                        <a:pos x="44" y="314"/>
                      </a:cxn>
                      <a:cxn ang="0">
                        <a:pos x="48" y="295"/>
                      </a:cxn>
                      <a:cxn ang="0">
                        <a:pos x="99" y="387"/>
                      </a:cxn>
                      <a:cxn ang="0">
                        <a:pos x="160" y="456"/>
                      </a:cxn>
                      <a:cxn ang="0">
                        <a:pos x="75" y="342"/>
                      </a:cxn>
                      <a:cxn ang="0">
                        <a:pos x="48" y="295"/>
                      </a:cxn>
                      <a:cxn ang="0">
                        <a:pos x="51" y="268"/>
                      </a:cxn>
                      <a:cxn ang="0">
                        <a:pos x="45" y="207"/>
                      </a:cxn>
                      <a:cxn ang="0">
                        <a:pos x="48" y="165"/>
                      </a:cxn>
                      <a:cxn ang="0">
                        <a:pos x="75" y="216"/>
                      </a:cxn>
                      <a:cxn ang="0">
                        <a:pos x="69" y="201"/>
                      </a:cxn>
                      <a:cxn ang="0">
                        <a:pos x="51" y="165"/>
                      </a:cxn>
                      <a:cxn ang="0">
                        <a:pos x="48" y="146"/>
                      </a:cxn>
                      <a:cxn ang="0">
                        <a:pos x="39" y="118"/>
                      </a:cxn>
                      <a:cxn ang="0">
                        <a:pos x="94" y="168"/>
                      </a:cxn>
                      <a:cxn ang="0">
                        <a:pos x="39" y="80"/>
                      </a:cxn>
                      <a:cxn ang="0">
                        <a:pos x="104" y="80"/>
                      </a:cxn>
                      <a:cxn ang="0">
                        <a:pos x="133" y="69"/>
                      </a:cxn>
                      <a:cxn ang="0">
                        <a:pos x="48" y="80"/>
                      </a:cxn>
                      <a:cxn ang="0">
                        <a:pos x="35" y="33"/>
                      </a:cxn>
                      <a:cxn ang="0">
                        <a:pos x="17" y="13"/>
                      </a:cxn>
                      <a:cxn ang="0">
                        <a:pos x="0" y="942"/>
                      </a:cxn>
                    </a:cxnLst>
                    <a:rect l="0" t="0" r="r" b="b"/>
                    <a:pathLst>
                      <a:path w="180" h="1085">
                        <a:moveTo>
                          <a:pt x="0" y="942"/>
                        </a:moveTo>
                        <a:lnTo>
                          <a:pt x="1" y="897"/>
                        </a:lnTo>
                        <a:lnTo>
                          <a:pt x="11" y="923"/>
                        </a:lnTo>
                        <a:lnTo>
                          <a:pt x="6" y="858"/>
                        </a:lnTo>
                        <a:lnTo>
                          <a:pt x="17" y="867"/>
                        </a:lnTo>
                        <a:lnTo>
                          <a:pt x="51" y="1084"/>
                        </a:lnTo>
                        <a:lnTo>
                          <a:pt x="19" y="897"/>
                        </a:lnTo>
                        <a:lnTo>
                          <a:pt x="16" y="864"/>
                        </a:lnTo>
                        <a:lnTo>
                          <a:pt x="13" y="832"/>
                        </a:lnTo>
                        <a:lnTo>
                          <a:pt x="19" y="840"/>
                        </a:lnTo>
                        <a:lnTo>
                          <a:pt x="40" y="900"/>
                        </a:lnTo>
                        <a:lnTo>
                          <a:pt x="63" y="1001"/>
                        </a:lnTo>
                        <a:lnTo>
                          <a:pt x="29" y="867"/>
                        </a:lnTo>
                        <a:lnTo>
                          <a:pt x="18" y="831"/>
                        </a:lnTo>
                        <a:lnTo>
                          <a:pt x="17" y="779"/>
                        </a:lnTo>
                        <a:lnTo>
                          <a:pt x="24" y="795"/>
                        </a:lnTo>
                        <a:lnTo>
                          <a:pt x="22" y="736"/>
                        </a:lnTo>
                        <a:lnTo>
                          <a:pt x="29" y="756"/>
                        </a:lnTo>
                        <a:lnTo>
                          <a:pt x="60" y="952"/>
                        </a:lnTo>
                        <a:lnTo>
                          <a:pt x="26" y="728"/>
                        </a:lnTo>
                        <a:lnTo>
                          <a:pt x="22" y="690"/>
                        </a:lnTo>
                        <a:lnTo>
                          <a:pt x="32" y="712"/>
                        </a:lnTo>
                        <a:lnTo>
                          <a:pt x="57" y="821"/>
                        </a:lnTo>
                        <a:lnTo>
                          <a:pt x="29" y="709"/>
                        </a:lnTo>
                        <a:lnTo>
                          <a:pt x="19" y="652"/>
                        </a:lnTo>
                        <a:lnTo>
                          <a:pt x="29" y="670"/>
                        </a:lnTo>
                        <a:lnTo>
                          <a:pt x="22" y="634"/>
                        </a:lnTo>
                        <a:lnTo>
                          <a:pt x="32" y="643"/>
                        </a:lnTo>
                        <a:lnTo>
                          <a:pt x="41" y="709"/>
                        </a:lnTo>
                        <a:lnTo>
                          <a:pt x="84" y="832"/>
                        </a:lnTo>
                        <a:lnTo>
                          <a:pt x="39" y="690"/>
                        </a:lnTo>
                        <a:lnTo>
                          <a:pt x="29" y="634"/>
                        </a:lnTo>
                        <a:lnTo>
                          <a:pt x="26" y="605"/>
                        </a:lnTo>
                        <a:lnTo>
                          <a:pt x="35" y="634"/>
                        </a:lnTo>
                        <a:lnTo>
                          <a:pt x="29" y="569"/>
                        </a:lnTo>
                        <a:lnTo>
                          <a:pt x="35" y="576"/>
                        </a:lnTo>
                        <a:lnTo>
                          <a:pt x="40" y="610"/>
                        </a:lnTo>
                        <a:lnTo>
                          <a:pt x="102" y="710"/>
                        </a:lnTo>
                        <a:lnTo>
                          <a:pt x="68" y="650"/>
                        </a:lnTo>
                        <a:lnTo>
                          <a:pt x="49" y="617"/>
                        </a:lnTo>
                        <a:lnTo>
                          <a:pt x="44" y="606"/>
                        </a:lnTo>
                        <a:lnTo>
                          <a:pt x="30" y="539"/>
                        </a:lnTo>
                        <a:lnTo>
                          <a:pt x="35" y="551"/>
                        </a:lnTo>
                        <a:lnTo>
                          <a:pt x="32" y="511"/>
                        </a:lnTo>
                        <a:lnTo>
                          <a:pt x="30" y="518"/>
                        </a:lnTo>
                        <a:lnTo>
                          <a:pt x="43" y="535"/>
                        </a:lnTo>
                        <a:lnTo>
                          <a:pt x="34" y="491"/>
                        </a:lnTo>
                        <a:lnTo>
                          <a:pt x="44" y="501"/>
                        </a:lnTo>
                        <a:lnTo>
                          <a:pt x="68" y="522"/>
                        </a:lnTo>
                        <a:lnTo>
                          <a:pt x="94" y="560"/>
                        </a:lnTo>
                        <a:lnTo>
                          <a:pt x="157" y="700"/>
                        </a:lnTo>
                        <a:lnTo>
                          <a:pt x="75" y="530"/>
                        </a:lnTo>
                        <a:lnTo>
                          <a:pt x="45" y="491"/>
                        </a:lnTo>
                        <a:lnTo>
                          <a:pt x="37" y="456"/>
                        </a:lnTo>
                        <a:lnTo>
                          <a:pt x="49" y="473"/>
                        </a:lnTo>
                        <a:lnTo>
                          <a:pt x="35" y="407"/>
                        </a:lnTo>
                        <a:lnTo>
                          <a:pt x="44" y="412"/>
                        </a:lnTo>
                        <a:lnTo>
                          <a:pt x="39" y="377"/>
                        </a:lnTo>
                        <a:lnTo>
                          <a:pt x="40" y="369"/>
                        </a:lnTo>
                        <a:lnTo>
                          <a:pt x="51" y="399"/>
                        </a:lnTo>
                        <a:lnTo>
                          <a:pt x="40" y="348"/>
                        </a:lnTo>
                        <a:lnTo>
                          <a:pt x="49" y="348"/>
                        </a:lnTo>
                        <a:lnTo>
                          <a:pt x="39" y="314"/>
                        </a:lnTo>
                        <a:lnTo>
                          <a:pt x="44" y="314"/>
                        </a:lnTo>
                        <a:lnTo>
                          <a:pt x="39" y="295"/>
                        </a:lnTo>
                        <a:lnTo>
                          <a:pt x="48" y="295"/>
                        </a:lnTo>
                        <a:lnTo>
                          <a:pt x="67" y="336"/>
                        </a:lnTo>
                        <a:lnTo>
                          <a:pt x="99" y="387"/>
                        </a:lnTo>
                        <a:lnTo>
                          <a:pt x="131" y="428"/>
                        </a:lnTo>
                        <a:lnTo>
                          <a:pt x="160" y="456"/>
                        </a:lnTo>
                        <a:lnTo>
                          <a:pt x="91" y="369"/>
                        </a:lnTo>
                        <a:lnTo>
                          <a:pt x="75" y="342"/>
                        </a:lnTo>
                        <a:lnTo>
                          <a:pt x="51" y="308"/>
                        </a:lnTo>
                        <a:lnTo>
                          <a:pt x="48" y="295"/>
                        </a:lnTo>
                        <a:lnTo>
                          <a:pt x="41" y="258"/>
                        </a:lnTo>
                        <a:lnTo>
                          <a:pt x="51" y="268"/>
                        </a:lnTo>
                        <a:lnTo>
                          <a:pt x="40" y="207"/>
                        </a:lnTo>
                        <a:lnTo>
                          <a:pt x="45" y="207"/>
                        </a:lnTo>
                        <a:lnTo>
                          <a:pt x="39" y="165"/>
                        </a:lnTo>
                        <a:lnTo>
                          <a:pt x="48" y="165"/>
                        </a:lnTo>
                        <a:lnTo>
                          <a:pt x="53" y="185"/>
                        </a:lnTo>
                        <a:lnTo>
                          <a:pt x="75" y="216"/>
                        </a:lnTo>
                        <a:lnTo>
                          <a:pt x="138" y="287"/>
                        </a:lnTo>
                        <a:lnTo>
                          <a:pt x="69" y="201"/>
                        </a:lnTo>
                        <a:lnTo>
                          <a:pt x="53" y="183"/>
                        </a:lnTo>
                        <a:lnTo>
                          <a:pt x="51" y="165"/>
                        </a:lnTo>
                        <a:lnTo>
                          <a:pt x="41" y="136"/>
                        </a:lnTo>
                        <a:lnTo>
                          <a:pt x="48" y="146"/>
                        </a:lnTo>
                        <a:lnTo>
                          <a:pt x="32" y="107"/>
                        </a:lnTo>
                        <a:lnTo>
                          <a:pt x="39" y="118"/>
                        </a:lnTo>
                        <a:lnTo>
                          <a:pt x="52" y="117"/>
                        </a:lnTo>
                        <a:lnTo>
                          <a:pt x="94" y="168"/>
                        </a:lnTo>
                        <a:lnTo>
                          <a:pt x="51" y="118"/>
                        </a:lnTo>
                        <a:lnTo>
                          <a:pt x="39" y="80"/>
                        </a:lnTo>
                        <a:lnTo>
                          <a:pt x="51" y="80"/>
                        </a:lnTo>
                        <a:lnTo>
                          <a:pt x="104" y="80"/>
                        </a:lnTo>
                        <a:lnTo>
                          <a:pt x="179" y="42"/>
                        </a:lnTo>
                        <a:lnTo>
                          <a:pt x="133" y="69"/>
                        </a:lnTo>
                        <a:lnTo>
                          <a:pt x="66" y="89"/>
                        </a:lnTo>
                        <a:lnTo>
                          <a:pt x="48" y="80"/>
                        </a:lnTo>
                        <a:lnTo>
                          <a:pt x="41" y="61"/>
                        </a:lnTo>
                        <a:lnTo>
                          <a:pt x="35" y="33"/>
                        </a:lnTo>
                        <a:lnTo>
                          <a:pt x="20" y="0"/>
                        </a:lnTo>
                        <a:lnTo>
                          <a:pt x="17" y="13"/>
                        </a:lnTo>
                        <a:lnTo>
                          <a:pt x="13" y="2"/>
                        </a:lnTo>
                        <a:lnTo>
                          <a:pt x="0" y="942"/>
                        </a:lnTo>
                      </a:path>
                    </a:pathLst>
                  </a:custGeom>
                  <a:solidFill>
                    <a:srgbClr val="CEDA9D"/>
                  </a:solidFill>
                  <a:ln w="9525" cap="rnd">
                    <a:noFill/>
                    <a:round/>
                  </a:ln>
                  <a:effectLst/>
                </p:spPr>
                <p:txBody>
                  <a:bodyPr/>
                  <a:lstStyle/>
                  <a:p>
                    <a:endParaRPr lang="zh-CN" altLang="en-US"/>
                  </a:p>
                </p:txBody>
              </p:sp>
            </p:grpSp>
            <p:sp>
              <p:nvSpPr>
                <p:cNvPr id="2093" name="Freeform 45"/>
                <p:cNvSpPr/>
                <p:nvPr/>
              </p:nvSpPr>
              <p:spPr bwMode="ltGray">
                <a:xfrm>
                  <a:off x="458" y="2825"/>
                  <a:ext cx="48" cy="828"/>
                </a:xfrm>
                <a:custGeom>
                  <a:avLst/>
                  <a:gdLst/>
                  <a:ahLst/>
                  <a:cxnLst>
                    <a:cxn ang="0">
                      <a:pos x="9" y="0"/>
                    </a:cxn>
                    <a:cxn ang="0">
                      <a:pos x="18" y="63"/>
                    </a:cxn>
                    <a:cxn ang="0">
                      <a:pos x="28" y="163"/>
                    </a:cxn>
                    <a:cxn ang="0">
                      <a:pos x="37" y="301"/>
                    </a:cxn>
                    <a:cxn ang="0">
                      <a:pos x="47" y="477"/>
                    </a:cxn>
                    <a:cxn ang="0">
                      <a:pos x="47" y="665"/>
                    </a:cxn>
                    <a:cxn ang="0">
                      <a:pos x="42" y="827"/>
                    </a:cxn>
                    <a:cxn ang="0">
                      <a:pos x="37" y="827"/>
                    </a:cxn>
                    <a:cxn ang="0">
                      <a:pos x="42" y="665"/>
                    </a:cxn>
                    <a:cxn ang="0">
                      <a:pos x="42" y="526"/>
                    </a:cxn>
                    <a:cxn ang="0">
                      <a:pos x="33" y="375"/>
                    </a:cxn>
                    <a:cxn ang="0">
                      <a:pos x="18" y="226"/>
                    </a:cxn>
                    <a:cxn ang="0">
                      <a:pos x="0" y="38"/>
                    </a:cxn>
                    <a:cxn ang="0">
                      <a:pos x="9" y="0"/>
                    </a:cxn>
                  </a:cxnLst>
                  <a:rect l="0" t="0" r="r" b="b"/>
                  <a:pathLst>
                    <a:path w="48" h="828">
                      <a:moveTo>
                        <a:pt x="9" y="0"/>
                      </a:moveTo>
                      <a:lnTo>
                        <a:pt x="18" y="63"/>
                      </a:lnTo>
                      <a:lnTo>
                        <a:pt x="28" y="163"/>
                      </a:lnTo>
                      <a:lnTo>
                        <a:pt x="37" y="301"/>
                      </a:lnTo>
                      <a:lnTo>
                        <a:pt x="47" y="477"/>
                      </a:lnTo>
                      <a:lnTo>
                        <a:pt x="47" y="665"/>
                      </a:lnTo>
                      <a:lnTo>
                        <a:pt x="42" y="827"/>
                      </a:lnTo>
                      <a:lnTo>
                        <a:pt x="37" y="827"/>
                      </a:lnTo>
                      <a:lnTo>
                        <a:pt x="42" y="665"/>
                      </a:lnTo>
                      <a:lnTo>
                        <a:pt x="42" y="526"/>
                      </a:lnTo>
                      <a:lnTo>
                        <a:pt x="33" y="375"/>
                      </a:lnTo>
                      <a:lnTo>
                        <a:pt x="18" y="226"/>
                      </a:lnTo>
                      <a:lnTo>
                        <a:pt x="0" y="38"/>
                      </a:lnTo>
                      <a:lnTo>
                        <a:pt x="9" y="0"/>
                      </a:lnTo>
                    </a:path>
                  </a:pathLst>
                </a:custGeom>
                <a:solidFill>
                  <a:srgbClr val="CEDA9D"/>
                </a:solidFill>
                <a:ln w="9525" cap="rnd">
                  <a:noFill/>
                  <a:round/>
                </a:ln>
                <a:effectLst/>
              </p:spPr>
              <p:txBody>
                <a:bodyPr/>
                <a:lstStyle/>
                <a:p>
                  <a:endParaRPr lang="zh-CN" altLang="en-US"/>
                </a:p>
              </p:txBody>
            </p:sp>
            <p:sp>
              <p:nvSpPr>
                <p:cNvPr id="2094" name="Freeform 46"/>
                <p:cNvSpPr/>
                <p:nvPr/>
              </p:nvSpPr>
              <p:spPr bwMode="ltGray">
                <a:xfrm>
                  <a:off x="216" y="2485"/>
                  <a:ext cx="141" cy="742"/>
                </a:xfrm>
                <a:custGeom>
                  <a:avLst/>
                  <a:gdLst/>
                  <a:ahLst/>
                  <a:cxnLst>
                    <a:cxn ang="0">
                      <a:pos x="40" y="741"/>
                    </a:cxn>
                    <a:cxn ang="0">
                      <a:pos x="30" y="613"/>
                    </a:cxn>
                    <a:cxn ang="0">
                      <a:pos x="26" y="559"/>
                    </a:cxn>
                    <a:cxn ang="0">
                      <a:pos x="16" y="492"/>
                    </a:cxn>
                    <a:cxn ang="0">
                      <a:pos x="5" y="428"/>
                    </a:cxn>
                    <a:cxn ang="0">
                      <a:pos x="2" y="390"/>
                    </a:cxn>
                    <a:cxn ang="0">
                      <a:pos x="0" y="353"/>
                    </a:cxn>
                    <a:cxn ang="0">
                      <a:pos x="2" y="298"/>
                    </a:cxn>
                    <a:cxn ang="0">
                      <a:pos x="4" y="242"/>
                    </a:cxn>
                    <a:cxn ang="0">
                      <a:pos x="20" y="101"/>
                    </a:cxn>
                    <a:cxn ang="0">
                      <a:pos x="26" y="69"/>
                    </a:cxn>
                    <a:cxn ang="0">
                      <a:pos x="40" y="32"/>
                    </a:cxn>
                    <a:cxn ang="0">
                      <a:pos x="50" y="8"/>
                    </a:cxn>
                    <a:cxn ang="0">
                      <a:pos x="65" y="0"/>
                    </a:cxn>
                    <a:cxn ang="0">
                      <a:pos x="76" y="8"/>
                    </a:cxn>
                    <a:cxn ang="0">
                      <a:pos x="91" y="32"/>
                    </a:cxn>
                    <a:cxn ang="0">
                      <a:pos x="105" y="75"/>
                    </a:cxn>
                    <a:cxn ang="0">
                      <a:pos x="109" y="106"/>
                    </a:cxn>
                    <a:cxn ang="0">
                      <a:pos x="119" y="150"/>
                    </a:cxn>
                    <a:cxn ang="0">
                      <a:pos x="126" y="190"/>
                    </a:cxn>
                    <a:cxn ang="0">
                      <a:pos x="137" y="384"/>
                    </a:cxn>
                    <a:cxn ang="0">
                      <a:pos x="140" y="421"/>
                    </a:cxn>
                    <a:cxn ang="0">
                      <a:pos x="137" y="483"/>
                    </a:cxn>
                    <a:cxn ang="0">
                      <a:pos x="129" y="665"/>
                    </a:cxn>
                    <a:cxn ang="0">
                      <a:pos x="129" y="488"/>
                    </a:cxn>
                    <a:cxn ang="0">
                      <a:pos x="126" y="410"/>
                    </a:cxn>
                    <a:cxn ang="0">
                      <a:pos x="123" y="361"/>
                    </a:cxn>
                    <a:cxn ang="0">
                      <a:pos x="118" y="298"/>
                    </a:cxn>
                    <a:cxn ang="0">
                      <a:pos x="111" y="233"/>
                    </a:cxn>
                    <a:cxn ang="0">
                      <a:pos x="103" y="170"/>
                    </a:cxn>
                    <a:cxn ang="0">
                      <a:pos x="92" y="112"/>
                    </a:cxn>
                    <a:cxn ang="0">
                      <a:pos x="84" y="60"/>
                    </a:cxn>
                    <a:cxn ang="0">
                      <a:pos x="76" y="32"/>
                    </a:cxn>
                    <a:cxn ang="0">
                      <a:pos x="66" y="19"/>
                    </a:cxn>
                    <a:cxn ang="0">
                      <a:pos x="57" y="32"/>
                    </a:cxn>
                    <a:cxn ang="0">
                      <a:pos x="48" y="58"/>
                    </a:cxn>
                    <a:cxn ang="0">
                      <a:pos x="44" y="106"/>
                    </a:cxn>
                    <a:cxn ang="0">
                      <a:pos x="44" y="142"/>
                    </a:cxn>
                    <a:cxn ang="0">
                      <a:pos x="42" y="211"/>
                    </a:cxn>
                    <a:cxn ang="0">
                      <a:pos x="39" y="252"/>
                    </a:cxn>
                    <a:cxn ang="0">
                      <a:pos x="28" y="319"/>
                    </a:cxn>
                    <a:cxn ang="0">
                      <a:pos x="26" y="353"/>
                    </a:cxn>
                    <a:cxn ang="0">
                      <a:pos x="24" y="387"/>
                    </a:cxn>
                    <a:cxn ang="0">
                      <a:pos x="24" y="436"/>
                    </a:cxn>
                    <a:cxn ang="0">
                      <a:pos x="42" y="602"/>
                    </a:cxn>
                    <a:cxn ang="0">
                      <a:pos x="40" y="741"/>
                    </a:cxn>
                  </a:cxnLst>
                  <a:rect l="0" t="0" r="r" b="b"/>
                  <a:pathLst>
                    <a:path w="141" h="742">
                      <a:moveTo>
                        <a:pt x="40" y="741"/>
                      </a:moveTo>
                      <a:lnTo>
                        <a:pt x="30" y="613"/>
                      </a:lnTo>
                      <a:lnTo>
                        <a:pt x="26" y="559"/>
                      </a:lnTo>
                      <a:lnTo>
                        <a:pt x="16" y="492"/>
                      </a:lnTo>
                      <a:lnTo>
                        <a:pt x="5" y="428"/>
                      </a:lnTo>
                      <a:lnTo>
                        <a:pt x="2" y="390"/>
                      </a:lnTo>
                      <a:lnTo>
                        <a:pt x="0" y="353"/>
                      </a:lnTo>
                      <a:lnTo>
                        <a:pt x="2" y="298"/>
                      </a:lnTo>
                      <a:lnTo>
                        <a:pt x="4" y="242"/>
                      </a:lnTo>
                      <a:lnTo>
                        <a:pt x="20" y="101"/>
                      </a:lnTo>
                      <a:lnTo>
                        <a:pt x="26" y="69"/>
                      </a:lnTo>
                      <a:lnTo>
                        <a:pt x="40" y="32"/>
                      </a:lnTo>
                      <a:lnTo>
                        <a:pt x="50" y="8"/>
                      </a:lnTo>
                      <a:lnTo>
                        <a:pt x="65" y="0"/>
                      </a:lnTo>
                      <a:lnTo>
                        <a:pt x="76" y="8"/>
                      </a:lnTo>
                      <a:lnTo>
                        <a:pt x="91" y="32"/>
                      </a:lnTo>
                      <a:lnTo>
                        <a:pt x="105" y="75"/>
                      </a:lnTo>
                      <a:lnTo>
                        <a:pt x="109" y="106"/>
                      </a:lnTo>
                      <a:lnTo>
                        <a:pt x="119" y="150"/>
                      </a:lnTo>
                      <a:lnTo>
                        <a:pt x="126" y="190"/>
                      </a:lnTo>
                      <a:lnTo>
                        <a:pt x="137" y="384"/>
                      </a:lnTo>
                      <a:lnTo>
                        <a:pt x="140" y="421"/>
                      </a:lnTo>
                      <a:lnTo>
                        <a:pt x="137" y="483"/>
                      </a:lnTo>
                      <a:lnTo>
                        <a:pt x="129" y="665"/>
                      </a:lnTo>
                      <a:lnTo>
                        <a:pt x="129" y="488"/>
                      </a:lnTo>
                      <a:lnTo>
                        <a:pt x="126" y="410"/>
                      </a:lnTo>
                      <a:lnTo>
                        <a:pt x="123" y="361"/>
                      </a:lnTo>
                      <a:lnTo>
                        <a:pt x="118" y="298"/>
                      </a:lnTo>
                      <a:lnTo>
                        <a:pt x="111" y="233"/>
                      </a:lnTo>
                      <a:lnTo>
                        <a:pt x="103" y="170"/>
                      </a:lnTo>
                      <a:lnTo>
                        <a:pt x="92" y="112"/>
                      </a:lnTo>
                      <a:lnTo>
                        <a:pt x="84" y="60"/>
                      </a:lnTo>
                      <a:lnTo>
                        <a:pt x="76" y="32"/>
                      </a:lnTo>
                      <a:lnTo>
                        <a:pt x="66" y="19"/>
                      </a:lnTo>
                      <a:lnTo>
                        <a:pt x="57" y="32"/>
                      </a:lnTo>
                      <a:lnTo>
                        <a:pt x="48" y="58"/>
                      </a:lnTo>
                      <a:lnTo>
                        <a:pt x="44" y="106"/>
                      </a:lnTo>
                      <a:lnTo>
                        <a:pt x="44" y="142"/>
                      </a:lnTo>
                      <a:lnTo>
                        <a:pt x="42" y="211"/>
                      </a:lnTo>
                      <a:lnTo>
                        <a:pt x="39" y="252"/>
                      </a:lnTo>
                      <a:lnTo>
                        <a:pt x="28" y="319"/>
                      </a:lnTo>
                      <a:lnTo>
                        <a:pt x="26" y="353"/>
                      </a:lnTo>
                      <a:lnTo>
                        <a:pt x="24" y="387"/>
                      </a:lnTo>
                      <a:lnTo>
                        <a:pt x="24" y="436"/>
                      </a:lnTo>
                      <a:lnTo>
                        <a:pt x="42" y="602"/>
                      </a:lnTo>
                      <a:lnTo>
                        <a:pt x="40" y="741"/>
                      </a:lnTo>
                    </a:path>
                  </a:pathLst>
                </a:custGeom>
                <a:solidFill>
                  <a:srgbClr val="CEDA9D"/>
                </a:solidFill>
                <a:ln w="9525" cap="rnd">
                  <a:noFill/>
                  <a:round/>
                </a:ln>
                <a:effectLst/>
              </p:spPr>
              <p:txBody>
                <a:bodyPr/>
                <a:lstStyle/>
                <a:p>
                  <a:endParaRPr lang="zh-CN" altLang="en-US"/>
                </a:p>
              </p:txBody>
            </p:sp>
          </p:grpSp>
          <p:sp>
            <p:nvSpPr>
              <p:cNvPr id="2096" name="Freeform 48"/>
              <p:cNvSpPr/>
              <p:nvPr/>
            </p:nvSpPr>
            <p:spPr bwMode="ltGray">
              <a:xfrm>
                <a:off x="1088" y="3940"/>
                <a:ext cx="74" cy="211"/>
              </a:xfrm>
              <a:custGeom>
                <a:avLst/>
                <a:gdLst/>
                <a:ahLst/>
                <a:cxnLst>
                  <a:cxn ang="0">
                    <a:pos x="57" y="0"/>
                  </a:cxn>
                  <a:cxn ang="0">
                    <a:pos x="53" y="3"/>
                  </a:cxn>
                  <a:cxn ang="0">
                    <a:pos x="28" y="42"/>
                  </a:cxn>
                  <a:cxn ang="0">
                    <a:pos x="15" y="76"/>
                  </a:cxn>
                  <a:cxn ang="0">
                    <a:pos x="0" y="121"/>
                  </a:cxn>
                  <a:cxn ang="0">
                    <a:pos x="0" y="168"/>
                  </a:cxn>
                  <a:cxn ang="0">
                    <a:pos x="6" y="210"/>
                  </a:cxn>
                  <a:cxn ang="0">
                    <a:pos x="15" y="210"/>
                  </a:cxn>
                  <a:cxn ang="0">
                    <a:pos x="6" y="168"/>
                  </a:cxn>
                  <a:cxn ang="0">
                    <a:pos x="6" y="133"/>
                  </a:cxn>
                  <a:cxn ang="0">
                    <a:pos x="22" y="95"/>
                  </a:cxn>
                  <a:cxn ang="0">
                    <a:pos x="44" y="56"/>
                  </a:cxn>
                  <a:cxn ang="0">
                    <a:pos x="73" y="9"/>
                  </a:cxn>
                  <a:cxn ang="0">
                    <a:pos x="57" y="0"/>
                  </a:cxn>
                </a:cxnLst>
                <a:rect l="0" t="0" r="r" b="b"/>
                <a:pathLst>
                  <a:path w="74" h="211">
                    <a:moveTo>
                      <a:pt x="57" y="0"/>
                    </a:moveTo>
                    <a:lnTo>
                      <a:pt x="53" y="3"/>
                    </a:lnTo>
                    <a:lnTo>
                      <a:pt x="28" y="42"/>
                    </a:lnTo>
                    <a:lnTo>
                      <a:pt x="15" y="76"/>
                    </a:lnTo>
                    <a:lnTo>
                      <a:pt x="0" y="121"/>
                    </a:lnTo>
                    <a:lnTo>
                      <a:pt x="0" y="168"/>
                    </a:lnTo>
                    <a:lnTo>
                      <a:pt x="6" y="210"/>
                    </a:lnTo>
                    <a:lnTo>
                      <a:pt x="15" y="210"/>
                    </a:lnTo>
                    <a:lnTo>
                      <a:pt x="6" y="168"/>
                    </a:lnTo>
                    <a:lnTo>
                      <a:pt x="6" y="133"/>
                    </a:lnTo>
                    <a:lnTo>
                      <a:pt x="22" y="95"/>
                    </a:lnTo>
                    <a:lnTo>
                      <a:pt x="44" y="56"/>
                    </a:lnTo>
                    <a:lnTo>
                      <a:pt x="73" y="9"/>
                    </a:lnTo>
                    <a:lnTo>
                      <a:pt x="57" y="0"/>
                    </a:lnTo>
                  </a:path>
                </a:pathLst>
              </a:custGeom>
              <a:solidFill>
                <a:srgbClr val="CEDA9D"/>
              </a:solidFill>
              <a:ln w="9525" cap="rnd">
                <a:noFill/>
                <a:round/>
              </a:ln>
              <a:effectLst/>
            </p:spPr>
            <p:txBody>
              <a:bodyPr/>
              <a:lstStyle/>
              <a:p>
                <a:endParaRPr lang="zh-CN" altLang="en-US"/>
              </a:p>
            </p:txBody>
          </p:sp>
          <p:sp>
            <p:nvSpPr>
              <p:cNvPr id="2097" name="Freeform 49"/>
              <p:cNvSpPr/>
              <p:nvPr/>
            </p:nvSpPr>
            <p:spPr bwMode="ltGray">
              <a:xfrm>
                <a:off x="2254" y="3865"/>
                <a:ext cx="99" cy="205"/>
              </a:xfrm>
              <a:custGeom>
                <a:avLst/>
                <a:gdLst/>
                <a:ahLst/>
                <a:cxnLst>
                  <a:cxn ang="0">
                    <a:pos x="19" y="0"/>
                  </a:cxn>
                  <a:cxn ang="0">
                    <a:pos x="39" y="14"/>
                  </a:cxn>
                  <a:cxn ang="0">
                    <a:pos x="58" y="39"/>
                  </a:cxn>
                  <a:cxn ang="0">
                    <a:pos x="78" y="74"/>
                  </a:cxn>
                  <a:cxn ang="0">
                    <a:pos x="98" y="117"/>
                  </a:cxn>
                  <a:cxn ang="0">
                    <a:pos x="98" y="163"/>
                  </a:cxn>
                  <a:cxn ang="0">
                    <a:pos x="88" y="204"/>
                  </a:cxn>
                  <a:cxn ang="0">
                    <a:pos x="78" y="204"/>
                  </a:cxn>
                  <a:cxn ang="0">
                    <a:pos x="88" y="163"/>
                  </a:cxn>
                  <a:cxn ang="0">
                    <a:pos x="88" y="129"/>
                  </a:cxn>
                  <a:cxn ang="0">
                    <a:pos x="69" y="92"/>
                  </a:cxn>
                  <a:cxn ang="0">
                    <a:pos x="39" y="55"/>
                  </a:cxn>
                  <a:cxn ang="0">
                    <a:pos x="0" y="9"/>
                  </a:cxn>
                  <a:cxn ang="0">
                    <a:pos x="19" y="0"/>
                  </a:cxn>
                </a:cxnLst>
                <a:rect l="0" t="0" r="r" b="b"/>
                <a:pathLst>
                  <a:path w="99" h="205">
                    <a:moveTo>
                      <a:pt x="19" y="0"/>
                    </a:moveTo>
                    <a:lnTo>
                      <a:pt x="39" y="14"/>
                    </a:lnTo>
                    <a:lnTo>
                      <a:pt x="58" y="39"/>
                    </a:lnTo>
                    <a:lnTo>
                      <a:pt x="78" y="74"/>
                    </a:lnTo>
                    <a:lnTo>
                      <a:pt x="98" y="117"/>
                    </a:lnTo>
                    <a:lnTo>
                      <a:pt x="98" y="163"/>
                    </a:lnTo>
                    <a:lnTo>
                      <a:pt x="88" y="204"/>
                    </a:lnTo>
                    <a:lnTo>
                      <a:pt x="78" y="204"/>
                    </a:lnTo>
                    <a:lnTo>
                      <a:pt x="88" y="163"/>
                    </a:lnTo>
                    <a:lnTo>
                      <a:pt x="88" y="129"/>
                    </a:lnTo>
                    <a:lnTo>
                      <a:pt x="69" y="92"/>
                    </a:lnTo>
                    <a:lnTo>
                      <a:pt x="39" y="55"/>
                    </a:lnTo>
                    <a:lnTo>
                      <a:pt x="0" y="9"/>
                    </a:lnTo>
                    <a:lnTo>
                      <a:pt x="19" y="0"/>
                    </a:lnTo>
                  </a:path>
                </a:pathLst>
              </a:custGeom>
              <a:solidFill>
                <a:srgbClr val="CEDA9D"/>
              </a:solidFill>
              <a:ln w="9525" cap="rnd">
                <a:noFill/>
                <a:round/>
              </a:ln>
              <a:effectLst/>
            </p:spPr>
            <p:txBody>
              <a:bodyPr/>
              <a:lstStyle/>
              <a:p>
                <a:endParaRPr lang="zh-CN" altLang="en-US"/>
              </a:p>
            </p:txBody>
          </p:sp>
          <p:sp>
            <p:nvSpPr>
              <p:cNvPr id="2098" name="Freeform 50"/>
              <p:cNvSpPr/>
              <p:nvPr/>
            </p:nvSpPr>
            <p:spPr bwMode="ltGray">
              <a:xfrm>
                <a:off x="1782" y="3751"/>
                <a:ext cx="165" cy="204"/>
              </a:xfrm>
              <a:custGeom>
                <a:avLst/>
                <a:gdLst/>
                <a:ahLst/>
                <a:cxnLst>
                  <a:cxn ang="0">
                    <a:pos x="160" y="32"/>
                  </a:cxn>
                  <a:cxn ang="0">
                    <a:pos x="125" y="0"/>
                  </a:cxn>
                  <a:cxn ang="0">
                    <a:pos x="103" y="0"/>
                  </a:cxn>
                  <a:cxn ang="0">
                    <a:pos x="85" y="2"/>
                  </a:cxn>
                  <a:cxn ang="0">
                    <a:pos x="70" y="11"/>
                  </a:cxn>
                  <a:cxn ang="0">
                    <a:pos x="32" y="37"/>
                  </a:cxn>
                  <a:cxn ang="0">
                    <a:pos x="19" y="48"/>
                  </a:cxn>
                  <a:cxn ang="0">
                    <a:pos x="12" y="60"/>
                  </a:cxn>
                  <a:cxn ang="0">
                    <a:pos x="2" y="95"/>
                  </a:cxn>
                  <a:cxn ang="0">
                    <a:pos x="0" y="106"/>
                  </a:cxn>
                  <a:cxn ang="0">
                    <a:pos x="2" y="118"/>
                  </a:cxn>
                  <a:cxn ang="0">
                    <a:pos x="9" y="133"/>
                  </a:cxn>
                  <a:cxn ang="0">
                    <a:pos x="24" y="154"/>
                  </a:cxn>
                  <a:cxn ang="0">
                    <a:pos x="36" y="169"/>
                  </a:cxn>
                  <a:cxn ang="0">
                    <a:pos x="55" y="184"/>
                  </a:cxn>
                  <a:cxn ang="0">
                    <a:pos x="92" y="203"/>
                  </a:cxn>
                  <a:cxn ang="0">
                    <a:pos x="72" y="179"/>
                  </a:cxn>
                  <a:cxn ang="0">
                    <a:pos x="57" y="158"/>
                  </a:cxn>
                  <a:cxn ang="0">
                    <a:pos x="49" y="138"/>
                  </a:cxn>
                  <a:cxn ang="0">
                    <a:pos x="51" y="118"/>
                  </a:cxn>
                  <a:cxn ang="0">
                    <a:pos x="55" y="106"/>
                  </a:cxn>
                  <a:cxn ang="0">
                    <a:pos x="49" y="89"/>
                  </a:cxn>
                  <a:cxn ang="0">
                    <a:pos x="45" y="75"/>
                  </a:cxn>
                  <a:cxn ang="0">
                    <a:pos x="60" y="48"/>
                  </a:cxn>
                  <a:cxn ang="0">
                    <a:pos x="63" y="34"/>
                  </a:cxn>
                  <a:cxn ang="0">
                    <a:pos x="77" y="23"/>
                  </a:cxn>
                  <a:cxn ang="0">
                    <a:pos x="103" y="8"/>
                  </a:cxn>
                  <a:cxn ang="0">
                    <a:pos x="117" y="19"/>
                  </a:cxn>
                  <a:cxn ang="0">
                    <a:pos x="164" y="38"/>
                  </a:cxn>
                  <a:cxn ang="0">
                    <a:pos x="160" y="32"/>
                  </a:cxn>
                </a:cxnLst>
                <a:rect l="0" t="0" r="r" b="b"/>
                <a:pathLst>
                  <a:path w="165" h="204">
                    <a:moveTo>
                      <a:pt x="160" y="32"/>
                    </a:moveTo>
                    <a:lnTo>
                      <a:pt x="125" y="0"/>
                    </a:lnTo>
                    <a:lnTo>
                      <a:pt x="103" y="0"/>
                    </a:lnTo>
                    <a:lnTo>
                      <a:pt x="85" y="2"/>
                    </a:lnTo>
                    <a:lnTo>
                      <a:pt x="70" y="11"/>
                    </a:lnTo>
                    <a:lnTo>
                      <a:pt x="32" y="37"/>
                    </a:lnTo>
                    <a:lnTo>
                      <a:pt x="19" y="48"/>
                    </a:lnTo>
                    <a:lnTo>
                      <a:pt x="12" y="60"/>
                    </a:lnTo>
                    <a:lnTo>
                      <a:pt x="2" y="95"/>
                    </a:lnTo>
                    <a:lnTo>
                      <a:pt x="0" y="106"/>
                    </a:lnTo>
                    <a:lnTo>
                      <a:pt x="2" y="118"/>
                    </a:lnTo>
                    <a:lnTo>
                      <a:pt x="9" y="133"/>
                    </a:lnTo>
                    <a:lnTo>
                      <a:pt x="24" y="154"/>
                    </a:lnTo>
                    <a:lnTo>
                      <a:pt x="36" y="169"/>
                    </a:lnTo>
                    <a:lnTo>
                      <a:pt x="55" y="184"/>
                    </a:lnTo>
                    <a:lnTo>
                      <a:pt x="92" y="203"/>
                    </a:lnTo>
                    <a:lnTo>
                      <a:pt x="72" y="179"/>
                    </a:lnTo>
                    <a:lnTo>
                      <a:pt x="57" y="158"/>
                    </a:lnTo>
                    <a:lnTo>
                      <a:pt x="49" y="138"/>
                    </a:lnTo>
                    <a:lnTo>
                      <a:pt x="51" y="118"/>
                    </a:lnTo>
                    <a:lnTo>
                      <a:pt x="55" y="106"/>
                    </a:lnTo>
                    <a:lnTo>
                      <a:pt x="49" y="89"/>
                    </a:lnTo>
                    <a:lnTo>
                      <a:pt x="45" y="75"/>
                    </a:lnTo>
                    <a:lnTo>
                      <a:pt x="60" y="48"/>
                    </a:lnTo>
                    <a:lnTo>
                      <a:pt x="63" y="34"/>
                    </a:lnTo>
                    <a:lnTo>
                      <a:pt x="77" y="23"/>
                    </a:lnTo>
                    <a:lnTo>
                      <a:pt x="103" y="8"/>
                    </a:lnTo>
                    <a:lnTo>
                      <a:pt x="117" y="19"/>
                    </a:lnTo>
                    <a:lnTo>
                      <a:pt x="164" y="38"/>
                    </a:lnTo>
                    <a:lnTo>
                      <a:pt x="160" y="32"/>
                    </a:lnTo>
                  </a:path>
                </a:pathLst>
              </a:custGeom>
              <a:solidFill>
                <a:srgbClr val="CEDA9D"/>
              </a:solidFill>
              <a:ln w="9525" cap="rnd">
                <a:noFill/>
                <a:round/>
              </a:ln>
              <a:effectLst/>
            </p:spPr>
            <p:txBody>
              <a:bodyPr/>
              <a:lstStyle/>
              <a:p>
                <a:endParaRPr lang="zh-CN" altLang="en-US"/>
              </a:p>
            </p:txBody>
          </p:sp>
          <p:sp>
            <p:nvSpPr>
              <p:cNvPr id="2099" name="Freeform 51"/>
              <p:cNvSpPr/>
              <p:nvPr/>
            </p:nvSpPr>
            <p:spPr bwMode="ltGray">
              <a:xfrm>
                <a:off x="866" y="3767"/>
                <a:ext cx="307" cy="273"/>
              </a:xfrm>
              <a:custGeom>
                <a:avLst/>
                <a:gdLst/>
                <a:ahLst/>
                <a:cxnLst>
                  <a:cxn ang="0">
                    <a:pos x="139" y="7"/>
                  </a:cxn>
                  <a:cxn ang="0">
                    <a:pos x="21" y="12"/>
                  </a:cxn>
                  <a:cxn ang="0">
                    <a:pos x="130" y="12"/>
                  </a:cxn>
                  <a:cxn ang="0">
                    <a:pos x="113" y="23"/>
                  </a:cxn>
                  <a:cxn ang="0">
                    <a:pos x="113" y="28"/>
                  </a:cxn>
                  <a:cxn ang="0">
                    <a:pos x="60" y="40"/>
                  </a:cxn>
                  <a:cxn ang="0">
                    <a:pos x="99" y="36"/>
                  </a:cxn>
                  <a:cxn ang="0">
                    <a:pos x="99" y="43"/>
                  </a:cxn>
                  <a:cxn ang="0">
                    <a:pos x="110" y="45"/>
                  </a:cxn>
                  <a:cxn ang="0">
                    <a:pos x="12" y="74"/>
                  </a:cxn>
                  <a:cxn ang="0">
                    <a:pos x="104" y="59"/>
                  </a:cxn>
                  <a:cxn ang="0">
                    <a:pos x="82" y="79"/>
                  </a:cxn>
                  <a:cxn ang="0">
                    <a:pos x="12" y="90"/>
                  </a:cxn>
                  <a:cxn ang="0">
                    <a:pos x="87" y="80"/>
                  </a:cxn>
                  <a:cxn ang="0">
                    <a:pos x="29" y="103"/>
                  </a:cxn>
                  <a:cxn ang="0">
                    <a:pos x="64" y="93"/>
                  </a:cxn>
                  <a:cxn ang="0">
                    <a:pos x="87" y="90"/>
                  </a:cxn>
                  <a:cxn ang="0">
                    <a:pos x="87" y="98"/>
                  </a:cxn>
                  <a:cxn ang="0">
                    <a:pos x="73" y="111"/>
                  </a:cxn>
                  <a:cxn ang="0">
                    <a:pos x="8" y="129"/>
                  </a:cxn>
                  <a:cxn ang="0">
                    <a:pos x="82" y="114"/>
                  </a:cxn>
                  <a:cxn ang="0">
                    <a:pos x="69" y="134"/>
                  </a:cxn>
                  <a:cxn ang="0">
                    <a:pos x="52" y="145"/>
                  </a:cxn>
                  <a:cxn ang="0">
                    <a:pos x="60" y="145"/>
                  </a:cxn>
                  <a:cxn ang="0">
                    <a:pos x="60" y="152"/>
                  </a:cxn>
                  <a:cxn ang="0">
                    <a:pos x="12" y="168"/>
                  </a:cxn>
                  <a:cxn ang="0">
                    <a:pos x="52" y="167"/>
                  </a:cxn>
                  <a:cxn ang="0">
                    <a:pos x="52" y="168"/>
                  </a:cxn>
                  <a:cxn ang="0">
                    <a:pos x="56" y="176"/>
                  </a:cxn>
                  <a:cxn ang="0">
                    <a:pos x="46" y="191"/>
                  </a:cxn>
                  <a:cxn ang="0">
                    <a:pos x="56" y="198"/>
                  </a:cxn>
                  <a:cxn ang="0">
                    <a:pos x="60" y="229"/>
                  </a:cxn>
                  <a:cxn ang="0">
                    <a:pos x="69" y="191"/>
                  </a:cxn>
                  <a:cxn ang="0">
                    <a:pos x="143" y="272"/>
                  </a:cxn>
                  <a:cxn ang="0">
                    <a:pos x="99" y="176"/>
                  </a:cxn>
                  <a:cxn ang="0">
                    <a:pos x="99" y="175"/>
                  </a:cxn>
                  <a:cxn ang="0">
                    <a:pos x="104" y="167"/>
                  </a:cxn>
                  <a:cxn ang="0">
                    <a:pos x="166" y="214"/>
                  </a:cxn>
                  <a:cxn ang="0">
                    <a:pos x="126" y="188"/>
                  </a:cxn>
                  <a:cxn ang="0">
                    <a:pos x="113" y="145"/>
                  </a:cxn>
                  <a:cxn ang="0">
                    <a:pos x="116" y="134"/>
                  </a:cxn>
                  <a:cxn ang="0">
                    <a:pos x="139" y="162"/>
                  </a:cxn>
                  <a:cxn ang="0">
                    <a:pos x="126" y="119"/>
                  </a:cxn>
                  <a:cxn ang="0">
                    <a:pos x="148" y="111"/>
                  </a:cxn>
                  <a:cxn ang="0">
                    <a:pos x="166" y="141"/>
                  </a:cxn>
                  <a:cxn ang="0">
                    <a:pos x="143" y="90"/>
                  </a:cxn>
                  <a:cxn ang="0">
                    <a:pos x="148" y="85"/>
                  </a:cxn>
                  <a:cxn ang="0">
                    <a:pos x="152" y="62"/>
                  </a:cxn>
                  <a:cxn ang="0">
                    <a:pos x="174" y="64"/>
                  </a:cxn>
                  <a:cxn ang="0">
                    <a:pos x="253" y="126"/>
                  </a:cxn>
                  <a:cxn ang="0">
                    <a:pos x="195" y="90"/>
                  </a:cxn>
                  <a:cxn ang="0">
                    <a:pos x="166" y="40"/>
                  </a:cxn>
                  <a:cxn ang="0">
                    <a:pos x="174" y="31"/>
                  </a:cxn>
                  <a:cxn ang="0">
                    <a:pos x="213" y="59"/>
                  </a:cxn>
                  <a:cxn ang="0">
                    <a:pos x="205" y="57"/>
                  </a:cxn>
                  <a:cxn ang="0">
                    <a:pos x="187" y="18"/>
                  </a:cxn>
                  <a:cxn ang="0">
                    <a:pos x="236" y="57"/>
                  </a:cxn>
                  <a:cxn ang="0">
                    <a:pos x="204" y="38"/>
                  </a:cxn>
                  <a:cxn ang="0">
                    <a:pos x="179" y="2"/>
                  </a:cxn>
                </a:cxnLst>
                <a:rect l="0" t="0" r="r" b="b"/>
                <a:pathLst>
                  <a:path w="307" h="273">
                    <a:moveTo>
                      <a:pt x="173" y="3"/>
                    </a:moveTo>
                    <a:lnTo>
                      <a:pt x="152" y="0"/>
                    </a:lnTo>
                    <a:lnTo>
                      <a:pt x="139" y="7"/>
                    </a:lnTo>
                    <a:lnTo>
                      <a:pt x="126" y="9"/>
                    </a:lnTo>
                    <a:lnTo>
                      <a:pt x="96" y="12"/>
                    </a:lnTo>
                    <a:lnTo>
                      <a:pt x="21" y="12"/>
                    </a:lnTo>
                    <a:lnTo>
                      <a:pt x="96" y="13"/>
                    </a:lnTo>
                    <a:lnTo>
                      <a:pt x="116" y="9"/>
                    </a:lnTo>
                    <a:lnTo>
                      <a:pt x="130" y="12"/>
                    </a:lnTo>
                    <a:lnTo>
                      <a:pt x="113" y="16"/>
                    </a:lnTo>
                    <a:lnTo>
                      <a:pt x="126" y="16"/>
                    </a:lnTo>
                    <a:lnTo>
                      <a:pt x="113" y="23"/>
                    </a:lnTo>
                    <a:lnTo>
                      <a:pt x="17" y="64"/>
                    </a:lnTo>
                    <a:lnTo>
                      <a:pt x="116" y="23"/>
                    </a:lnTo>
                    <a:lnTo>
                      <a:pt x="113" y="28"/>
                    </a:lnTo>
                    <a:lnTo>
                      <a:pt x="99" y="36"/>
                    </a:lnTo>
                    <a:lnTo>
                      <a:pt x="87" y="38"/>
                    </a:lnTo>
                    <a:lnTo>
                      <a:pt x="60" y="40"/>
                    </a:lnTo>
                    <a:lnTo>
                      <a:pt x="17" y="36"/>
                    </a:lnTo>
                    <a:lnTo>
                      <a:pt x="87" y="40"/>
                    </a:lnTo>
                    <a:lnTo>
                      <a:pt x="99" y="36"/>
                    </a:lnTo>
                    <a:lnTo>
                      <a:pt x="113" y="33"/>
                    </a:lnTo>
                    <a:lnTo>
                      <a:pt x="110" y="40"/>
                    </a:lnTo>
                    <a:lnTo>
                      <a:pt x="99" y="43"/>
                    </a:lnTo>
                    <a:lnTo>
                      <a:pt x="12" y="67"/>
                    </a:lnTo>
                    <a:lnTo>
                      <a:pt x="99" y="45"/>
                    </a:lnTo>
                    <a:lnTo>
                      <a:pt x="110" y="45"/>
                    </a:lnTo>
                    <a:lnTo>
                      <a:pt x="99" y="52"/>
                    </a:lnTo>
                    <a:lnTo>
                      <a:pt x="87" y="59"/>
                    </a:lnTo>
                    <a:lnTo>
                      <a:pt x="12" y="74"/>
                    </a:lnTo>
                    <a:lnTo>
                      <a:pt x="96" y="57"/>
                    </a:lnTo>
                    <a:lnTo>
                      <a:pt x="99" y="57"/>
                    </a:lnTo>
                    <a:lnTo>
                      <a:pt x="104" y="59"/>
                    </a:lnTo>
                    <a:lnTo>
                      <a:pt x="87" y="69"/>
                    </a:lnTo>
                    <a:lnTo>
                      <a:pt x="104" y="67"/>
                    </a:lnTo>
                    <a:lnTo>
                      <a:pt x="82" y="79"/>
                    </a:lnTo>
                    <a:lnTo>
                      <a:pt x="64" y="85"/>
                    </a:lnTo>
                    <a:lnTo>
                      <a:pt x="29" y="90"/>
                    </a:lnTo>
                    <a:lnTo>
                      <a:pt x="12" y="90"/>
                    </a:lnTo>
                    <a:lnTo>
                      <a:pt x="43" y="88"/>
                    </a:lnTo>
                    <a:lnTo>
                      <a:pt x="77" y="83"/>
                    </a:lnTo>
                    <a:lnTo>
                      <a:pt x="87" y="80"/>
                    </a:lnTo>
                    <a:lnTo>
                      <a:pt x="77" y="88"/>
                    </a:lnTo>
                    <a:lnTo>
                      <a:pt x="60" y="98"/>
                    </a:lnTo>
                    <a:lnTo>
                      <a:pt x="29" y="103"/>
                    </a:lnTo>
                    <a:lnTo>
                      <a:pt x="0" y="106"/>
                    </a:lnTo>
                    <a:lnTo>
                      <a:pt x="38" y="100"/>
                    </a:lnTo>
                    <a:lnTo>
                      <a:pt x="64" y="93"/>
                    </a:lnTo>
                    <a:lnTo>
                      <a:pt x="87" y="85"/>
                    </a:lnTo>
                    <a:lnTo>
                      <a:pt x="90" y="83"/>
                    </a:lnTo>
                    <a:lnTo>
                      <a:pt x="87" y="90"/>
                    </a:lnTo>
                    <a:lnTo>
                      <a:pt x="96" y="88"/>
                    </a:lnTo>
                    <a:lnTo>
                      <a:pt x="104" y="90"/>
                    </a:lnTo>
                    <a:lnTo>
                      <a:pt x="87" y="98"/>
                    </a:lnTo>
                    <a:lnTo>
                      <a:pt x="87" y="103"/>
                    </a:lnTo>
                    <a:lnTo>
                      <a:pt x="64" y="111"/>
                    </a:lnTo>
                    <a:lnTo>
                      <a:pt x="73" y="111"/>
                    </a:lnTo>
                    <a:lnTo>
                      <a:pt x="64" y="117"/>
                    </a:lnTo>
                    <a:lnTo>
                      <a:pt x="34" y="126"/>
                    </a:lnTo>
                    <a:lnTo>
                      <a:pt x="8" y="129"/>
                    </a:lnTo>
                    <a:lnTo>
                      <a:pt x="46" y="124"/>
                    </a:lnTo>
                    <a:lnTo>
                      <a:pt x="69" y="117"/>
                    </a:lnTo>
                    <a:lnTo>
                      <a:pt x="82" y="114"/>
                    </a:lnTo>
                    <a:lnTo>
                      <a:pt x="82" y="121"/>
                    </a:lnTo>
                    <a:lnTo>
                      <a:pt x="82" y="124"/>
                    </a:lnTo>
                    <a:lnTo>
                      <a:pt x="69" y="134"/>
                    </a:lnTo>
                    <a:lnTo>
                      <a:pt x="56" y="141"/>
                    </a:lnTo>
                    <a:lnTo>
                      <a:pt x="64" y="141"/>
                    </a:lnTo>
                    <a:lnTo>
                      <a:pt x="52" y="145"/>
                    </a:lnTo>
                    <a:lnTo>
                      <a:pt x="8" y="157"/>
                    </a:lnTo>
                    <a:lnTo>
                      <a:pt x="38" y="150"/>
                    </a:lnTo>
                    <a:lnTo>
                      <a:pt x="60" y="145"/>
                    </a:lnTo>
                    <a:lnTo>
                      <a:pt x="60" y="152"/>
                    </a:lnTo>
                    <a:lnTo>
                      <a:pt x="46" y="155"/>
                    </a:lnTo>
                    <a:lnTo>
                      <a:pt x="60" y="152"/>
                    </a:lnTo>
                    <a:lnTo>
                      <a:pt x="60" y="157"/>
                    </a:lnTo>
                    <a:lnTo>
                      <a:pt x="52" y="162"/>
                    </a:lnTo>
                    <a:lnTo>
                      <a:pt x="12" y="168"/>
                    </a:lnTo>
                    <a:lnTo>
                      <a:pt x="46" y="162"/>
                    </a:lnTo>
                    <a:lnTo>
                      <a:pt x="46" y="165"/>
                    </a:lnTo>
                    <a:lnTo>
                      <a:pt x="52" y="167"/>
                    </a:lnTo>
                    <a:lnTo>
                      <a:pt x="12" y="183"/>
                    </a:lnTo>
                    <a:lnTo>
                      <a:pt x="43" y="171"/>
                    </a:lnTo>
                    <a:lnTo>
                      <a:pt x="52" y="168"/>
                    </a:lnTo>
                    <a:lnTo>
                      <a:pt x="56" y="175"/>
                    </a:lnTo>
                    <a:lnTo>
                      <a:pt x="46" y="178"/>
                    </a:lnTo>
                    <a:lnTo>
                      <a:pt x="56" y="176"/>
                    </a:lnTo>
                    <a:lnTo>
                      <a:pt x="46" y="191"/>
                    </a:lnTo>
                    <a:lnTo>
                      <a:pt x="8" y="207"/>
                    </a:lnTo>
                    <a:lnTo>
                      <a:pt x="46" y="191"/>
                    </a:lnTo>
                    <a:lnTo>
                      <a:pt x="43" y="198"/>
                    </a:lnTo>
                    <a:lnTo>
                      <a:pt x="56" y="191"/>
                    </a:lnTo>
                    <a:lnTo>
                      <a:pt x="56" y="198"/>
                    </a:lnTo>
                    <a:lnTo>
                      <a:pt x="60" y="231"/>
                    </a:lnTo>
                    <a:lnTo>
                      <a:pt x="99" y="272"/>
                    </a:lnTo>
                    <a:lnTo>
                      <a:pt x="60" y="229"/>
                    </a:lnTo>
                    <a:lnTo>
                      <a:pt x="60" y="212"/>
                    </a:lnTo>
                    <a:lnTo>
                      <a:pt x="64" y="199"/>
                    </a:lnTo>
                    <a:lnTo>
                      <a:pt x="69" y="191"/>
                    </a:lnTo>
                    <a:lnTo>
                      <a:pt x="77" y="175"/>
                    </a:lnTo>
                    <a:lnTo>
                      <a:pt x="87" y="181"/>
                    </a:lnTo>
                    <a:lnTo>
                      <a:pt x="143" y="272"/>
                    </a:lnTo>
                    <a:lnTo>
                      <a:pt x="90" y="181"/>
                    </a:lnTo>
                    <a:lnTo>
                      <a:pt x="90" y="171"/>
                    </a:lnTo>
                    <a:lnTo>
                      <a:pt x="99" y="176"/>
                    </a:lnTo>
                    <a:lnTo>
                      <a:pt x="110" y="264"/>
                    </a:lnTo>
                    <a:lnTo>
                      <a:pt x="104" y="188"/>
                    </a:lnTo>
                    <a:lnTo>
                      <a:pt x="99" y="175"/>
                    </a:lnTo>
                    <a:lnTo>
                      <a:pt x="96" y="168"/>
                    </a:lnTo>
                    <a:lnTo>
                      <a:pt x="99" y="157"/>
                    </a:lnTo>
                    <a:lnTo>
                      <a:pt x="104" y="167"/>
                    </a:lnTo>
                    <a:lnTo>
                      <a:pt x="116" y="186"/>
                    </a:lnTo>
                    <a:lnTo>
                      <a:pt x="130" y="198"/>
                    </a:lnTo>
                    <a:lnTo>
                      <a:pt x="166" y="214"/>
                    </a:lnTo>
                    <a:lnTo>
                      <a:pt x="240" y="245"/>
                    </a:lnTo>
                    <a:lnTo>
                      <a:pt x="143" y="199"/>
                    </a:lnTo>
                    <a:lnTo>
                      <a:pt x="126" y="188"/>
                    </a:lnTo>
                    <a:lnTo>
                      <a:pt x="116" y="181"/>
                    </a:lnTo>
                    <a:lnTo>
                      <a:pt x="110" y="171"/>
                    </a:lnTo>
                    <a:lnTo>
                      <a:pt x="113" y="145"/>
                    </a:lnTo>
                    <a:lnTo>
                      <a:pt x="116" y="152"/>
                    </a:lnTo>
                    <a:lnTo>
                      <a:pt x="116" y="137"/>
                    </a:lnTo>
                    <a:lnTo>
                      <a:pt x="116" y="134"/>
                    </a:lnTo>
                    <a:lnTo>
                      <a:pt x="126" y="145"/>
                    </a:lnTo>
                    <a:lnTo>
                      <a:pt x="209" y="233"/>
                    </a:lnTo>
                    <a:lnTo>
                      <a:pt x="139" y="162"/>
                    </a:lnTo>
                    <a:lnTo>
                      <a:pt x="130" y="155"/>
                    </a:lnTo>
                    <a:lnTo>
                      <a:pt x="126" y="145"/>
                    </a:lnTo>
                    <a:lnTo>
                      <a:pt x="126" y="119"/>
                    </a:lnTo>
                    <a:lnTo>
                      <a:pt x="130" y="121"/>
                    </a:lnTo>
                    <a:lnTo>
                      <a:pt x="135" y="106"/>
                    </a:lnTo>
                    <a:lnTo>
                      <a:pt x="148" y="111"/>
                    </a:lnTo>
                    <a:lnTo>
                      <a:pt x="213" y="209"/>
                    </a:lnTo>
                    <a:lnTo>
                      <a:pt x="178" y="162"/>
                    </a:lnTo>
                    <a:lnTo>
                      <a:pt x="166" y="141"/>
                    </a:lnTo>
                    <a:lnTo>
                      <a:pt x="148" y="121"/>
                    </a:lnTo>
                    <a:lnTo>
                      <a:pt x="148" y="110"/>
                    </a:lnTo>
                    <a:lnTo>
                      <a:pt x="143" y="90"/>
                    </a:lnTo>
                    <a:lnTo>
                      <a:pt x="152" y="93"/>
                    </a:lnTo>
                    <a:lnTo>
                      <a:pt x="187" y="191"/>
                    </a:lnTo>
                    <a:lnTo>
                      <a:pt x="148" y="85"/>
                    </a:lnTo>
                    <a:lnTo>
                      <a:pt x="148" y="77"/>
                    </a:lnTo>
                    <a:lnTo>
                      <a:pt x="152" y="83"/>
                    </a:lnTo>
                    <a:lnTo>
                      <a:pt x="152" y="62"/>
                    </a:lnTo>
                    <a:lnTo>
                      <a:pt x="161" y="69"/>
                    </a:lnTo>
                    <a:lnTo>
                      <a:pt x="161" y="57"/>
                    </a:lnTo>
                    <a:lnTo>
                      <a:pt x="174" y="64"/>
                    </a:lnTo>
                    <a:lnTo>
                      <a:pt x="192" y="88"/>
                    </a:lnTo>
                    <a:lnTo>
                      <a:pt x="213" y="103"/>
                    </a:lnTo>
                    <a:lnTo>
                      <a:pt x="253" y="126"/>
                    </a:lnTo>
                    <a:lnTo>
                      <a:pt x="275" y="147"/>
                    </a:lnTo>
                    <a:lnTo>
                      <a:pt x="213" y="103"/>
                    </a:lnTo>
                    <a:lnTo>
                      <a:pt x="195" y="90"/>
                    </a:lnTo>
                    <a:lnTo>
                      <a:pt x="178" y="74"/>
                    </a:lnTo>
                    <a:lnTo>
                      <a:pt x="174" y="62"/>
                    </a:lnTo>
                    <a:lnTo>
                      <a:pt x="166" y="40"/>
                    </a:lnTo>
                    <a:lnTo>
                      <a:pt x="169" y="43"/>
                    </a:lnTo>
                    <a:lnTo>
                      <a:pt x="178" y="40"/>
                    </a:lnTo>
                    <a:lnTo>
                      <a:pt x="174" y="31"/>
                    </a:lnTo>
                    <a:lnTo>
                      <a:pt x="183" y="40"/>
                    </a:lnTo>
                    <a:lnTo>
                      <a:pt x="192" y="49"/>
                    </a:lnTo>
                    <a:lnTo>
                      <a:pt x="213" y="59"/>
                    </a:lnTo>
                    <a:lnTo>
                      <a:pt x="245" y="69"/>
                    </a:lnTo>
                    <a:lnTo>
                      <a:pt x="306" y="93"/>
                    </a:lnTo>
                    <a:lnTo>
                      <a:pt x="205" y="57"/>
                    </a:lnTo>
                    <a:lnTo>
                      <a:pt x="192" y="47"/>
                    </a:lnTo>
                    <a:lnTo>
                      <a:pt x="187" y="43"/>
                    </a:lnTo>
                    <a:lnTo>
                      <a:pt x="187" y="18"/>
                    </a:lnTo>
                    <a:lnTo>
                      <a:pt x="195" y="26"/>
                    </a:lnTo>
                    <a:lnTo>
                      <a:pt x="209" y="38"/>
                    </a:lnTo>
                    <a:lnTo>
                      <a:pt x="236" y="57"/>
                    </a:lnTo>
                    <a:lnTo>
                      <a:pt x="270" y="77"/>
                    </a:lnTo>
                    <a:lnTo>
                      <a:pt x="279" y="85"/>
                    </a:lnTo>
                    <a:lnTo>
                      <a:pt x="204" y="38"/>
                    </a:lnTo>
                    <a:lnTo>
                      <a:pt x="195" y="21"/>
                    </a:lnTo>
                    <a:lnTo>
                      <a:pt x="200" y="9"/>
                    </a:lnTo>
                    <a:lnTo>
                      <a:pt x="179" y="2"/>
                    </a:lnTo>
                    <a:lnTo>
                      <a:pt x="173" y="3"/>
                    </a:lnTo>
                  </a:path>
                </a:pathLst>
              </a:custGeom>
              <a:solidFill>
                <a:srgbClr val="CEDA9D"/>
              </a:solidFill>
              <a:ln w="9525" cap="rnd">
                <a:noFill/>
                <a:round/>
              </a:ln>
              <a:effectLst/>
            </p:spPr>
            <p:txBody>
              <a:bodyPr/>
              <a:lstStyle/>
              <a:p>
                <a:endParaRPr lang="zh-CN" altLang="en-US"/>
              </a:p>
            </p:txBody>
          </p:sp>
          <p:sp>
            <p:nvSpPr>
              <p:cNvPr id="2100" name="Freeform 52"/>
              <p:cNvSpPr/>
              <p:nvPr/>
            </p:nvSpPr>
            <p:spPr bwMode="ltGray">
              <a:xfrm>
                <a:off x="1375" y="3880"/>
                <a:ext cx="232" cy="268"/>
              </a:xfrm>
              <a:custGeom>
                <a:avLst/>
                <a:gdLst/>
                <a:ahLst/>
                <a:cxnLst>
                  <a:cxn ang="0">
                    <a:pos x="54" y="267"/>
                  </a:cxn>
                  <a:cxn ang="0">
                    <a:pos x="8" y="153"/>
                  </a:cxn>
                  <a:cxn ang="0">
                    <a:pos x="4" y="148"/>
                  </a:cxn>
                  <a:cxn ang="0">
                    <a:pos x="1" y="139"/>
                  </a:cxn>
                  <a:cxn ang="0">
                    <a:pos x="1" y="129"/>
                  </a:cxn>
                  <a:cxn ang="0">
                    <a:pos x="0" y="119"/>
                  </a:cxn>
                  <a:cxn ang="0">
                    <a:pos x="1" y="108"/>
                  </a:cxn>
                  <a:cxn ang="0">
                    <a:pos x="6" y="92"/>
                  </a:cxn>
                  <a:cxn ang="0">
                    <a:pos x="32" y="29"/>
                  </a:cxn>
                  <a:cxn ang="0">
                    <a:pos x="39" y="24"/>
                  </a:cxn>
                  <a:cxn ang="0">
                    <a:pos x="49" y="13"/>
                  </a:cxn>
                  <a:cxn ang="0">
                    <a:pos x="62" y="6"/>
                  </a:cxn>
                  <a:cxn ang="0">
                    <a:pos x="81" y="1"/>
                  </a:cxn>
                  <a:cxn ang="0">
                    <a:pos x="96" y="0"/>
                  </a:cxn>
                  <a:cxn ang="0">
                    <a:pos x="109" y="3"/>
                  </a:cxn>
                  <a:cxn ang="0">
                    <a:pos x="125" y="8"/>
                  </a:cxn>
                  <a:cxn ang="0">
                    <a:pos x="144" y="19"/>
                  </a:cxn>
                  <a:cxn ang="0">
                    <a:pos x="166" y="31"/>
                  </a:cxn>
                  <a:cxn ang="0">
                    <a:pos x="179" y="41"/>
                  </a:cxn>
                  <a:cxn ang="0">
                    <a:pos x="189" y="52"/>
                  </a:cxn>
                  <a:cxn ang="0">
                    <a:pos x="194" y="60"/>
                  </a:cxn>
                  <a:cxn ang="0">
                    <a:pos x="213" y="93"/>
                  </a:cxn>
                  <a:cxn ang="0">
                    <a:pos x="214" y="95"/>
                  </a:cxn>
                  <a:cxn ang="0">
                    <a:pos x="219" y="109"/>
                  </a:cxn>
                  <a:cxn ang="0">
                    <a:pos x="221" y="119"/>
                  </a:cxn>
                  <a:cxn ang="0">
                    <a:pos x="231" y="169"/>
                  </a:cxn>
                  <a:cxn ang="0">
                    <a:pos x="218" y="140"/>
                  </a:cxn>
                  <a:cxn ang="0">
                    <a:pos x="206" y="118"/>
                  </a:cxn>
                  <a:cxn ang="0">
                    <a:pos x="194" y="95"/>
                  </a:cxn>
                  <a:cxn ang="0">
                    <a:pos x="178" y="72"/>
                  </a:cxn>
                  <a:cxn ang="0">
                    <a:pos x="122" y="20"/>
                  </a:cxn>
                  <a:cxn ang="0">
                    <a:pos x="109" y="14"/>
                  </a:cxn>
                  <a:cxn ang="0">
                    <a:pos x="96" y="11"/>
                  </a:cxn>
                  <a:cxn ang="0">
                    <a:pos x="86" y="11"/>
                  </a:cxn>
                  <a:cxn ang="0">
                    <a:pos x="75" y="17"/>
                  </a:cxn>
                  <a:cxn ang="0">
                    <a:pos x="60" y="35"/>
                  </a:cxn>
                  <a:cxn ang="0">
                    <a:pos x="44" y="97"/>
                  </a:cxn>
                  <a:cxn ang="0">
                    <a:pos x="28" y="139"/>
                  </a:cxn>
                  <a:cxn ang="0">
                    <a:pos x="27" y="148"/>
                  </a:cxn>
                  <a:cxn ang="0">
                    <a:pos x="28" y="158"/>
                  </a:cxn>
                  <a:cxn ang="0">
                    <a:pos x="31" y="168"/>
                  </a:cxn>
                  <a:cxn ang="0">
                    <a:pos x="43" y="189"/>
                  </a:cxn>
                  <a:cxn ang="0">
                    <a:pos x="35" y="169"/>
                  </a:cxn>
                  <a:cxn ang="0">
                    <a:pos x="51" y="210"/>
                  </a:cxn>
                  <a:cxn ang="0">
                    <a:pos x="59" y="231"/>
                  </a:cxn>
                  <a:cxn ang="0">
                    <a:pos x="62" y="247"/>
                  </a:cxn>
                  <a:cxn ang="0">
                    <a:pos x="56" y="263"/>
                  </a:cxn>
                  <a:cxn ang="0">
                    <a:pos x="54" y="267"/>
                  </a:cxn>
                </a:cxnLst>
                <a:rect l="0" t="0" r="r" b="b"/>
                <a:pathLst>
                  <a:path w="232" h="268">
                    <a:moveTo>
                      <a:pt x="54" y="267"/>
                    </a:moveTo>
                    <a:lnTo>
                      <a:pt x="8" y="153"/>
                    </a:lnTo>
                    <a:lnTo>
                      <a:pt x="4" y="148"/>
                    </a:lnTo>
                    <a:lnTo>
                      <a:pt x="1" y="139"/>
                    </a:lnTo>
                    <a:lnTo>
                      <a:pt x="1" y="129"/>
                    </a:lnTo>
                    <a:lnTo>
                      <a:pt x="0" y="119"/>
                    </a:lnTo>
                    <a:lnTo>
                      <a:pt x="1" y="108"/>
                    </a:lnTo>
                    <a:lnTo>
                      <a:pt x="6" y="92"/>
                    </a:lnTo>
                    <a:lnTo>
                      <a:pt x="32" y="29"/>
                    </a:lnTo>
                    <a:lnTo>
                      <a:pt x="39" y="24"/>
                    </a:lnTo>
                    <a:lnTo>
                      <a:pt x="49" y="13"/>
                    </a:lnTo>
                    <a:lnTo>
                      <a:pt x="62" y="6"/>
                    </a:lnTo>
                    <a:lnTo>
                      <a:pt x="81" y="1"/>
                    </a:lnTo>
                    <a:lnTo>
                      <a:pt x="96" y="0"/>
                    </a:lnTo>
                    <a:lnTo>
                      <a:pt x="109" y="3"/>
                    </a:lnTo>
                    <a:lnTo>
                      <a:pt x="125" y="8"/>
                    </a:lnTo>
                    <a:lnTo>
                      <a:pt x="144" y="19"/>
                    </a:lnTo>
                    <a:lnTo>
                      <a:pt x="166" y="31"/>
                    </a:lnTo>
                    <a:lnTo>
                      <a:pt x="179" y="41"/>
                    </a:lnTo>
                    <a:lnTo>
                      <a:pt x="189" y="52"/>
                    </a:lnTo>
                    <a:lnTo>
                      <a:pt x="194" y="60"/>
                    </a:lnTo>
                    <a:lnTo>
                      <a:pt x="213" y="93"/>
                    </a:lnTo>
                    <a:lnTo>
                      <a:pt x="214" y="95"/>
                    </a:lnTo>
                    <a:lnTo>
                      <a:pt x="219" y="109"/>
                    </a:lnTo>
                    <a:lnTo>
                      <a:pt x="221" y="119"/>
                    </a:lnTo>
                    <a:lnTo>
                      <a:pt x="231" y="169"/>
                    </a:lnTo>
                    <a:lnTo>
                      <a:pt x="218" y="140"/>
                    </a:lnTo>
                    <a:lnTo>
                      <a:pt x="206" y="118"/>
                    </a:lnTo>
                    <a:lnTo>
                      <a:pt x="194" y="95"/>
                    </a:lnTo>
                    <a:lnTo>
                      <a:pt x="178" y="72"/>
                    </a:lnTo>
                    <a:lnTo>
                      <a:pt x="122" y="20"/>
                    </a:lnTo>
                    <a:lnTo>
                      <a:pt x="109" y="14"/>
                    </a:lnTo>
                    <a:lnTo>
                      <a:pt x="96" y="11"/>
                    </a:lnTo>
                    <a:lnTo>
                      <a:pt x="86" y="11"/>
                    </a:lnTo>
                    <a:lnTo>
                      <a:pt x="75" y="17"/>
                    </a:lnTo>
                    <a:lnTo>
                      <a:pt x="60" y="35"/>
                    </a:lnTo>
                    <a:lnTo>
                      <a:pt x="44" y="97"/>
                    </a:lnTo>
                    <a:lnTo>
                      <a:pt x="28" y="139"/>
                    </a:lnTo>
                    <a:lnTo>
                      <a:pt x="27" y="148"/>
                    </a:lnTo>
                    <a:lnTo>
                      <a:pt x="28" y="158"/>
                    </a:lnTo>
                    <a:lnTo>
                      <a:pt x="31" y="168"/>
                    </a:lnTo>
                    <a:lnTo>
                      <a:pt x="43" y="189"/>
                    </a:lnTo>
                    <a:lnTo>
                      <a:pt x="35" y="169"/>
                    </a:lnTo>
                    <a:lnTo>
                      <a:pt x="51" y="210"/>
                    </a:lnTo>
                    <a:lnTo>
                      <a:pt x="59" y="231"/>
                    </a:lnTo>
                    <a:lnTo>
                      <a:pt x="62" y="247"/>
                    </a:lnTo>
                    <a:lnTo>
                      <a:pt x="56" y="263"/>
                    </a:lnTo>
                    <a:lnTo>
                      <a:pt x="54" y="267"/>
                    </a:lnTo>
                  </a:path>
                </a:pathLst>
              </a:custGeom>
              <a:solidFill>
                <a:srgbClr val="CEDA9D"/>
              </a:solidFill>
              <a:ln w="9525" cap="rnd">
                <a:noFill/>
                <a:round/>
              </a:ln>
              <a:effectLst/>
            </p:spPr>
            <p:txBody>
              <a:bodyPr/>
              <a:lstStyle/>
              <a:p>
                <a:endParaRPr lang="zh-CN" altLang="en-US"/>
              </a:p>
            </p:txBody>
          </p:sp>
          <p:sp>
            <p:nvSpPr>
              <p:cNvPr id="2101" name="Freeform 53"/>
              <p:cNvSpPr/>
              <p:nvPr/>
            </p:nvSpPr>
            <p:spPr bwMode="ltGray">
              <a:xfrm>
                <a:off x="1254" y="3784"/>
                <a:ext cx="257" cy="256"/>
              </a:xfrm>
              <a:custGeom>
                <a:avLst/>
                <a:gdLst/>
                <a:ahLst/>
                <a:cxnLst>
                  <a:cxn ang="0">
                    <a:pos x="252" y="39"/>
                  </a:cxn>
                  <a:cxn ang="0">
                    <a:pos x="234" y="22"/>
                  </a:cxn>
                  <a:cxn ang="0">
                    <a:pos x="225" y="16"/>
                  </a:cxn>
                  <a:cxn ang="0">
                    <a:pos x="206" y="11"/>
                  </a:cxn>
                  <a:cxn ang="0">
                    <a:pos x="189" y="6"/>
                  </a:cxn>
                  <a:cxn ang="0">
                    <a:pos x="165" y="1"/>
                  </a:cxn>
                  <a:cxn ang="0">
                    <a:pos x="145" y="0"/>
                  </a:cxn>
                  <a:cxn ang="0">
                    <a:pos x="126" y="2"/>
                  </a:cxn>
                  <a:cxn ang="0">
                    <a:pos x="105" y="4"/>
                  </a:cxn>
                  <a:cxn ang="0">
                    <a:pos x="81" y="9"/>
                  </a:cxn>
                  <a:cxn ang="0">
                    <a:pos x="66" y="18"/>
                  </a:cxn>
                  <a:cxn ang="0">
                    <a:pos x="51" y="33"/>
                  </a:cxn>
                  <a:cxn ang="0">
                    <a:pos x="35" y="43"/>
                  </a:cxn>
                  <a:cxn ang="0">
                    <a:pos x="24" y="54"/>
                  </a:cxn>
                  <a:cxn ang="0">
                    <a:pos x="9" y="69"/>
                  </a:cxn>
                  <a:cxn ang="0">
                    <a:pos x="0" y="99"/>
                  </a:cxn>
                  <a:cxn ang="0">
                    <a:pos x="3" y="122"/>
                  </a:cxn>
                  <a:cxn ang="0">
                    <a:pos x="14" y="155"/>
                  </a:cxn>
                  <a:cxn ang="0">
                    <a:pos x="35" y="185"/>
                  </a:cxn>
                  <a:cxn ang="0">
                    <a:pos x="81" y="255"/>
                  </a:cxn>
                  <a:cxn ang="0">
                    <a:pos x="64" y="180"/>
                  </a:cxn>
                  <a:cxn ang="0">
                    <a:pos x="53" y="154"/>
                  </a:cxn>
                  <a:cxn ang="0">
                    <a:pos x="48" y="132"/>
                  </a:cxn>
                  <a:cxn ang="0">
                    <a:pos x="44" y="107"/>
                  </a:cxn>
                  <a:cxn ang="0">
                    <a:pos x="51" y="81"/>
                  </a:cxn>
                  <a:cxn ang="0">
                    <a:pos x="57" y="60"/>
                  </a:cxn>
                  <a:cxn ang="0">
                    <a:pos x="69" y="34"/>
                  </a:cxn>
                  <a:cxn ang="0">
                    <a:pos x="88" y="22"/>
                  </a:cxn>
                  <a:cxn ang="0">
                    <a:pos x="112" y="18"/>
                  </a:cxn>
                  <a:cxn ang="0">
                    <a:pos x="174" y="16"/>
                  </a:cxn>
                  <a:cxn ang="0">
                    <a:pos x="213" y="24"/>
                  </a:cxn>
                  <a:cxn ang="0">
                    <a:pos x="256" y="43"/>
                  </a:cxn>
                  <a:cxn ang="0">
                    <a:pos x="252" y="39"/>
                  </a:cxn>
                </a:cxnLst>
                <a:rect l="0" t="0" r="r" b="b"/>
                <a:pathLst>
                  <a:path w="257" h="256">
                    <a:moveTo>
                      <a:pt x="252" y="39"/>
                    </a:moveTo>
                    <a:lnTo>
                      <a:pt x="234" y="22"/>
                    </a:lnTo>
                    <a:lnTo>
                      <a:pt x="225" y="16"/>
                    </a:lnTo>
                    <a:lnTo>
                      <a:pt x="206" y="11"/>
                    </a:lnTo>
                    <a:lnTo>
                      <a:pt x="189" y="6"/>
                    </a:lnTo>
                    <a:lnTo>
                      <a:pt x="165" y="1"/>
                    </a:lnTo>
                    <a:lnTo>
                      <a:pt x="145" y="0"/>
                    </a:lnTo>
                    <a:lnTo>
                      <a:pt x="126" y="2"/>
                    </a:lnTo>
                    <a:lnTo>
                      <a:pt x="105" y="4"/>
                    </a:lnTo>
                    <a:lnTo>
                      <a:pt x="81" y="9"/>
                    </a:lnTo>
                    <a:lnTo>
                      <a:pt x="66" y="18"/>
                    </a:lnTo>
                    <a:lnTo>
                      <a:pt x="51" y="33"/>
                    </a:lnTo>
                    <a:lnTo>
                      <a:pt x="35" y="43"/>
                    </a:lnTo>
                    <a:lnTo>
                      <a:pt x="24" y="54"/>
                    </a:lnTo>
                    <a:lnTo>
                      <a:pt x="9" y="69"/>
                    </a:lnTo>
                    <a:lnTo>
                      <a:pt x="0" y="99"/>
                    </a:lnTo>
                    <a:lnTo>
                      <a:pt x="3" y="122"/>
                    </a:lnTo>
                    <a:lnTo>
                      <a:pt x="14" y="155"/>
                    </a:lnTo>
                    <a:lnTo>
                      <a:pt x="35" y="185"/>
                    </a:lnTo>
                    <a:lnTo>
                      <a:pt x="81" y="255"/>
                    </a:lnTo>
                    <a:lnTo>
                      <a:pt x="64" y="180"/>
                    </a:lnTo>
                    <a:lnTo>
                      <a:pt x="53" y="154"/>
                    </a:lnTo>
                    <a:lnTo>
                      <a:pt x="48" y="132"/>
                    </a:lnTo>
                    <a:lnTo>
                      <a:pt x="44" y="107"/>
                    </a:lnTo>
                    <a:lnTo>
                      <a:pt x="51" y="81"/>
                    </a:lnTo>
                    <a:lnTo>
                      <a:pt x="57" y="60"/>
                    </a:lnTo>
                    <a:lnTo>
                      <a:pt x="69" y="34"/>
                    </a:lnTo>
                    <a:lnTo>
                      <a:pt x="88" y="22"/>
                    </a:lnTo>
                    <a:lnTo>
                      <a:pt x="112" y="18"/>
                    </a:lnTo>
                    <a:lnTo>
                      <a:pt x="174" y="16"/>
                    </a:lnTo>
                    <a:lnTo>
                      <a:pt x="213" y="24"/>
                    </a:lnTo>
                    <a:lnTo>
                      <a:pt x="256" y="43"/>
                    </a:lnTo>
                    <a:lnTo>
                      <a:pt x="252" y="39"/>
                    </a:lnTo>
                  </a:path>
                </a:pathLst>
              </a:custGeom>
              <a:solidFill>
                <a:srgbClr val="CEDA9D"/>
              </a:solidFill>
              <a:ln w="9525" cap="rnd">
                <a:noFill/>
                <a:round/>
              </a:ln>
              <a:effectLst/>
            </p:spPr>
            <p:txBody>
              <a:bodyPr/>
              <a:lstStyle/>
              <a:p>
                <a:endParaRPr lang="zh-CN" altLang="en-US"/>
              </a:p>
            </p:txBody>
          </p:sp>
          <p:sp>
            <p:nvSpPr>
              <p:cNvPr id="2102" name="Freeform 54"/>
              <p:cNvSpPr/>
              <p:nvPr/>
            </p:nvSpPr>
            <p:spPr bwMode="ltGray">
              <a:xfrm>
                <a:off x="1437" y="3598"/>
                <a:ext cx="267" cy="252"/>
              </a:xfrm>
              <a:custGeom>
                <a:avLst/>
                <a:gdLst/>
                <a:ahLst/>
                <a:cxnLst>
                  <a:cxn ang="0">
                    <a:pos x="77" y="251"/>
                  </a:cxn>
                  <a:cxn ang="0">
                    <a:pos x="59" y="207"/>
                  </a:cxn>
                  <a:cxn ang="0">
                    <a:pos x="51" y="190"/>
                  </a:cxn>
                  <a:cxn ang="0">
                    <a:pos x="32" y="166"/>
                  </a:cxn>
                  <a:cxn ang="0">
                    <a:pos x="12" y="145"/>
                  </a:cxn>
                  <a:cxn ang="0">
                    <a:pos x="2" y="132"/>
                  </a:cxn>
                  <a:cxn ang="0">
                    <a:pos x="0" y="119"/>
                  </a:cxn>
                  <a:cxn ang="0">
                    <a:pos x="4" y="100"/>
                  </a:cxn>
                  <a:cxn ang="0">
                    <a:pos x="8" y="82"/>
                  </a:cxn>
                  <a:cxn ang="0">
                    <a:pos x="37" y="34"/>
                  </a:cxn>
                  <a:cxn ang="0">
                    <a:pos x="51" y="23"/>
                  </a:cxn>
                  <a:cxn ang="0">
                    <a:pos x="75" y="11"/>
                  </a:cxn>
                  <a:cxn ang="0">
                    <a:pos x="96" y="2"/>
                  </a:cxn>
                  <a:cxn ang="0">
                    <a:pos x="123" y="0"/>
                  </a:cxn>
                  <a:cxn ang="0">
                    <a:pos x="145" y="4"/>
                  </a:cxn>
                  <a:cxn ang="0">
                    <a:pos x="173" y="11"/>
                  </a:cxn>
                  <a:cxn ang="0">
                    <a:pos x="199" y="26"/>
                  </a:cxn>
                  <a:cxn ang="0">
                    <a:pos x="208" y="36"/>
                  </a:cxn>
                  <a:cxn ang="0">
                    <a:pos x="225" y="50"/>
                  </a:cxn>
                  <a:cxn ang="0">
                    <a:pos x="239" y="64"/>
                  </a:cxn>
                  <a:cxn ang="0">
                    <a:pos x="263" y="130"/>
                  </a:cxn>
                  <a:cxn ang="0">
                    <a:pos x="266" y="142"/>
                  </a:cxn>
                  <a:cxn ang="0">
                    <a:pos x="261" y="164"/>
                  </a:cxn>
                  <a:cxn ang="0">
                    <a:pos x="246" y="226"/>
                  </a:cxn>
                  <a:cxn ang="0">
                    <a:pos x="247" y="165"/>
                  </a:cxn>
                  <a:cxn ang="0">
                    <a:pos x="239" y="139"/>
                  </a:cxn>
                  <a:cxn ang="0">
                    <a:pos x="233" y="123"/>
                  </a:cxn>
                  <a:cxn ang="0">
                    <a:pos x="223" y="100"/>
                  </a:cxn>
                  <a:cxn ang="0">
                    <a:pos x="212" y="79"/>
                  </a:cxn>
                  <a:cxn ang="0">
                    <a:pos x="196" y="58"/>
                  </a:cxn>
                  <a:cxn ang="0">
                    <a:pos x="177" y="38"/>
                  </a:cxn>
                  <a:cxn ang="0">
                    <a:pos x="161" y="21"/>
                  </a:cxn>
                  <a:cxn ang="0">
                    <a:pos x="145" y="11"/>
                  </a:cxn>
                  <a:cxn ang="0">
                    <a:pos x="126" y="7"/>
                  </a:cxn>
                  <a:cxn ang="0">
                    <a:pos x="107" y="11"/>
                  </a:cxn>
                  <a:cxn ang="0">
                    <a:pos x="94" y="19"/>
                  </a:cxn>
                  <a:cxn ang="0">
                    <a:pos x="85" y="36"/>
                  </a:cxn>
                  <a:cxn ang="0">
                    <a:pos x="85" y="48"/>
                  </a:cxn>
                  <a:cxn ang="0">
                    <a:pos x="80" y="72"/>
                  </a:cxn>
                  <a:cxn ang="0">
                    <a:pos x="72" y="85"/>
                  </a:cxn>
                  <a:cxn ang="0">
                    <a:pos x="53" y="108"/>
                  </a:cxn>
                  <a:cxn ang="0">
                    <a:pos x="51" y="119"/>
                  </a:cxn>
                  <a:cxn ang="0">
                    <a:pos x="48" y="131"/>
                  </a:cxn>
                  <a:cxn ang="0">
                    <a:pos x="48" y="147"/>
                  </a:cxn>
                  <a:cxn ang="0">
                    <a:pos x="80" y="203"/>
                  </a:cxn>
                  <a:cxn ang="0">
                    <a:pos x="77" y="251"/>
                  </a:cxn>
                </a:cxnLst>
                <a:rect l="0" t="0" r="r" b="b"/>
                <a:pathLst>
                  <a:path w="267" h="252">
                    <a:moveTo>
                      <a:pt x="77" y="251"/>
                    </a:moveTo>
                    <a:lnTo>
                      <a:pt x="59" y="207"/>
                    </a:lnTo>
                    <a:lnTo>
                      <a:pt x="51" y="190"/>
                    </a:lnTo>
                    <a:lnTo>
                      <a:pt x="32" y="166"/>
                    </a:lnTo>
                    <a:lnTo>
                      <a:pt x="12" y="145"/>
                    </a:lnTo>
                    <a:lnTo>
                      <a:pt x="2" y="132"/>
                    </a:lnTo>
                    <a:lnTo>
                      <a:pt x="0" y="119"/>
                    </a:lnTo>
                    <a:lnTo>
                      <a:pt x="4" y="100"/>
                    </a:lnTo>
                    <a:lnTo>
                      <a:pt x="8" y="82"/>
                    </a:lnTo>
                    <a:lnTo>
                      <a:pt x="37" y="34"/>
                    </a:lnTo>
                    <a:lnTo>
                      <a:pt x="51" y="23"/>
                    </a:lnTo>
                    <a:lnTo>
                      <a:pt x="75" y="11"/>
                    </a:lnTo>
                    <a:lnTo>
                      <a:pt x="96" y="2"/>
                    </a:lnTo>
                    <a:lnTo>
                      <a:pt x="123" y="0"/>
                    </a:lnTo>
                    <a:lnTo>
                      <a:pt x="145" y="4"/>
                    </a:lnTo>
                    <a:lnTo>
                      <a:pt x="173" y="11"/>
                    </a:lnTo>
                    <a:lnTo>
                      <a:pt x="199" y="26"/>
                    </a:lnTo>
                    <a:lnTo>
                      <a:pt x="208" y="36"/>
                    </a:lnTo>
                    <a:lnTo>
                      <a:pt x="225" y="50"/>
                    </a:lnTo>
                    <a:lnTo>
                      <a:pt x="239" y="64"/>
                    </a:lnTo>
                    <a:lnTo>
                      <a:pt x="263" y="130"/>
                    </a:lnTo>
                    <a:lnTo>
                      <a:pt x="266" y="142"/>
                    </a:lnTo>
                    <a:lnTo>
                      <a:pt x="261" y="164"/>
                    </a:lnTo>
                    <a:lnTo>
                      <a:pt x="246" y="226"/>
                    </a:lnTo>
                    <a:lnTo>
                      <a:pt x="247" y="165"/>
                    </a:lnTo>
                    <a:lnTo>
                      <a:pt x="239" y="139"/>
                    </a:lnTo>
                    <a:lnTo>
                      <a:pt x="233" y="123"/>
                    </a:lnTo>
                    <a:lnTo>
                      <a:pt x="223" y="100"/>
                    </a:lnTo>
                    <a:lnTo>
                      <a:pt x="212" y="79"/>
                    </a:lnTo>
                    <a:lnTo>
                      <a:pt x="196" y="58"/>
                    </a:lnTo>
                    <a:lnTo>
                      <a:pt x="177" y="38"/>
                    </a:lnTo>
                    <a:lnTo>
                      <a:pt x="161" y="21"/>
                    </a:lnTo>
                    <a:lnTo>
                      <a:pt x="145" y="11"/>
                    </a:lnTo>
                    <a:lnTo>
                      <a:pt x="126" y="7"/>
                    </a:lnTo>
                    <a:lnTo>
                      <a:pt x="107" y="11"/>
                    </a:lnTo>
                    <a:lnTo>
                      <a:pt x="94" y="19"/>
                    </a:lnTo>
                    <a:lnTo>
                      <a:pt x="85" y="36"/>
                    </a:lnTo>
                    <a:lnTo>
                      <a:pt x="85" y="48"/>
                    </a:lnTo>
                    <a:lnTo>
                      <a:pt x="80" y="72"/>
                    </a:lnTo>
                    <a:lnTo>
                      <a:pt x="72" y="85"/>
                    </a:lnTo>
                    <a:lnTo>
                      <a:pt x="53" y="108"/>
                    </a:lnTo>
                    <a:lnTo>
                      <a:pt x="51" y="119"/>
                    </a:lnTo>
                    <a:lnTo>
                      <a:pt x="48" y="131"/>
                    </a:lnTo>
                    <a:lnTo>
                      <a:pt x="48" y="147"/>
                    </a:lnTo>
                    <a:lnTo>
                      <a:pt x="80" y="203"/>
                    </a:lnTo>
                    <a:lnTo>
                      <a:pt x="77" y="251"/>
                    </a:lnTo>
                  </a:path>
                </a:pathLst>
              </a:custGeom>
              <a:solidFill>
                <a:srgbClr val="CEDA9D"/>
              </a:solidFill>
              <a:ln w="9525" cap="rnd">
                <a:noFill/>
                <a:round/>
              </a:ln>
              <a:effectLst/>
            </p:spPr>
            <p:txBody>
              <a:bodyPr/>
              <a:lstStyle/>
              <a:p>
                <a:endParaRPr lang="zh-CN" altLang="en-US"/>
              </a:p>
            </p:txBody>
          </p:sp>
          <p:sp>
            <p:nvSpPr>
              <p:cNvPr id="2103" name="Freeform 55"/>
              <p:cNvSpPr/>
              <p:nvPr/>
            </p:nvSpPr>
            <p:spPr bwMode="ltGray">
              <a:xfrm>
                <a:off x="1580" y="3347"/>
                <a:ext cx="352" cy="364"/>
              </a:xfrm>
              <a:custGeom>
                <a:avLst/>
                <a:gdLst/>
                <a:ahLst/>
                <a:cxnLst>
                  <a:cxn ang="0">
                    <a:pos x="330" y="8"/>
                  </a:cxn>
                  <a:cxn ang="0">
                    <a:pos x="328" y="0"/>
                  </a:cxn>
                  <a:cxn ang="0">
                    <a:pos x="302" y="3"/>
                  </a:cxn>
                  <a:cxn ang="0">
                    <a:pos x="289" y="12"/>
                  </a:cxn>
                  <a:cxn ang="0">
                    <a:pos x="9" y="79"/>
                  </a:cxn>
                  <a:cxn ang="0">
                    <a:pos x="258" y="32"/>
                  </a:cxn>
                  <a:cxn ang="0">
                    <a:pos x="261" y="40"/>
                  </a:cxn>
                  <a:cxn ang="0">
                    <a:pos x="139" y="97"/>
                  </a:cxn>
                  <a:cxn ang="0">
                    <a:pos x="290" y="53"/>
                  </a:cxn>
                  <a:cxn ang="0">
                    <a:pos x="270" y="71"/>
                  </a:cxn>
                  <a:cxn ang="0">
                    <a:pos x="223" y="102"/>
                  </a:cxn>
                  <a:cxn ang="0">
                    <a:pos x="76" y="185"/>
                  </a:cxn>
                  <a:cxn ang="0">
                    <a:pos x="82" y="178"/>
                  </a:cxn>
                  <a:cxn ang="0">
                    <a:pos x="177" y="127"/>
                  </a:cxn>
                  <a:cxn ang="0">
                    <a:pos x="253" y="87"/>
                  </a:cxn>
                  <a:cxn ang="0">
                    <a:pos x="289" y="68"/>
                  </a:cxn>
                  <a:cxn ang="0">
                    <a:pos x="294" y="75"/>
                  </a:cxn>
                  <a:cxn ang="0">
                    <a:pos x="253" y="100"/>
                  </a:cxn>
                  <a:cxn ang="0">
                    <a:pos x="195" y="135"/>
                  </a:cxn>
                  <a:cxn ang="0">
                    <a:pos x="270" y="87"/>
                  </a:cxn>
                  <a:cxn ang="0">
                    <a:pos x="294" y="75"/>
                  </a:cxn>
                  <a:cxn ang="0">
                    <a:pos x="298" y="89"/>
                  </a:cxn>
                  <a:cxn ang="0">
                    <a:pos x="270" y="112"/>
                  </a:cxn>
                  <a:cxn ang="0">
                    <a:pos x="195" y="144"/>
                  </a:cxn>
                  <a:cxn ang="0">
                    <a:pos x="129" y="173"/>
                  </a:cxn>
                  <a:cxn ang="0">
                    <a:pos x="205" y="143"/>
                  </a:cxn>
                  <a:cxn ang="0">
                    <a:pos x="282" y="109"/>
                  </a:cxn>
                  <a:cxn ang="0">
                    <a:pos x="279" y="121"/>
                  </a:cxn>
                  <a:cxn ang="0">
                    <a:pos x="282" y="141"/>
                  </a:cxn>
                  <a:cxn ang="0">
                    <a:pos x="270" y="151"/>
                  </a:cxn>
                  <a:cxn ang="0">
                    <a:pos x="207" y="179"/>
                  </a:cxn>
                  <a:cxn ang="0">
                    <a:pos x="88" y="226"/>
                  </a:cxn>
                  <a:cxn ang="0">
                    <a:pos x="105" y="216"/>
                  </a:cxn>
                  <a:cxn ang="0">
                    <a:pos x="253" y="159"/>
                  </a:cxn>
                  <a:cxn ang="0">
                    <a:pos x="300" y="136"/>
                  </a:cxn>
                  <a:cxn ang="0">
                    <a:pos x="181" y="208"/>
                  </a:cxn>
                  <a:cxn ang="0">
                    <a:pos x="298" y="157"/>
                  </a:cxn>
                  <a:cxn ang="0">
                    <a:pos x="294" y="178"/>
                  </a:cxn>
                  <a:cxn ang="0">
                    <a:pos x="236" y="226"/>
                  </a:cxn>
                  <a:cxn ang="0">
                    <a:pos x="135" y="261"/>
                  </a:cxn>
                  <a:cxn ang="0">
                    <a:pos x="41" y="292"/>
                  </a:cxn>
                  <a:cxn ang="0">
                    <a:pos x="183" y="249"/>
                  </a:cxn>
                  <a:cxn ang="0">
                    <a:pos x="240" y="223"/>
                  </a:cxn>
                  <a:cxn ang="0">
                    <a:pos x="294" y="185"/>
                  </a:cxn>
                  <a:cxn ang="0">
                    <a:pos x="289" y="203"/>
                  </a:cxn>
                  <a:cxn ang="0">
                    <a:pos x="285" y="219"/>
                  </a:cxn>
                  <a:cxn ang="0">
                    <a:pos x="289" y="235"/>
                  </a:cxn>
                  <a:cxn ang="0">
                    <a:pos x="236" y="267"/>
                  </a:cxn>
                  <a:cxn ang="0">
                    <a:pos x="138" y="296"/>
                  </a:cxn>
                  <a:cxn ang="0">
                    <a:pos x="145" y="293"/>
                  </a:cxn>
                  <a:cxn ang="0">
                    <a:pos x="264" y="255"/>
                  </a:cxn>
                  <a:cxn ang="0">
                    <a:pos x="259" y="265"/>
                  </a:cxn>
                  <a:cxn ang="0">
                    <a:pos x="266" y="270"/>
                  </a:cxn>
                  <a:cxn ang="0">
                    <a:pos x="270" y="279"/>
                  </a:cxn>
                  <a:cxn ang="0">
                    <a:pos x="212" y="308"/>
                  </a:cxn>
                  <a:cxn ang="0">
                    <a:pos x="146" y="314"/>
                  </a:cxn>
                  <a:cxn ang="0">
                    <a:pos x="264" y="289"/>
                  </a:cxn>
                  <a:cxn ang="0">
                    <a:pos x="259" y="303"/>
                  </a:cxn>
                  <a:cxn ang="0">
                    <a:pos x="267" y="312"/>
                  </a:cxn>
                  <a:cxn ang="0">
                    <a:pos x="129" y="363"/>
                  </a:cxn>
                  <a:cxn ang="0">
                    <a:pos x="260" y="324"/>
                  </a:cxn>
                  <a:cxn ang="0">
                    <a:pos x="286" y="309"/>
                  </a:cxn>
                  <a:cxn ang="0">
                    <a:pos x="305" y="297"/>
                  </a:cxn>
                </a:cxnLst>
                <a:rect l="0" t="0" r="r" b="b"/>
                <a:pathLst>
                  <a:path w="352" h="364">
                    <a:moveTo>
                      <a:pt x="325" y="28"/>
                    </a:moveTo>
                    <a:lnTo>
                      <a:pt x="330" y="8"/>
                    </a:lnTo>
                    <a:lnTo>
                      <a:pt x="351" y="7"/>
                    </a:lnTo>
                    <a:lnTo>
                      <a:pt x="328" y="0"/>
                    </a:lnTo>
                    <a:lnTo>
                      <a:pt x="318" y="0"/>
                    </a:lnTo>
                    <a:lnTo>
                      <a:pt x="302" y="3"/>
                    </a:lnTo>
                    <a:lnTo>
                      <a:pt x="302" y="8"/>
                    </a:lnTo>
                    <a:lnTo>
                      <a:pt x="289" y="12"/>
                    </a:lnTo>
                    <a:lnTo>
                      <a:pt x="170" y="64"/>
                    </a:lnTo>
                    <a:lnTo>
                      <a:pt x="9" y="79"/>
                    </a:lnTo>
                    <a:lnTo>
                      <a:pt x="168" y="64"/>
                    </a:lnTo>
                    <a:lnTo>
                      <a:pt x="258" y="32"/>
                    </a:lnTo>
                    <a:lnTo>
                      <a:pt x="289" y="27"/>
                    </a:lnTo>
                    <a:lnTo>
                      <a:pt x="261" y="40"/>
                    </a:lnTo>
                    <a:lnTo>
                      <a:pt x="289" y="42"/>
                    </a:lnTo>
                    <a:lnTo>
                      <a:pt x="139" y="97"/>
                    </a:lnTo>
                    <a:lnTo>
                      <a:pt x="240" y="63"/>
                    </a:lnTo>
                    <a:lnTo>
                      <a:pt x="290" y="53"/>
                    </a:lnTo>
                    <a:lnTo>
                      <a:pt x="289" y="60"/>
                    </a:lnTo>
                    <a:lnTo>
                      <a:pt x="270" y="71"/>
                    </a:lnTo>
                    <a:lnTo>
                      <a:pt x="258" y="81"/>
                    </a:lnTo>
                    <a:lnTo>
                      <a:pt x="223" y="102"/>
                    </a:lnTo>
                    <a:lnTo>
                      <a:pt x="159" y="141"/>
                    </a:lnTo>
                    <a:lnTo>
                      <a:pt x="76" y="185"/>
                    </a:lnTo>
                    <a:lnTo>
                      <a:pt x="11" y="216"/>
                    </a:lnTo>
                    <a:lnTo>
                      <a:pt x="82" y="178"/>
                    </a:lnTo>
                    <a:lnTo>
                      <a:pt x="123" y="156"/>
                    </a:lnTo>
                    <a:lnTo>
                      <a:pt x="177" y="127"/>
                    </a:lnTo>
                    <a:lnTo>
                      <a:pt x="206" y="109"/>
                    </a:lnTo>
                    <a:lnTo>
                      <a:pt x="253" y="87"/>
                    </a:lnTo>
                    <a:lnTo>
                      <a:pt x="270" y="78"/>
                    </a:lnTo>
                    <a:lnTo>
                      <a:pt x="289" y="68"/>
                    </a:lnTo>
                    <a:lnTo>
                      <a:pt x="278" y="69"/>
                    </a:lnTo>
                    <a:lnTo>
                      <a:pt x="294" y="75"/>
                    </a:lnTo>
                    <a:lnTo>
                      <a:pt x="277" y="81"/>
                    </a:lnTo>
                    <a:lnTo>
                      <a:pt x="253" y="100"/>
                    </a:lnTo>
                    <a:lnTo>
                      <a:pt x="225" y="120"/>
                    </a:lnTo>
                    <a:lnTo>
                      <a:pt x="195" y="135"/>
                    </a:lnTo>
                    <a:lnTo>
                      <a:pt x="247" y="102"/>
                    </a:lnTo>
                    <a:lnTo>
                      <a:pt x="270" y="87"/>
                    </a:lnTo>
                    <a:lnTo>
                      <a:pt x="289" y="75"/>
                    </a:lnTo>
                    <a:lnTo>
                      <a:pt x="294" y="75"/>
                    </a:lnTo>
                    <a:lnTo>
                      <a:pt x="282" y="92"/>
                    </a:lnTo>
                    <a:lnTo>
                      <a:pt x="298" y="89"/>
                    </a:lnTo>
                    <a:lnTo>
                      <a:pt x="289" y="100"/>
                    </a:lnTo>
                    <a:lnTo>
                      <a:pt x="270" y="112"/>
                    </a:lnTo>
                    <a:lnTo>
                      <a:pt x="236" y="131"/>
                    </a:lnTo>
                    <a:lnTo>
                      <a:pt x="195" y="144"/>
                    </a:lnTo>
                    <a:lnTo>
                      <a:pt x="159" y="159"/>
                    </a:lnTo>
                    <a:lnTo>
                      <a:pt x="129" y="173"/>
                    </a:lnTo>
                    <a:lnTo>
                      <a:pt x="146" y="166"/>
                    </a:lnTo>
                    <a:lnTo>
                      <a:pt x="205" y="143"/>
                    </a:lnTo>
                    <a:lnTo>
                      <a:pt x="270" y="116"/>
                    </a:lnTo>
                    <a:lnTo>
                      <a:pt x="282" y="109"/>
                    </a:lnTo>
                    <a:lnTo>
                      <a:pt x="294" y="100"/>
                    </a:lnTo>
                    <a:lnTo>
                      <a:pt x="279" y="121"/>
                    </a:lnTo>
                    <a:lnTo>
                      <a:pt x="305" y="112"/>
                    </a:lnTo>
                    <a:lnTo>
                      <a:pt x="282" y="141"/>
                    </a:lnTo>
                    <a:lnTo>
                      <a:pt x="277" y="147"/>
                    </a:lnTo>
                    <a:lnTo>
                      <a:pt x="270" y="151"/>
                    </a:lnTo>
                    <a:lnTo>
                      <a:pt x="240" y="166"/>
                    </a:lnTo>
                    <a:lnTo>
                      <a:pt x="207" y="179"/>
                    </a:lnTo>
                    <a:lnTo>
                      <a:pt x="145" y="204"/>
                    </a:lnTo>
                    <a:lnTo>
                      <a:pt x="88" y="226"/>
                    </a:lnTo>
                    <a:lnTo>
                      <a:pt x="0" y="257"/>
                    </a:lnTo>
                    <a:lnTo>
                      <a:pt x="105" y="216"/>
                    </a:lnTo>
                    <a:lnTo>
                      <a:pt x="212" y="175"/>
                    </a:lnTo>
                    <a:lnTo>
                      <a:pt x="253" y="159"/>
                    </a:lnTo>
                    <a:lnTo>
                      <a:pt x="278" y="142"/>
                    </a:lnTo>
                    <a:lnTo>
                      <a:pt x="300" y="136"/>
                    </a:lnTo>
                    <a:lnTo>
                      <a:pt x="303" y="136"/>
                    </a:lnTo>
                    <a:lnTo>
                      <a:pt x="181" y="208"/>
                    </a:lnTo>
                    <a:lnTo>
                      <a:pt x="276" y="158"/>
                    </a:lnTo>
                    <a:lnTo>
                      <a:pt x="298" y="157"/>
                    </a:lnTo>
                    <a:lnTo>
                      <a:pt x="271" y="184"/>
                    </a:lnTo>
                    <a:lnTo>
                      <a:pt x="294" y="178"/>
                    </a:lnTo>
                    <a:lnTo>
                      <a:pt x="259" y="206"/>
                    </a:lnTo>
                    <a:lnTo>
                      <a:pt x="236" y="226"/>
                    </a:lnTo>
                    <a:lnTo>
                      <a:pt x="195" y="241"/>
                    </a:lnTo>
                    <a:lnTo>
                      <a:pt x="135" y="261"/>
                    </a:lnTo>
                    <a:lnTo>
                      <a:pt x="82" y="279"/>
                    </a:lnTo>
                    <a:lnTo>
                      <a:pt x="41" y="292"/>
                    </a:lnTo>
                    <a:lnTo>
                      <a:pt x="11" y="298"/>
                    </a:lnTo>
                    <a:lnTo>
                      <a:pt x="183" y="249"/>
                    </a:lnTo>
                    <a:lnTo>
                      <a:pt x="222" y="234"/>
                    </a:lnTo>
                    <a:lnTo>
                      <a:pt x="240" y="223"/>
                    </a:lnTo>
                    <a:lnTo>
                      <a:pt x="268" y="204"/>
                    </a:lnTo>
                    <a:lnTo>
                      <a:pt x="294" y="185"/>
                    </a:lnTo>
                    <a:lnTo>
                      <a:pt x="267" y="211"/>
                    </a:lnTo>
                    <a:lnTo>
                      <a:pt x="289" y="203"/>
                    </a:lnTo>
                    <a:lnTo>
                      <a:pt x="266" y="224"/>
                    </a:lnTo>
                    <a:lnTo>
                      <a:pt x="285" y="219"/>
                    </a:lnTo>
                    <a:lnTo>
                      <a:pt x="262" y="244"/>
                    </a:lnTo>
                    <a:lnTo>
                      <a:pt x="289" y="235"/>
                    </a:lnTo>
                    <a:lnTo>
                      <a:pt x="264" y="249"/>
                    </a:lnTo>
                    <a:lnTo>
                      <a:pt x="236" y="267"/>
                    </a:lnTo>
                    <a:lnTo>
                      <a:pt x="212" y="272"/>
                    </a:lnTo>
                    <a:lnTo>
                      <a:pt x="138" y="296"/>
                    </a:lnTo>
                    <a:lnTo>
                      <a:pt x="71" y="308"/>
                    </a:lnTo>
                    <a:lnTo>
                      <a:pt x="145" y="293"/>
                    </a:lnTo>
                    <a:lnTo>
                      <a:pt x="206" y="273"/>
                    </a:lnTo>
                    <a:lnTo>
                      <a:pt x="264" y="255"/>
                    </a:lnTo>
                    <a:lnTo>
                      <a:pt x="282" y="245"/>
                    </a:lnTo>
                    <a:lnTo>
                      <a:pt x="259" y="265"/>
                    </a:lnTo>
                    <a:lnTo>
                      <a:pt x="277" y="261"/>
                    </a:lnTo>
                    <a:lnTo>
                      <a:pt x="266" y="270"/>
                    </a:lnTo>
                    <a:lnTo>
                      <a:pt x="260" y="283"/>
                    </a:lnTo>
                    <a:lnTo>
                      <a:pt x="270" y="279"/>
                    </a:lnTo>
                    <a:lnTo>
                      <a:pt x="256" y="291"/>
                    </a:lnTo>
                    <a:lnTo>
                      <a:pt x="212" y="308"/>
                    </a:lnTo>
                    <a:lnTo>
                      <a:pt x="183" y="310"/>
                    </a:lnTo>
                    <a:lnTo>
                      <a:pt x="146" y="314"/>
                    </a:lnTo>
                    <a:lnTo>
                      <a:pt x="217" y="306"/>
                    </a:lnTo>
                    <a:lnTo>
                      <a:pt x="264" y="289"/>
                    </a:lnTo>
                    <a:lnTo>
                      <a:pt x="277" y="277"/>
                    </a:lnTo>
                    <a:lnTo>
                      <a:pt x="259" y="303"/>
                    </a:lnTo>
                    <a:lnTo>
                      <a:pt x="278" y="297"/>
                    </a:lnTo>
                    <a:lnTo>
                      <a:pt x="267" y="312"/>
                    </a:lnTo>
                    <a:lnTo>
                      <a:pt x="247" y="332"/>
                    </a:lnTo>
                    <a:lnTo>
                      <a:pt x="129" y="363"/>
                    </a:lnTo>
                    <a:lnTo>
                      <a:pt x="248" y="334"/>
                    </a:lnTo>
                    <a:lnTo>
                      <a:pt x="260" y="324"/>
                    </a:lnTo>
                    <a:lnTo>
                      <a:pt x="267" y="318"/>
                    </a:lnTo>
                    <a:lnTo>
                      <a:pt x="286" y="309"/>
                    </a:lnTo>
                    <a:lnTo>
                      <a:pt x="300" y="324"/>
                    </a:lnTo>
                    <a:lnTo>
                      <a:pt x="305" y="297"/>
                    </a:lnTo>
                    <a:lnTo>
                      <a:pt x="325" y="28"/>
                    </a:lnTo>
                  </a:path>
                </a:pathLst>
              </a:custGeom>
              <a:solidFill>
                <a:srgbClr val="CEDA9D"/>
              </a:solidFill>
              <a:ln w="9525" cap="rnd">
                <a:noFill/>
                <a:round/>
              </a:ln>
              <a:effectLst/>
            </p:spPr>
            <p:txBody>
              <a:bodyPr/>
              <a:lstStyle/>
              <a:p>
                <a:endParaRPr lang="zh-CN" altLang="en-US"/>
              </a:p>
            </p:txBody>
          </p:sp>
          <p:sp>
            <p:nvSpPr>
              <p:cNvPr id="2104" name="Freeform 56"/>
              <p:cNvSpPr/>
              <p:nvPr/>
            </p:nvSpPr>
            <p:spPr bwMode="ltGray">
              <a:xfrm>
                <a:off x="1879" y="3347"/>
                <a:ext cx="339" cy="366"/>
              </a:xfrm>
              <a:custGeom>
                <a:avLst/>
                <a:gdLst/>
                <a:ahLst/>
                <a:cxnLst>
                  <a:cxn ang="0">
                    <a:pos x="2" y="301"/>
                  </a:cxn>
                  <a:cxn ang="0">
                    <a:pos x="13" y="289"/>
                  </a:cxn>
                  <a:cxn ang="0">
                    <a:pos x="97" y="365"/>
                  </a:cxn>
                  <a:cxn ang="0">
                    <a:pos x="30" y="290"/>
                  </a:cxn>
                  <a:cxn ang="0">
                    <a:pos x="37" y="283"/>
                  </a:cxn>
                  <a:cxn ang="0">
                    <a:pos x="119" y="336"/>
                  </a:cxn>
                  <a:cxn ang="0">
                    <a:pos x="34" y="279"/>
                  </a:cxn>
                  <a:cxn ang="0">
                    <a:pos x="45" y="268"/>
                  </a:cxn>
                  <a:cxn ang="0">
                    <a:pos x="55" y="254"/>
                  </a:cxn>
                  <a:cxn ang="0">
                    <a:pos x="50" y="244"/>
                  </a:cxn>
                  <a:cxn ang="0">
                    <a:pos x="61" y="240"/>
                  </a:cxn>
                  <a:cxn ang="0">
                    <a:pos x="55" y="238"/>
                  </a:cxn>
                  <a:cxn ang="0">
                    <a:pos x="55" y="226"/>
                  </a:cxn>
                  <a:cxn ang="0">
                    <a:pos x="61" y="216"/>
                  </a:cxn>
                  <a:cxn ang="0">
                    <a:pos x="161" y="280"/>
                  </a:cxn>
                  <a:cxn ang="0">
                    <a:pos x="55" y="214"/>
                  </a:cxn>
                  <a:cxn ang="0">
                    <a:pos x="66" y="214"/>
                  </a:cxn>
                  <a:cxn ang="0">
                    <a:pos x="66" y="194"/>
                  </a:cxn>
                  <a:cxn ang="0">
                    <a:pos x="192" y="238"/>
                  </a:cxn>
                  <a:cxn ang="0">
                    <a:pos x="93" y="207"/>
                  </a:cxn>
                  <a:cxn ang="0">
                    <a:pos x="58" y="181"/>
                  </a:cxn>
                  <a:cxn ang="0">
                    <a:pos x="61" y="171"/>
                  </a:cxn>
                  <a:cxn ang="0">
                    <a:pos x="83" y="180"/>
                  </a:cxn>
                  <a:cxn ang="0">
                    <a:pos x="84" y="169"/>
                  </a:cxn>
                  <a:cxn ang="0">
                    <a:pos x="176" y="189"/>
                  </a:cxn>
                  <a:cxn ang="0">
                    <a:pos x="143" y="178"/>
                  </a:cxn>
                  <a:cxn ang="0">
                    <a:pos x="70" y="153"/>
                  </a:cxn>
                  <a:cxn ang="0">
                    <a:pos x="66" y="137"/>
                  </a:cxn>
                  <a:cxn ang="0">
                    <a:pos x="73" y="127"/>
                  </a:cxn>
                  <a:cxn ang="0">
                    <a:pos x="98" y="134"/>
                  </a:cxn>
                  <a:cxn ang="0">
                    <a:pos x="93" y="117"/>
                  </a:cxn>
                  <a:cxn ang="0">
                    <a:pos x="84" y="106"/>
                  </a:cxn>
                  <a:cxn ang="0">
                    <a:pos x="91" y="98"/>
                  </a:cxn>
                  <a:cxn ang="0">
                    <a:pos x="188" y="129"/>
                  </a:cxn>
                  <a:cxn ang="0">
                    <a:pos x="302" y="153"/>
                  </a:cxn>
                  <a:cxn ang="0">
                    <a:pos x="143" y="115"/>
                  </a:cxn>
                  <a:cxn ang="0">
                    <a:pos x="91" y="98"/>
                  </a:cxn>
                  <a:cxn ang="0">
                    <a:pos x="97" y="90"/>
                  </a:cxn>
                  <a:cxn ang="0">
                    <a:pos x="87" y="70"/>
                  </a:cxn>
                  <a:cxn ang="0">
                    <a:pos x="91" y="55"/>
                  </a:cxn>
                  <a:cxn ang="0">
                    <a:pos x="143" y="73"/>
                  </a:cxn>
                  <a:cxn ang="0">
                    <a:pos x="132" y="68"/>
                  </a:cxn>
                  <a:cxn ang="0">
                    <a:pos x="97" y="55"/>
                  </a:cxn>
                  <a:cxn ang="0">
                    <a:pos x="91" y="49"/>
                  </a:cxn>
                  <a:cxn ang="0">
                    <a:pos x="73" y="39"/>
                  </a:cxn>
                  <a:cxn ang="0">
                    <a:pos x="176" y="56"/>
                  </a:cxn>
                  <a:cxn ang="0">
                    <a:pos x="73" y="27"/>
                  </a:cxn>
                  <a:cxn ang="0">
                    <a:pos x="196" y="27"/>
                  </a:cxn>
                  <a:cxn ang="0">
                    <a:pos x="250" y="23"/>
                  </a:cxn>
                  <a:cxn ang="0">
                    <a:pos x="91" y="27"/>
                  </a:cxn>
                  <a:cxn ang="0">
                    <a:pos x="66" y="11"/>
                  </a:cxn>
                  <a:cxn ang="0">
                    <a:pos x="31" y="4"/>
                  </a:cxn>
                  <a:cxn ang="0">
                    <a:pos x="0" y="317"/>
                  </a:cxn>
                </a:cxnLst>
                <a:rect l="0" t="0" r="r" b="b"/>
                <a:pathLst>
                  <a:path w="339" h="366">
                    <a:moveTo>
                      <a:pt x="0" y="317"/>
                    </a:moveTo>
                    <a:lnTo>
                      <a:pt x="2" y="301"/>
                    </a:lnTo>
                    <a:lnTo>
                      <a:pt x="20" y="310"/>
                    </a:lnTo>
                    <a:lnTo>
                      <a:pt x="13" y="289"/>
                    </a:lnTo>
                    <a:lnTo>
                      <a:pt x="31" y="292"/>
                    </a:lnTo>
                    <a:lnTo>
                      <a:pt x="97" y="365"/>
                    </a:lnTo>
                    <a:lnTo>
                      <a:pt x="37" y="301"/>
                    </a:lnTo>
                    <a:lnTo>
                      <a:pt x="30" y="290"/>
                    </a:lnTo>
                    <a:lnTo>
                      <a:pt x="25" y="280"/>
                    </a:lnTo>
                    <a:lnTo>
                      <a:pt x="37" y="283"/>
                    </a:lnTo>
                    <a:lnTo>
                      <a:pt x="75" y="303"/>
                    </a:lnTo>
                    <a:lnTo>
                      <a:pt x="119" y="336"/>
                    </a:lnTo>
                    <a:lnTo>
                      <a:pt x="55" y="292"/>
                    </a:lnTo>
                    <a:lnTo>
                      <a:pt x="34" y="279"/>
                    </a:lnTo>
                    <a:lnTo>
                      <a:pt x="31" y="262"/>
                    </a:lnTo>
                    <a:lnTo>
                      <a:pt x="45" y="268"/>
                    </a:lnTo>
                    <a:lnTo>
                      <a:pt x="43" y="248"/>
                    </a:lnTo>
                    <a:lnTo>
                      <a:pt x="55" y="254"/>
                    </a:lnTo>
                    <a:lnTo>
                      <a:pt x="114" y="320"/>
                    </a:lnTo>
                    <a:lnTo>
                      <a:pt x="50" y="244"/>
                    </a:lnTo>
                    <a:lnTo>
                      <a:pt x="43" y="232"/>
                    </a:lnTo>
                    <a:lnTo>
                      <a:pt x="61" y="240"/>
                    </a:lnTo>
                    <a:lnTo>
                      <a:pt x="108" y="277"/>
                    </a:lnTo>
                    <a:lnTo>
                      <a:pt x="55" y="238"/>
                    </a:lnTo>
                    <a:lnTo>
                      <a:pt x="37" y="219"/>
                    </a:lnTo>
                    <a:lnTo>
                      <a:pt x="55" y="226"/>
                    </a:lnTo>
                    <a:lnTo>
                      <a:pt x="43" y="214"/>
                    </a:lnTo>
                    <a:lnTo>
                      <a:pt x="61" y="216"/>
                    </a:lnTo>
                    <a:lnTo>
                      <a:pt x="77" y="238"/>
                    </a:lnTo>
                    <a:lnTo>
                      <a:pt x="161" y="280"/>
                    </a:lnTo>
                    <a:lnTo>
                      <a:pt x="73" y="232"/>
                    </a:lnTo>
                    <a:lnTo>
                      <a:pt x="55" y="214"/>
                    </a:lnTo>
                    <a:lnTo>
                      <a:pt x="50" y="204"/>
                    </a:lnTo>
                    <a:lnTo>
                      <a:pt x="66" y="214"/>
                    </a:lnTo>
                    <a:lnTo>
                      <a:pt x="55" y="191"/>
                    </a:lnTo>
                    <a:lnTo>
                      <a:pt x="66" y="194"/>
                    </a:lnTo>
                    <a:lnTo>
                      <a:pt x="76" y="205"/>
                    </a:lnTo>
                    <a:lnTo>
                      <a:pt x="192" y="238"/>
                    </a:lnTo>
                    <a:lnTo>
                      <a:pt x="130" y="219"/>
                    </a:lnTo>
                    <a:lnTo>
                      <a:pt x="93" y="207"/>
                    </a:lnTo>
                    <a:lnTo>
                      <a:pt x="83" y="204"/>
                    </a:lnTo>
                    <a:lnTo>
                      <a:pt x="58" y="181"/>
                    </a:lnTo>
                    <a:lnTo>
                      <a:pt x="66" y="185"/>
                    </a:lnTo>
                    <a:lnTo>
                      <a:pt x="61" y="171"/>
                    </a:lnTo>
                    <a:lnTo>
                      <a:pt x="58" y="174"/>
                    </a:lnTo>
                    <a:lnTo>
                      <a:pt x="83" y="180"/>
                    </a:lnTo>
                    <a:lnTo>
                      <a:pt x="66" y="165"/>
                    </a:lnTo>
                    <a:lnTo>
                      <a:pt x="84" y="169"/>
                    </a:lnTo>
                    <a:lnTo>
                      <a:pt x="129" y="175"/>
                    </a:lnTo>
                    <a:lnTo>
                      <a:pt x="176" y="189"/>
                    </a:lnTo>
                    <a:lnTo>
                      <a:pt x="296" y="235"/>
                    </a:lnTo>
                    <a:lnTo>
                      <a:pt x="143" y="178"/>
                    </a:lnTo>
                    <a:lnTo>
                      <a:pt x="85" y="165"/>
                    </a:lnTo>
                    <a:lnTo>
                      <a:pt x="70" y="153"/>
                    </a:lnTo>
                    <a:lnTo>
                      <a:pt x="92" y="159"/>
                    </a:lnTo>
                    <a:lnTo>
                      <a:pt x="66" y="137"/>
                    </a:lnTo>
                    <a:lnTo>
                      <a:pt x="84" y="138"/>
                    </a:lnTo>
                    <a:lnTo>
                      <a:pt x="73" y="127"/>
                    </a:lnTo>
                    <a:lnTo>
                      <a:pt x="75" y="124"/>
                    </a:lnTo>
                    <a:lnTo>
                      <a:pt x="98" y="134"/>
                    </a:lnTo>
                    <a:lnTo>
                      <a:pt x="75" y="117"/>
                    </a:lnTo>
                    <a:lnTo>
                      <a:pt x="93" y="117"/>
                    </a:lnTo>
                    <a:lnTo>
                      <a:pt x="73" y="106"/>
                    </a:lnTo>
                    <a:lnTo>
                      <a:pt x="84" y="106"/>
                    </a:lnTo>
                    <a:lnTo>
                      <a:pt x="73" y="98"/>
                    </a:lnTo>
                    <a:lnTo>
                      <a:pt x="91" y="98"/>
                    </a:lnTo>
                    <a:lnTo>
                      <a:pt x="127" y="113"/>
                    </a:lnTo>
                    <a:lnTo>
                      <a:pt x="188" y="129"/>
                    </a:lnTo>
                    <a:lnTo>
                      <a:pt x="248" y="143"/>
                    </a:lnTo>
                    <a:lnTo>
                      <a:pt x="302" y="153"/>
                    </a:lnTo>
                    <a:lnTo>
                      <a:pt x="173" y="124"/>
                    </a:lnTo>
                    <a:lnTo>
                      <a:pt x="143" y="115"/>
                    </a:lnTo>
                    <a:lnTo>
                      <a:pt x="98" y="103"/>
                    </a:lnTo>
                    <a:lnTo>
                      <a:pt x="91" y="98"/>
                    </a:lnTo>
                    <a:lnTo>
                      <a:pt x="78" y="86"/>
                    </a:lnTo>
                    <a:lnTo>
                      <a:pt x="97" y="90"/>
                    </a:lnTo>
                    <a:lnTo>
                      <a:pt x="76" y="70"/>
                    </a:lnTo>
                    <a:lnTo>
                      <a:pt x="87" y="70"/>
                    </a:lnTo>
                    <a:lnTo>
                      <a:pt x="73" y="55"/>
                    </a:lnTo>
                    <a:lnTo>
                      <a:pt x="91" y="55"/>
                    </a:lnTo>
                    <a:lnTo>
                      <a:pt x="102" y="63"/>
                    </a:lnTo>
                    <a:lnTo>
                      <a:pt x="143" y="73"/>
                    </a:lnTo>
                    <a:lnTo>
                      <a:pt x="261" y="96"/>
                    </a:lnTo>
                    <a:lnTo>
                      <a:pt x="132" y="68"/>
                    </a:lnTo>
                    <a:lnTo>
                      <a:pt x="102" y="61"/>
                    </a:lnTo>
                    <a:lnTo>
                      <a:pt x="97" y="55"/>
                    </a:lnTo>
                    <a:lnTo>
                      <a:pt x="78" y="45"/>
                    </a:lnTo>
                    <a:lnTo>
                      <a:pt x="91" y="49"/>
                    </a:lnTo>
                    <a:lnTo>
                      <a:pt x="61" y="35"/>
                    </a:lnTo>
                    <a:lnTo>
                      <a:pt x="73" y="39"/>
                    </a:lnTo>
                    <a:lnTo>
                      <a:pt x="100" y="39"/>
                    </a:lnTo>
                    <a:lnTo>
                      <a:pt x="176" y="56"/>
                    </a:lnTo>
                    <a:lnTo>
                      <a:pt x="97" y="39"/>
                    </a:lnTo>
                    <a:lnTo>
                      <a:pt x="73" y="27"/>
                    </a:lnTo>
                    <a:lnTo>
                      <a:pt x="97" y="27"/>
                    </a:lnTo>
                    <a:lnTo>
                      <a:pt x="196" y="27"/>
                    </a:lnTo>
                    <a:lnTo>
                      <a:pt x="338" y="14"/>
                    </a:lnTo>
                    <a:lnTo>
                      <a:pt x="250" y="23"/>
                    </a:lnTo>
                    <a:lnTo>
                      <a:pt x="126" y="29"/>
                    </a:lnTo>
                    <a:lnTo>
                      <a:pt x="91" y="27"/>
                    </a:lnTo>
                    <a:lnTo>
                      <a:pt x="78" y="21"/>
                    </a:lnTo>
                    <a:lnTo>
                      <a:pt x="66" y="11"/>
                    </a:lnTo>
                    <a:lnTo>
                      <a:pt x="39" y="0"/>
                    </a:lnTo>
                    <a:lnTo>
                      <a:pt x="31" y="4"/>
                    </a:lnTo>
                    <a:lnTo>
                      <a:pt x="26" y="1"/>
                    </a:lnTo>
                    <a:lnTo>
                      <a:pt x="0" y="317"/>
                    </a:lnTo>
                  </a:path>
                </a:pathLst>
              </a:custGeom>
              <a:solidFill>
                <a:srgbClr val="CEDA9D"/>
              </a:solidFill>
              <a:ln w="9525" cap="rnd">
                <a:noFill/>
                <a:round/>
              </a:ln>
              <a:effectLst/>
            </p:spPr>
            <p:txBody>
              <a:bodyPr/>
              <a:lstStyle/>
              <a:p>
                <a:endParaRPr lang="zh-CN" altLang="en-US"/>
              </a:p>
            </p:txBody>
          </p:sp>
          <p:sp>
            <p:nvSpPr>
              <p:cNvPr id="2105" name="Freeform 57"/>
              <p:cNvSpPr/>
              <p:nvPr/>
            </p:nvSpPr>
            <p:spPr bwMode="ltGray">
              <a:xfrm>
                <a:off x="1883" y="3715"/>
                <a:ext cx="91" cy="277"/>
              </a:xfrm>
              <a:custGeom>
                <a:avLst/>
                <a:gdLst/>
                <a:ahLst/>
                <a:cxnLst>
                  <a:cxn ang="0">
                    <a:pos x="18" y="0"/>
                  </a:cxn>
                  <a:cxn ang="0">
                    <a:pos x="35" y="21"/>
                  </a:cxn>
                  <a:cxn ang="0">
                    <a:pos x="54" y="54"/>
                  </a:cxn>
                  <a:cxn ang="0">
                    <a:pos x="72" y="100"/>
                  </a:cxn>
                  <a:cxn ang="0">
                    <a:pos x="90" y="159"/>
                  </a:cxn>
                  <a:cxn ang="0">
                    <a:pos x="90" y="221"/>
                  </a:cxn>
                  <a:cxn ang="0">
                    <a:pos x="80" y="276"/>
                  </a:cxn>
                  <a:cxn ang="0">
                    <a:pos x="72" y="276"/>
                  </a:cxn>
                  <a:cxn ang="0">
                    <a:pos x="80" y="221"/>
                  </a:cxn>
                  <a:cxn ang="0">
                    <a:pos x="80" y="175"/>
                  </a:cxn>
                  <a:cxn ang="0">
                    <a:pos x="62" y="125"/>
                  </a:cxn>
                  <a:cxn ang="0">
                    <a:pos x="35" y="75"/>
                  </a:cxn>
                  <a:cxn ang="0">
                    <a:pos x="0" y="12"/>
                  </a:cxn>
                  <a:cxn ang="0">
                    <a:pos x="18" y="0"/>
                  </a:cxn>
                </a:cxnLst>
                <a:rect l="0" t="0" r="r" b="b"/>
                <a:pathLst>
                  <a:path w="91" h="277">
                    <a:moveTo>
                      <a:pt x="18" y="0"/>
                    </a:moveTo>
                    <a:lnTo>
                      <a:pt x="35" y="21"/>
                    </a:lnTo>
                    <a:lnTo>
                      <a:pt x="54" y="54"/>
                    </a:lnTo>
                    <a:lnTo>
                      <a:pt x="72" y="100"/>
                    </a:lnTo>
                    <a:lnTo>
                      <a:pt x="90" y="159"/>
                    </a:lnTo>
                    <a:lnTo>
                      <a:pt x="90" y="221"/>
                    </a:lnTo>
                    <a:lnTo>
                      <a:pt x="80" y="276"/>
                    </a:lnTo>
                    <a:lnTo>
                      <a:pt x="72" y="276"/>
                    </a:lnTo>
                    <a:lnTo>
                      <a:pt x="80" y="221"/>
                    </a:lnTo>
                    <a:lnTo>
                      <a:pt x="80" y="175"/>
                    </a:lnTo>
                    <a:lnTo>
                      <a:pt x="62" y="125"/>
                    </a:lnTo>
                    <a:lnTo>
                      <a:pt x="35" y="75"/>
                    </a:lnTo>
                    <a:lnTo>
                      <a:pt x="0" y="12"/>
                    </a:lnTo>
                    <a:lnTo>
                      <a:pt x="18" y="0"/>
                    </a:lnTo>
                  </a:path>
                </a:pathLst>
              </a:custGeom>
              <a:solidFill>
                <a:srgbClr val="CEDA9D"/>
              </a:solidFill>
              <a:ln w="9525" cap="rnd">
                <a:noFill/>
                <a:round/>
              </a:ln>
              <a:effectLst/>
            </p:spPr>
            <p:txBody>
              <a:bodyPr/>
              <a:lstStyle/>
              <a:p>
                <a:endParaRPr lang="zh-CN" altLang="en-US"/>
              </a:p>
            </p:txBody>
          </p:sp>
          <p:sp>
            <p:nvSpPr>
              <p:cNvPr id="2106" name="Freeform 58"/>
              <p:cNvSpPr/>
              <p:nvPr/>
            </p:nvSpPr>
            <p:spPr bwMode="ltGray">
              <a:xfrm>
                <a:off x="383" y="3434"/>
                <a:ext cx="244" cy="521"/>
              </a:xfrm>
              <a:custGeom>
                <a:avLst/>
                <a:gdLst/>
                <a:ahLst/>
                <a:cxnLst>
                  <a:cxn ang="0">
                    <a:pos x="239" y="80"/>
                  </a:cxn>
                  <a:cxn ang="0">
                    <a:pos x="222" y="47"/>
                  </a:cxn>
                  <a:cxn ang="0">
                    <a:pos x="214" y="33"/>
                  </a:cxn>
                  <a:cxn ang="0">
                    <a:pos x="197" y="22"/>
                  </a:cxn>
                  <a:cxn ang="0">
                    <a:pos x="179" y="12"/>
                  </a:cxn>
                  <a:cxn ang="0">
                    <a:pos x="157" y="2"/>
                  </a:cxn>
                  <a:cxn ang="0">
                    <a:pos x="137" y="0"/>
                  </a:cxn>
                  <a:cxn ang="0">
                    <a:pos x="120" y="4"/>
                  </a:cxn>
                  <a:cxn ang="0">
                    <a:pos x="99" y="9"/>
                  </a:cxn>
                  <a:cxn ang="0">
                    <a:pos x="76" y="19"/>
                  </a:cxn>
                  <a:cxn ang="0">
                    <a:pos x="63" y="39"/>
                  </a:cxn>
                  <a:cxn ang="0">
                    <a:pos x="48" y="66"/>
                  </a:cxn>
                  <a:cxn ang="0">
                    <a:pos x="34" y="87"/>
                  </a:cxn>
                  <a:cxn ang="0">
                    <a:pos x="22" y="110"/>
                  </a:cxn>
                  <a:cxn ang="0">
                    <a:pos x="9" y="139"/>
                  </a:cxn>
                  <a:cxn ang="0">
                    <a:pos x="0" y="203"/>
                  </a:cxn>
                  <a:cxn ang="0">
                    <a:pos x="3" y="250"/>
                  </a:cxn>
                  <a:cxn ang="0">
                    <a:pos x="14" y="319"/>
                  </a:cxn>
                  <a:cxn ang="0">
                    <a:pos x="34" y="378"/>
                  </a:cxn>
                  <a:cxn ang="0">
                    <a:pos x="76" y="520"/>
                  </a:cxn>
                  <a:cxn ang="0">
                    <a:pos x="60" y="368"/>
                  </a:cxn>
                  <a:cxn ang="0">
                    <a:pos x="51" y="315"/>
                  </a:cxn>
                  <a:cxn ang="0">
                    <a:pos x="45" y="269"/>
                  </a:cxn>
                  <a:cxn ang="0">
                    <a:pos x="42" y="220"/>
                  </a:cxn>
                  <a:cxn ang="0">
                    <a:pos x="48" y="165"/>
                  </a:cxn>
                  <a:cxn ang="0">
                    <a:pos x="55" y="123"/>
                  </a:cxn>
                  <a:cxn ang="0">
                    <a:pos x="65" y="71"/>
                  </a:cxn>
                  <a:cxn ang="0">
                    <a:pos x="83" y="47"/>
                  </a:cxn>
                  <a:cxn ang="0">
                    <a:pos x="105" y="37"/>
                  </a:cxn>
                  <a:cxn ang="0">
                    <a:pos x="166" y="32"/>
                  </a:cxn>
                  <a:cxn ang="0">
                    <a:pos x="202" y="49"/>
                  </a:cxn>
                  <a:cxn ang="0">
                    <a:pos x="243" y="87"/>
                  </a:cxn>
                  <a:cxn ang="0">
                    <a:pos x="239" y="80"/>
                  </a:cxn>
                </a:cxnLst>
                <a:rect l="0" t="0" r="r" b="b"/>
                <a:pathLst>
                  <a:path w="244" h="521">
                    <a:moveTo>
                      <a:pt x="239" y="80"/>
                    </a:moveTo>
                    <a:lnTo>
                      <a:pt x="222" y="47"/>
                    </a:lnTo>
                    <a:lnTo>
                      <a:pt x="214" y="33"/>
                    </a:lnTo>
                    <a:lnTo>
                      <a:pt x="197" y="22"/>
                    </a:lnTo>
                    <a:lnTo>
                      <a:pt x="179" y="12"/>
                    </a:lnTo>
                    <a:lnTo>
                      <a:pt x="157" y="2"/>
                    </a:lnTo>
                    <a:lnTo>
                      <a:pt x="137" y="0"/>
                    </a:lnTo>
                    <a:lnTo>
                      <a:pt x="120" y="4"/>
                    </a:lnTo>
                    <a:lnTo>
                      <a:pt x="99" y="9"/>
                    </a:lnTo>
                    <a:lnTo>
                      <a:pt x="76" y="19"/>
                    </a:lnTo>
                    <a:lnTo>
                      <a:pt x="63" y="39"/>
                    </a:lnTo>
                    <a:lnTo>
                      <a:pt x="48" y="66"/>
                    </a:lnTo>
                    <a:lnTo>
                      <a:pt x="34" y="87"/>
                    </a:lnTo>
                    <a:lnTo>
                      <a:pt x="22" y="110"/>
                    </a:lnTo>
                    <a:lnTo>
                      <a:pt x="9" y="139"/>
                    </a:lnTo>
                    <a:lnTo>
                      <a:pt x="0" y="203"/>
                    </a:lnTo>
                    <a:lnTo>
                      <a:pt x="3" y="250"/>
                    </a:lnTo>
                    <a:lnTo>
                      <a:pt x="14" y="319"/>
                    </a:lnTo>
                    <a:lnTo>
                      <a:pt x="34" y="378"/>
                    </a:lnTo>
                    <a:lnTo>
                      <a:pt x="76" y="520"/>
                    </a:lnTo>
                    <a:lnTo>
                      <a:pt x="60" y="368"/>
                    </a:lnTo>
                    <a:lnTo>
                      <a:pt x="51" y="315"/>
                    </a:lnTo>
                    <a:lnTo>
                      <a:pt x="45" y="269"/>
                    </a:lnTo>
                    <a:lnTo>
                      <a:pt x="42" y="220"/>
                    </a:lnTo>
                    <a:lnTo>
                      <a:pt x="48" y="165"/>
                    </a:lnTo>
                    <a:lnTo>
                      <a:pt x="55" y="123"/>
                    </a:lnTo>
                    <a:lnTo>
                      <a:pt x="65" y="71"/>
                    </a:lnTo>
                    <a:lnTo>
                      <a:pt x="83" y="47"/>
                    </a:lnTo>
                    <a:lnTo>
                      <a:pt x="105" y="37"/>
                    </a:lnTo>
                    <a:lnTo>
                      <a:pt x="166" y="32"/>
                    </a:lnTo>
                    <a:lnTo>
                      <a:pt x="202" y="49"/>
                    </a:lnTo>
                    <a:lnTo>
                      <a:pt x="243" y="87"/>
                    </a:lnTo>
                    <a:lnTo>
                      <a:pt x="239" y="80"/>
                    </a:lnTo>
                  </a:path>
                </a:pathLst>
              </a:custGeom>
              <a:solidFill>
                <a:srgbClr val="CEDA9D"/>
              </a:solidFill>
              <a:ln w="9525" cap="rnd">
                <a:noFill/>
                <a:round/>
              </a:ln>
              <a:effectLst/>
            </p:spPr>
            <p:txBody>
              <a:bodyPr/>
              <a:lstStyle/>
              <a:p>
                <a:endParaRPr lang="zh-CN" altLang="en-US"/>
              </a:p>
            </p:txBody>
          </p:sp>
          <p:sp>
            <p:nvSpPr>
              <p:cNvPr id="2107" name="Freeform 59"/>
              <p:cNvSpPr/>
              <p:nvPr/>
            </p:nvSpPr>
            <p:spPr bwMode="ltGray">
              <a:xfrm>
                <a:off x="558" y="3063"/>
                <a:ext cx="250" cy="509"/>
              </a:xfrm>
              <a:custGeom>
                <a:avLst/>
                <a:gdLst/>
                <a:ahLst/>
                <a:cxnLst>
                  <a:cxn ang="0">
                    <a:pos x="73" y="508"/>
                  </a:cxn>
                  <a:cxn ang="0">
                    <a:pos x="55" y="420"/>
                  </a:cxn>
                  <a:cxn ang="0">
                    <a:pos x="48" y="383"/>
                  </a:cxn>
                  <a:cxn ang="0">
                    <a:pos x="29" y="337"/>
                  </a:cxn>
                  <a:cxn ang="0">
                    <a:pos x="12" y="294"/>
                  </a:cxn>
                  <a:cxn ang="0">
                    <a:pos x="2" y="268"/>
                  </a:cxn>
                  <a:cxn ang="0">
                    <a:pos x="0" y="242"/>
                  </a:cxn>
                  <a:cxn ang="0">
                    <a:pos x="4" y="203"/>
                  </a:cxn>
                  <a:cxn ang="0">
                    <a:pos x="8" y="165"/>
                  </a:cxn>
                  <a:cxn ang="0">
                    <a:pos x="34" y="70"/>
                  </a:cxn>
                  <a:cxn ang="0">
                    <a:pos x="48" y="46"/>
                  </a:cxn>
                  <a:cxn ang="0">
                    <a:pos x="71" y="21"/>
                  </a:cxn>
                  <a:cxn ang="0">
                    <a:pos x="90" y="6"/>
                  </a:cxn>
                  <a:cxn ang="0">
                    <a:pos x="115" y="0"/>
                  </a:cxn>
                  <a:cxn ang="0">
                    <a:pos x="135" y="11"/>
                  </a:cxn>
                  <a:cxn ang="0">
                    <a:pos x="161" y="21"/>
                  </a:cxn>
                  <a:cxn ang="0">
                    <a:pos x="187" y="51"/>
                  </a:cxn>
                  <a:cxn ang="0">
                    <a:pos x="196" y="72"/>
                  </a:cxn>
                  <a:cxn ang="0">
                    <a:pos x="212" y="103"/>
                  </a:cxn>
                  <a:cxn ang="0">
                    <a:pos x="224" y="129"/>
                  </a:cxn>
                  <a:cxn ang="0">
                    <a:pos x="246" y="263"/>
                  </a:cxn>
                  <a:cxn ang="0">
                    <a:pos x="249" y="287"/>
                  </a:cxn>
                  <a:cxn ang="0">
                    <a:pos x="244" y="332"/>
                  </a:cxn>
                  <a:cxn ang="0">
                    <a:pos x="230" y="456"/>
                  </a:cxn>
                  <a:cxn ang="0">
                    <a:pos x="231" y="334"/>
                  </a:cxn>
                  <a:cxn ang="0">
                    <a:pos x="224" y="280"/>
                  </a:cxn>
                  <a:cxn ang="0">
                    <a:pos x="219" y="248"/>
                  </a:cxn>
                  <a:cxn ang="0">
                    <a:pos x="208" y="203"/>
                  </a:cxn>
                  <a:cxn ang="0">
                    <a:pos x="198" y="159"/>
                  </a:cxn>
                  <a:cxn ang="0">
                    <a:pos x="183" y="117"/>
                  </a:cxn>
                  <a:cxn ang="0">
                    <a:pos x="166" y="77"/>
                  </a:cxn>
                  <a:cxn ang="0">
                    <a:pos x="151" y="42"/>
                  </a:cxn>
                  <a:cxn ang="0">
                    <a:pos x="135" y="21"/>
                  </a:cxn>
                  <a:cxn ang="0">
                    <a:pos x="118" y="13"/>
                  </a:cxn>
                  <a:cxn ang="0">
                    <a:pos x="100" y="21"/>
                  </a:cxn>
                  <a:cxn ang="0">
                    <a:pos x="88" y="40"/>
                  </a:cxn>
                  <a:cxn ang="0">
                    <a:pos x="80" y="72"/>
                  </a:cxn>
                  <a:cxn ang="0">
                    <a:pos x="80" y="97"/>
                  </a:cxn>
                  <a:cxn ang="0">
                    <a:pos x="74" y="144"/>
                  </a:cxn>
                  <a:cxn ang="0">
                    <a:pos x="67" y="173"/>
                  </a:cxn>
                  <a:cxn ang="0">
                    <a:pos x="50" y="218"/>
                  </a:cxn>
                  <a:cxn ang="0">
                    <a:pos x="48" y="242"/>
                  </a:cxn>
                  <a:cxn ang="0">
                    <a:pos x="44" y="265"/>
                  </a:cxn>
                  <a:cxn ang="0">
                    <a:pos x="44" y="299"/>
                  </a:cxn>
                  <a:cxn ang="0">
                    <a:pos x="74" y="412"/>
                  </a:cxn>
                  <a:cxn ang="0">
                    <a:pos x="73" y="508"/>
                  </a:cxn>
                </a:cxnLst>
                <a:rect l="0" t="0" r="r" b="b"/>
                <a:pathLst>
                  <a:path w="250" h="509">
                    <a:moveTo>
                      <a:pt x="73" y="508"/>
                    </a:moveTo>
                    <a:lnTo>
                      <a:pt x="55" y="420"/>
                    </a:lnTo>
                    <a:lnTo>
                      <a:pt x="48" y="383"/>
                    </a:lnTo>
                    <a:lnTo>
                      <a:pt x="29" y="337"/>
                    </a:lnTo>
                    <a:lnTo>
                      <a:pt x="12" y="294"/>
                    </a:lnTo>
                    <a:lnTo>
                      <a:pt x="2" y="268"/>
                    </a:lnTo>
                    <a:lnTo>
                      <a:pt x="0" y="242"/>
                    </a:lnTo>
                    <a:lnTo>
                      <a:pt x="4" y="203"/>
                    </a:lnTo>
                    <a:lnTo>
                      <a:pt x="8" y="165"/>
                    </a:lnTo>
                    <a:lnTo>
                      <a:pt x="34" y="70"/>
                    </a:lnTo>
                    <a:lnTo>
                      <a:pt x="48" y="46"/>
                    </a:lnTo>
                    <a:lnTo>
                      <a:pt x="71" y="21"/>
                    </a:lnTo>
                    <a:lnTo>
                      <a:pt x="90" y="6"/>
                    </a:lnTo>
                    <a:lnTo>
                      <a:pt x="115" y="0"/>
                    </a:lnTo>
                    <a:lnTo>
                      <a:pt x="135" y="11"/>
                    </a:lnTo>
                    <a:lnTo>
                      <a:pt x="161" y="21"/>
                    </a:lnTo>
                    <a:lnTo>
                      <a:pt x="187" y="51"/>
                    </a:lnTo>
                    <a:lnTo>
                      <a:pt x="196" y="72"/>
                    </a:lnTo>
                    <a:lnTo>
                      <a:pt x="212" y="103"/>
                    </a:lnTo>
                    <a:lnTo>
                      <a:pt x="224" y="129"/>
                    </a:lnTo>
                    <a:lnTo>
                      <a:pt x="246" y="263"/>
                    </a:lnTo>
                    <a:lnTo>
                      <a:pt x="249" y="287"/>
                    </a:lnTo>
                    <a:lnTo>
                      <a:pt x="244" y="332"/>
                    </a:lnTo>
                    <a:lnTo>
                      <a:pt x="230" y="456"/>
                    </a:lnTo>
                    <a:lnTo>
                      <a:pt x="231" y="334"/>
                    </a:lnTo>
                    <a:lnTo>
                      <a:pt x="224" y="280"/>
                    </a:lnTo>
                    <a:lnTo>
                      <a:pt x="219" y="248"/>
                    </a:lnTo>
                    <a:lnTo>
                      <a:pt x="208" y="203"/>
                    </a:lnTo>
                    <a:lnTo>
                      <a:pt x="198" y="159"/>
                    </a:lnTo>
                    <a:lnTo>
                      <a:pt x="183" y="117"/>
                    </a:lnTo>
                    <a:lnTo>
                      <a:pt x="166" y="77"/>
                    </a:lnTo>
                    <a:lnTo>
                      <a:pt x="151" y="42"/>
                    </a:lnTo>
                    <a:lnTo>
                      <a:pt x="135" y="21"/>
                    </a:lnTo>
                    <a:lnTo>
                      <a:pt x="118" y="13"/>
                    </a:lnTo>
                    <a:lnTo>
                      <a:pt x="100" y="21"/>
                    </a:lnTo>
                    <a:lnTo>
                      <a:pt x="88" y="40"/>
                    </a:lnTo>
                    <a:lnTo>
                      <a:pt x="80" y="72"/>
                    </a:lnTo>
                    <a:lnTo>
                      <a:pt x="80" y="97"/>
                    </a:lnTo>
                    <a:lnTo>
                      <a:pt x="74" y="144"/>
                    </a:lnTo>
                    <a:lnTo>
                      <a:pt x="67" y="173"/>
                    </a:lnTo>
                    <a:lnTo>
                      <a:pt x="50" y="218"/>
                    </a:lnTo>
                    <a:lnTo>
                      <a:pt x="48" y="242"/>
                    </a:lnTo>
                    <a:lnTo>
                      <a:pt x="44" y="265"/>
                    </a:lnTo>
                    <a:lnTo>
                      <a:pt x="44" y="299"/>
                    </a:lnTo>
                    <a:lnTo>
                      <a:pt x="74" y="412"/>
                    </a:lnTo>
                    <a:lnTo>
                      <a:pt x="73" y="508"/>
                    </a:lnTo>
                  </a:path>
                </a:pathLst>
              </a:custGeom>
              <a:solidFill>
                <a:srgbClr val="CEDA9D"/>
              </a:solidFill>
              <a:ln w="9525" cap="rnd">
                <a:noFill/>
                <a:round/>
              </a:ln>
              <a:effectLst/>
            </p:spPr>
            <p:txBody>
              <a:bodyPr/>
              <a:lstStyle/>
              <a:p>
                <a:endParaRPr lang="zh-CN" altLang="en-US"/>
              </a:p>
            </p:txBody>
          </p:sp>
          <p:grpSp>
            <p:nvGrpSpPr>
              <p:cNvPr id="12" name="Group 62"/>
              <p:cNvGrpSpPr/>
              <p:nvPr/>
            </p:nvGrpSpPr>
            <p:grpSpPr bwMode="auto">
              <a:xfrm>
                <a:off x="697" y="2551"/>
                <a:ext cx="602" cy="744"/>
                <a:chOff x="697" y="2551"/>
                <a:chExt cx="602" cy="744"/>
              </a:xfrm>
            </p:grpSpPr>
            <p:sp>
              <p:nvSpPr>
                <p:cNvPr id="2108" name="Freeform 60"/>
                <p:cNvSpPr/>
                <p:nvPr/>
              </p:nvSpPr>
              <p:spPr bwMode="ltGray">
                <a:xfrm>
                  <a:off x="697" y="2551"/>
                  <a:ext cx="331" cy="740"/>
                </a:xfrm>
                <a:custGeom>
                  <a:avLst/>
                  <a:gdLst/>
                  <a:ahLst/>
                  <a:cxnLst>
                    <a:cxn ang="0">
                      <a:pos x="310" y="17"/>
                    </a:cxn>
                    <a:cxn ang="0">
                      <a:pos x="308" y="0"/>
                    </a:cxn>
                    <a:cxn ang="0">
                      <a:pos x="285" y="6"/>
                    </a:cxn>
                    <a:cxn ang="0">
                      <a:pos x="271" y="25"/>
                    </a:cxn>
                    <a:cxn ang="0">
                      <a:pos x="9" y="162"/>
                    </a:cxn>
                    <a:cxn ang="0">
                      <a:pos x="242" y="65"/>
                    </a:cxn>
                    <a:cxn ang="0">
                      <a:pos x="246" y="84"/>
                    </a:cxn>
                    <a:cxn ang="0">
                      <a:pos x="131" y="200"/>
                    </a:cxn>
                    <a:cxn ang="0">
                      <a:pos x="272" y="107"/>
                    </a:cxn>
                    <a:cxn ang="0">
                      <a:pos x="254" y="146"/>
                    </a:cxn>
                    <a:cxn ang="0">
                      <a:pos x="209" y="209"/>
                    </a:cxn>
                    <a:cxn ang="0">
                      <a:pos x="72" y="377"/>
                    </a:cxn>
                    <a:cxn ang="0">
                      <a:pos x="77" y="363"/>
                    </a:cxn>
                    <a:cxn ang="0">
                      <a:pos x="167" y="259"/>
                    </a:cxn>
                    <a:cxn ang="0">
                      <a:pos x="238" y="178"/>
                    </a:cxn>
                    <a:cxn ang="0">
                      <a:pos x="271" y="139"/>
                    </a:cxn>
                    <a:cxn ang="0">
                      <a:pos x="277" y="152"/>
                    </a:cxn>
                    <a:cxn ang="0">
                      <a:pos x="238" y="203"/>
                    </a:cxn>
                    <a:cxn ang="0">
                      <a:pos x="183" y="274"/>
                    </a:cxn>
                    <a:cxn ang="0">
                      <a:pos x="254" y="178"/>
                    </a:cxn>
                    <a:cxn ang="0">
                      <a:pos x="277" y="152"/>
                    </a:cxn>
                    <a:cxn ang="0">
                      <a:pos x="279" y="180"/>
                    </a:cxn>
                    <a:cxn ang="0">
                      <a:pos x="254" y="229"/>
                    </a:cxn>
                    <a:cxn ang="0">
                      <a:pos x="183" y="294"/>
                    </a:cxn>
                    <a:cxn ang="0">
                      <a:pos x="121" y="352"/>
                    </a:cxn>
                    <a:cxn ang="0">
                      <a:pos x="192" y="292"/>
                    </a:cxn>
                    <a:cxn ang="0">
                      <a:pos x="265" y="222"/>
                    </a:cxn>
                    <a:cxn ang="0">
                      <a:pos x="263" y="246"/>
                    </a:cxn>
                    <a:cxn ang="0">
                      <a:pos x="265" y="287"/>
                    </a:cxn>
                    <a:cxn ang="0">
                      <a:pos x="254" y="306"/>
                    </a:cxn>
                    <a:cxn ang="0">
                      <a:pos x="194" y="366"/>
                    </a:cxn>
                    <a:cxn ang="0">
                      <a:pos x="82" y="460"/>
                    </a:cxn>
                    <a:cxn ang="0">
                      <a:pos x="99" y="440"/>
                    </a:cxn>
                    <a:cxn ang="0">
                      <a:pos x="238" y="325"/>
                    </a:cxn>
                    <a:cxn ang="0">
                      <a:pos x="281" y="276"/>
                    </a:cxn>
                    <a:cxn ang="0">
                      <a:pos x="170" y="424"/>
                    </a:cxn>
                    <a:cxn ang="0">
                      <a:pos x="280" y="320"/>
                    </a:cxn>
                    <a:cxn ang="0">
                      <a:pos x="277" y="362"/>
                    </a:cxn>
                    <a:cxn ang="0">
                      <a:pos x="222" y="460"/>
                    </a:cxn>
                    <a:cxn ang="0">
                      <a:pos x="127" y="531"/>
                    </a:cxn>
                    <a:cxn ang="0">
                      <a:pos x="38" y="595"/>
                    </a:cxn>
                    <a:cxn ang="0">
                      <a:pos x="171" y="506"/>
                    </a:cxn>
                    <a:cxn ang="0">
                      <a:pos x="226" y="454"/>
                    </a:cxn>
                    <a:cxn ang="0">
                      <a:pos x="277" y="378"/>
                    </a:cxn>
                    <a:cxn ang="0">
                      <a:pos x="271" y="413"/>
                    </a:cxn>
                    <a:cxn ang="0">
                      <a:pos x="268" y="446"/>
                    </a:cxn>
                    <a:cxn ang="0">
                      <a:pos x="271" y="479"/>
                    </a:cxn>
                    <a:cxn ang="0">
                      <a:pos x="222" y="544"/>
                    </a:cxn>
                    <a:cxn ang="0">
                      <a:pos x="130" y="602"/>
                    </a:cxn>
                    <a:cxn ang="0">
                      <a:pos x="136" y="597"/>
                    </a:cxn>
                    <a:cxn ang="0">
                      <a:pos x="249" y="518"/>
                    </a:cxn>
                    <a:cxn ang="0">
                      <a:pos x="244" y="538"/>
                    </a:cxn>
                    <a:cxn ang="0">
                      <a:pos x="249" y="550"/>
                    </a:cxn>
                    <a:cxn ang="0">
                      <a:pos x="254" y="569"/>
                    </a:cxn>
                    <a:cxn ang="0">
                      <a:pos x="199" y="628"/>
                    </a:cxn>
                    <a:cxn ang="0">
                      <a:pos x="137" y="641"/>
                    </a:cxn>
                    <a:cxn ang="0">
                      <a:pos x="249" y="589"/>
                    </a:cxn>
                    <a:cxn ang="0">
                      <a:pos x="244" y="618"/>
                    </a:cxn>
                    <a:cxn ang="0">
                      <a:pos x="250" y="635"/>
                    </a:cxn>
                    <a:cxn ang="0">
                      <a:pos x="121" y="739"/>
                    </a:cxn>
                    <a:cxn ang="0">
                      <a:pos x="244" y="659"/>
                    </a:cxn>
                    <a:cxn ang="0">
                      <a:pos x="270" y="631"/>
                    </a:cxn>
                    <a:cxn ang="0">
                      <a:pos x="286" y="605"/>
                    </a:cxn>
                  </a:cxnLst>
                  <a:rect l="0" t="0" r="r" b="b"/>
                  <a:pathLst>
                    <a:path w="331" h="740">
                      <a:moveTo>
                        <a:pt x="305" y="56"/>
                      </a:moveTo>
                      <a:lnTo>
                        <a:pt x="310" y="17"/>
                      </a:lnTo>
                      <a:lnTo>
                        <a:pt x="330" y="13"/>
                      </a:lnTo>
                      <a:lnTo>
                        <a:pt x="308" y="0"/>
                      </a:lnTo>
                      <a:lnTo>
                        <a:pt x="300" y="1"/>
                      </a:lnTo>
                      <a:lnTo>
                        <a:pt x="285" y="6"/>
                      </a:lnTo>
                      <a:lnTo>
                        <a:pt x="284" y="18"/>
                      </a:lnTo>
                      <a:lnTo>
                        <a:pt x="271" y="25"/>
                      </a:lnTo>
                      <a:lnTo>
                        <a:pt x="160" y="132"/>
                      </a:lnTo>
                      <a:lnTo>
                        <a:pt x="9" y="162"/>
                      </a:lnTo>
                      <a:lnTo>
                        <a:pt x="158" y="131"/>
                      </a:lnTo>
                      <a:lnTo>
                        <a:pt x="242" y="65"/>
                      </a:lnTo>
                      <a:lnTo>
                        <a:pt x="271" y="55"/>
                      </a:lnTo>
                      <a:lnTo>
                        <a:pt x="246" y="84"/>
                      </a:lnTo>
                      <a:lnTo>
                        <a:pt x="271" y="86"/>
                      </a:lnTo>
                      <a:lnTo>
                        <a:pt x="131" y="200"/>
                      </a:lnTo>
                      <a:lnTo>
                        <a:pt x="226" y="128"/>
                      </a:lnTo>
                      <a:lnTo>
                        <a:pt x="272" y="107"/>
                      </a:lnTo>
                      <a:lnTo>
                        <a:pt x="271" y="123"/>
                      </a:lnTo>
                      <a:lnTo>
                        <a:pt x="254" y="146"/>
                      </a:lnTo>
                      <a:lnTo>
                        <a:pt x="242" y="165"/>
                      </a:lnTo>
                      <a:lnTo>
                        <a:pt x="209" y="209"/>
                      </a:lnTo>
                      <a:lnTo>
                        <a:pt x="148" y="287"/>
                      </a:lnTo>
                      <a:lnTo>
                        <a:pt x="72" y="377"/>
                      </a:lnTo>
                      <a:lnTo>
                        <a:pt x="10" y="440"/>
                      </a:lnTo>
                      <a:lnTo>
                        <a:pt x="77" y="363"/>
                      </a:lnTo>
                      <a:lnTo>
                        <a:pt x="116" y="318"/>
                      </a:lnTo>
                      <a:lnTo>
                        <a:pt x="167" y="259"/>
                      </a:lnTo>
                      <a:lnTo>
                        <a:pt x="193" y="222"/>
                      </a:lnTo>
                      <a:lnTo>
                        <a:pt x="238" y="178"/>
                      </a:lnTo>
                      <a:lnTo>
                        <a:pt x="254" y="158"/>
                      </a:lnTo>
                      <a:lnTo>
                        <a:pt x="271" y="139"/>
                      </a:lnTo>
                      <a:lnTo>
                        <a:pt x="262" y="141"/>
                      </a:lnTo>
                      <a:lnTo>
                        <a:pt x="277" y="152"/>
                      </a:lnTo>
                      <a:lnTo>
                        <a:pt x="261" y="165"/>
                      </a:lnTo>
                      <a:lnTo>
                        <a:pt x="238" y="203"/>
                      </a:lnTo>
                      <a:lnTo>
                        <a:pt x="211" y="243"/>
                      </a:lnTo>
                      <a:lnTo>
                        <a:pt x="183" y="274"/>
                      </a:lnTo>
                      <a:lnTo>
                        <a:pt x="232" y="209"/>
                      </a:lnTo>
                      <a:lnTo>
                        <a:pt x="254" y="178"/>
                      </a:lnTo>
                      <a:lnTo>
                        <a:pt x="271" y="152"/>
                      </a:lnTo>
                      <a:lnTo>
                        <a:pt x="277" y="152"/>
                      </a:lnTo>
                      <a:lnTo>
                        <a:pt x="264" y="190"/>
                      </a:lnTo>
                      <a:lnTo>
                        <a:pt x="279" y="180"/>
                      </a:lnTo>
                      <a:lnTo>
                        <a:pt x="271" y="203"/>
                      </a:lnTo>
                      <a:lnTo>
                        <a:pt x="254" y="229"/>
                      </a:lnTo>
                      <a:lnTo>
                        <a:pt x="222" y="267"/>
                      </a:lnTo>
                      <a:lnTo>
                        <a:pt x="183" y="294"/>
                      </a:lnTo>
                      <a:lnTo>
                        <a:pt x="148" y="325"/>
                      </a:lnTo>
                      <a:lnTo>
                        <a:pt x="121" y="352"/>
                      </a:lnTo>
                      <a:lnTo>
                        <a:pt x="137" y="339"/>
                      </a:lnTo>
                      <a:lnTo>
                        <a:pt x="192" y="292"/>
                      </a:lnTo>
                      <a:lnTo>
                        <a:pt x="254" y="236"/>
                      </a:lnTo>
                      <a:lnTo>
                        <a:pt x="265" y="222"/>
                      </a:lnTo>
                      <a:lnTo>
                        <a:pt x="277" y="203"/>
                      </a:lnTo>
                      <a:lnTo>
                        <a:pt x="263" y="246"/>
                      </a:lnTo>
                      <a:lnTo>
                        <a:pt x="286" y="230"/>
                      </a:lnTo>
                      <a:lnTo>
                        <a:pt x="265" y="287"/>
                      </a:lnTo>
                      <a:lnTo>
                        <a:pt x="261" y="299"/>
                      </a:lnTo>
                      <a:lnTo>
                        <a:pt x="254" y="306"/>
                      </a:lnTo>
                      <a:lnTo>
                        <a:pt x="225" y="337"/>
                      </a:lnTo>
                      <a:lnTo>
                        <a:pt x="194" y="366"/>
                      </a:lnTo>
                      <a:lnTo>
                        <a:pt x="137" y="415"/>
                      </a:lnTo>
                      <a:lnTo>
                        <a:pt x="82" y="460"/>
                      </a:lnTo>
                      <a:lnTo>
                        <a:pt x="0" y="524"/>
                      </a:lnTo>
                      <a:lnTo>
                        <a:pt x="99" y="440"/>
                      </a:lnTo>
                      <a:lnTo>
                        <a:pt x="199" y="357"/>
                      </a:lnTo>
                      <a:lnTo>
                        <a:pt x="238" y="325"/>
                      </a:lnTo>
                      <a:lnTo>
                        <a:pt x="262" y="290"/>
                      </a:lnTo>
                      <a:lnTo>
                        <a:pt x="281" y="276"/>
                      </a:lnTo>
                      <a:lnTo>
                        <a:pt x="286" y="278"/>
                      </a:lnTo>
                      <a:lnTo>
                        <a:pt x="170" y="424"/>
                      </a:lnTo>
                      <a:lnTo>
                        <a:pt x="258" y="324"/>
                      </a:lnTo>
                      <a:lnTo>
                        <a:pt x="280" y="320"/>
                      </a:lnTo>
                      <a:lnTo>
                        <a:pt x="255" y="375"/>
                      </a:lnTo>
                      <a:lnTo>
                        <a:pt x="277" y="362"/>
                      </a:lnTo>
                      <a:lnTo>
                        <a:pt x="244" y="422"/>
                      </a:lnTo>
                      <a:lnTo>
                        <a:pt x="222" y="460"/>
                      </a:lnTo>
                      <a:lnTo>
                        <a:pt x="183" y="492"/>
                      </a:lnTo>
                      <a:lnTo>
                        <a:pt x="127" y="531"/>
                      </a:lnTo>
                      <a:lnTo>
                        <a:pt x="77" y="569"/>
                      </a:lnTo>
                      <a:lnTo>
                        <a:pt x="38" y="595"/>
                      </a:lnTo>
                      <a:lnTo>
                        <a:pt x="10" y="609"/>
                      </a:lnTo>
                      <a:lnTo>
                        <a:pt x="171" y="506"/>
                      </a:lnTo>
                      <a:lnTo>
                        <a:pt x="209" y="475"/>
                      </a:lnTo>
                      <a:lnTo>
                        <a:pt x="226" y="454"/>
                      </a:lnTo>
                      <a:lnTo>
                        <a:pt x="252" y="415"/>
                      </a:lnTo>
                      <a:lnTo>
                        <a:pt x="277" y="378"/>
                      </a:lnTo>
                      <a:lnTo>
                        <a:pt x="250" y="432"/>
                      </a:lnTo>
                      <a:lnTo>
                        <a:pt x="271" y="413"/>
                      </a:lnTo>
                      <a:lnTo>
                        <a:pt x="249" y="455"/>
                      </a:lnTo>
                      <a:lnTo>
                        <a:pt x="268" y="446"/>
                      </a:lnTo>
                      <a:lnTo>
                        <a:pt x="247" y="497"/>
                      </a:lnTo>
                      <a:lnTo>
                        <a:pt x="271" y="479"/>
                      </a:lnTo>
                      <a:lnTo>
                        <a:pt x="249" y="506"/>
                      </a:lnTo>
                      <a:lnTo>
                        <a:pt x="222" y="544"/>
                      </a:lnTo>
                      <a:lnTo>
                        <a:pt x="199" y="555"/>
                      </a:lnTo>
                      <a:lnTo>
                        <a:pt x="130" y="602"/>
                      </a:lnTo>
                      <a:lnTo>
                        <a:pt x="66" y="628"/>
                      </a:lnTo>
                      <a:lnTo>
                        <a:pt x="136" y="597"/>
                      </a:lnTo>
                      <a:lnTo>
                        <a:pt x="193" y="557"/>
                      </a:lnTo>
                      <a:lnTo>
                        <a:pt x="249" y="518"/>
                      </a:lnTo>
                      <a:lnTo>
                        <a:pt x="265" y="500"/>
                      </a:lnTo>
                      <a:lnTo>
                        <a:pt x="244" y="538"/>
                      </a:lnTo>
                      <a:lnTo>
                        <a:pt x="261" y="531"/>
                      </a:lnTo>
                      <a:lnTo>
                        <a:pt x="249" y="550"/>
                      </a:lnTo>
                      <a:lnTo>
                        <a:pt x="244" y="576"/>
                      </a:lnTo>
                      <a:lnTo>
                        <a:pt x="254" y="569"/>
                      </a:lnTo>
                      <a:lnTo>
                        <a:pt x="241" y="591"/>
                      </a:lnTo>
                      <a:lnTo>
                        <a:pt x="199" y="628"/>
                      </a:lnTo>
                      <a:lnTo>
                        <a:pt x="171" y="633"/>
                      </a:lnTo>
                      <a:lnTo>
                        <a:pt x="137" y="641"/>
                      </a:lnTo>
                      <a:lnTo>
                        <a:pt x="205" y="621"/>
                      </a:lnTo>
                      <a:lnTo>
                        <a:pt x="249" y="589"/>
                      </a:lnTo>
                      <a:lnTo>
                        <a:pt x="261" y="564"/>
                      </a:lnTo>
                      <a:lnTo>
                        <a:pt x="244" y="618"/>
                      </a:lnTo>
                      <a:lnTo>
                        <a:pt x="262" y="605"/>
                      </a:lnTo>
                      <a:lnTo>
                        <a:pt x="250" y="635"/>
                      </a:lnTo>
                      <a:lnTo>
                        <a:pt x="232" y="675"/>
                      </a:lnTo>
                      <a:lnTo>
                        <a:pt x="121" y="739"/>
                      </a:lnTo>
                      <a:lnTo>
                        <a:pt x="233" y="680"/>
                      </a:lnTo>
                      <a:lnTo>
                        <a:pt x="244" y="659"/>
                      </a:lnTo>
                      <a:lnTo>
                        <a:pt x="250" y="647"/>
                      </a:lnTo>
                      <a:lnTo>
                        <a:pt x="270" y="631"/>
                      </a:lnTo>
                      <a:lnTo>
                        <a:pt x="281" y="661"/>
                      </a:lnTo>
                      <a:lnTo>
                        <a:pt x="286" y="605"/>
                      </a:lnTo>
                      <a:lnTo>
                        <a:pt x="305" y="56"/>
                      </a:lnTo>
                    </a:path>
                  </a:pathLst>
                </a:custGeom>
                <a:solidFill>
                  <a:srgbClr val="CEDA9D"/>
                </a:solidFill>
                <a:ln w="9525" cap="rnd">
                  <a:noFill/>
                  <a:round/>
                </a:ln>
                <a:effectLst/>
              </p:spPr>
              <p:txBody>
                <a:bodyPr/>
                <a:lstStyle/>
                <a:p>
                  <a:endParaRPr lang="zh-CN" altLang="en-US"/>
                </a:p>
              </p:txBody>
            </p:sp>
            <p:sp>
              <p:nvSpPr>
                <p:cNvPr id="2109" name="Freeform 61"/>
                <p:cNvSpPr/>
                <p:nvPr/>
              </p:nvSpPr>
              <p:spPr bwMode="ltGray">
                <a:xfrm>
                  <a:off x="977" y="2551"/>
                  <a:ext cx="322" cy="744"/>
                </a:xfrm>
                <a:custGeom>
                  <a:avLst/>
                  <a:gdLst/>
                  <a:ahLst/>
                  <a:cxnLst>
                    <a:cxn ang="0">
                      <a:pos x="2" y="614"/>
                    </a:cxn>
                    <a:cxn ang="0">
                      <a:pos x="12" y="588"/>
                    </a:cxn>
                    <a:cxn ang="0">
                      <a:pos x="91" y="743"/>
                    </a:cxn>
                    <a:cxn ang="0">
                      <a:pos x="28" y="593"/>
                    </a:cxn>
                    <a:cxn ang="0">
                      <a:pos x="35" y="575"/>
                    </a:cxn>
                    <a:cxn ang="0">
                      <a:pos x="113" y="686"/>
                    </a:cxn>
                    <a:cxn ang="0">
                      <a:pos x="33" y="569"/>
                    </a:cxn>
                    <a:cxn ang="0">
                      <a:pos x="43" y="544"/>
                    </a:cxn>
                    <a:cxn ang="0">
                      <a:pos x="52" y="517"/>
                    </a:cxn>
                    <a:cxn ang="0">
                      <a:pos x="47" y="499"/>
                    </a:cxn>
                    <a:cxn ang="0">
                      <a:pos x="58" y="487"/>
                    </a:cxn>
                    <a:cxn ang="0">
                      <a:pos x="52" y="486"/>
                    </a:cxn>
                    <a:cxn ang="0">
                      <a:pos x="52" y="460"/>
                    </a:cxn>
                    <a:cxn ang="0">
                      <a:pos x="58" y="440"/>
                    </a:cxn>
                    <a:cxn ang="0">
                      <a:pos x="152" y="570"/>
                    </a:cxn>
                    <a:cxn ang="0">
                      <a:pos x="52" y="434"/>
                    </a:cxn>
                    <a:cxn ang="0">
                      <a:pos x="63" y="434"/>
                    </a:cxn>
                    <a:cxn ang="0">
                      <a:pos x="63" y="395"/>
                    </a:cxn>
                    <a:cxn ang="0">
                      <a:pos x="183" y="486"/>
                    </a:cxn>
                    <a:cxn ang="0">
                      <a:pos x="89" y="423"/>
                    </a:cxn>
                    <a:cxn ang="0">
                      <a:pos x="55" y="370"/>
                    </a:cxn>
                    <a:cxn ang="0">
                      <a:pos x="58" y="350"/>
                    </a:cxn>
                    <a:cxn ang="0">
                      <a:pos x="79" y="367"/>
                    </a:cxn>
                    <a:cxn ang="0">
                      <a:pos x="80" y="344"/>
                    </a:cxn>
                    <a:cxn ang="0">
                      <a:pos x="168" y="383"/>
                    </a:cxn>
                    <a:cxn ang="0">
                      <a:pos x="136" y="364"/>
                    </a:cxn>
                    <a:cxn ang="0">
                      <a:pos x="67" y="313"/>
                    </a:cxn>
                    <a:cxn ang="0">
                      <a:pos x="63" y="278"/>
                    </a:cxn>
                    <a:cxn ang="0">
                      <a:pos x="69" y="258"/>
                    </a:cxn>
                    <a:cxn ang="0">
                      <a:pos x="92" y="273"/>
                    </a:cxn>
                    <a:cxn ang="0">
                      <a:pos x="88" y="238"/>
                    </a:cxn>
                    <a:cxn ang="0">
                      <a:pos x="80" y="215"/>
                    </a:cxn>
                    <a:cxn ang="0">
                      <a:pos x="85" y="201"/>
                    </a:cxn>
                    <a:cxn ang="0">
                      <a:pos x="178" y="265"/>
                    </a:cxn>
                    <a:cxn ang="0">
                      <a:pos x="287" y="313"/>
                    </a:cxn>
                    <a:cxn ang="0">
                      <a:pos x="136" y="235"/>
                    </a:cxn>
                    <a:cxn ang="0">
                      <a:pos x="85" y="201"/>
                    </a:cxn>
                    <a:cxn ang="0">
                      <a:pos x="91" y="183"/>
                    </a:cxn>
                    <a:cxn ang="0">
                      <a:pos x="83" y="142"/>
                    </a:cxn>
                    <a:cxn ang="0">
                      <a:pos x="85" y="113"/>
                    </a:cxn>
                    <a:cxn ang="0">
                      <a:pos x="136" y="148"/>
                    </a:cxn>
                    <a:cxn ang="0">
                      <a:pos x="124" y="138"/>
                    </a:cxn>
                    <a:cxn ang="0">
                      <a:pos x="91" y="113"/>
                    </a:cxn>
                    <a:cxn ang="0">
                      <a:pos x="85" y="100"/>
                    </a:cxn>
                    <a:cxn ang="0">
                      <a:pos x="69" y="81"/>
                    </a:cxn>
                    <a:cxn ang="0">
                      <a:pos x="168" y="115"/>
                    </a:cxn>
                    <a:cxn ang="0">
                      <a:pos x="69" y="55"/>
                    </a:cxn>
                    <a:cxn ang="0">
                      <a:pos x="186" y="55"/>
                    </a:cxn>
                    <a:cxn ang="0">
                      <a:pos x="237" y="48"/>
                    </a:cxn>
                    <a:cxn ang="0">
                      <a:pos x="85" y="55"/>
                    </a:cxn>
                    <a:cxn ang="0">
                      <a:pos x="63" y="22"/>
                    </a:cxn>
                    <a:cxn ang="0">
                      <a:pos x="30" y="9"/>
                    </a:cxn>
                    <a:cxn ang="0">
                      <a:pos x="0" y="646"/>
                    </a:cxn>
                  </a:cxnLst>
                  <a:rect l="0" t="0" r="r" b="b"/>
                  <a:pathLst>
                    <a:path w="322" h="744">
                      <a:moveTo>
                        <a:pt x="0" y="646"/>
                      </a:moveTo>
                      <a:lnTo>
                        <a:pt x="2" y="614"/>
                      </a:lnTo>
                      <a:lnTo>
                        <a:pt x="19" y="632"/>
                      </a:lnTo>
                      <a:lnTo>
                        <a:pt x="12" y="588"/>
                      </a:lnTo>
                      <a:lnTo>
                        <a:pt x="30" y="594"/>
                      </a:lnTo>
                      <a:lnTo>
                        <a:pt x="91" y="743"/>
                      </a:lnTo>
                      <a:lnTo>
                        <a:pt x="35" y="614"/>
                      </a:lnTo>
                      <a:lnTo>
                        <a:pt x="28" y="593"/>
                      </a:lnTo>
                      <a:lnTo>
                        <a:pt x="24" y="570"/>
                      </a:lnTo>
                      <a:lnTo>
                        <a:pt x="35" y="575"/>
                      </a:lnTo>
                      <a:lnTo>
                        <a:pt x="71" y="617"/>
                      </a:lnTo>
                      <a:lnTo>
                        <a:pt x="113" y="686"/>
                      </a:lnTo>
                      <a:lnTo>
                        <a:pt x="52" y="594"/>
                      </a:lnTo>
                      <a:lnTo>
                        <a:pt x="33" y="569"/>
                      </a:lnTo>
                      <a:lnTo>
                        <a:pt x="30" y="533"/>
                      </a:lnTo>
                      <a:lnTo>
                        <a:pt x="43" y="544"/>
                      </a:lnTo>
                      <a:lnTo>
                        <a:pt x="41" y="505"/>
                      </a:lnTo>
                      <a:lnTo>
                        <a:pt x="52" y="517"/>
                      </a:lnTo>
                      <a:lnTo>
                        <a:pt x="108" y="652"/>
                      </a:lnTo>
                      <a:lnTo>
                        <a:pt x="47" y="499"/>
                      </a:lnTo>
                      <a:lnTo>
                        <a:pt x="41" y="473"/>
                      </a:lnTo>
                      <a:lnTo>
                        <a:pt x="58" y="487"/>
                      </a:lnTo>
                      <a:lnTo>
                        <a:pt x="103" y="563"/>
                      </a:lnTo>
                      <a:lnTo>
                        <a:pt x="52" y="486"/>
                      </a:lnTo>
                      <a:lnTo>
                        <a:pt x="35" y="447"/>
                      </a:lnTo>
                      <a:lnTo>
                        <a:pt x="52" y="460"/>
                      </a:lnTo>
                      <a:lnTo>
                        <a:pt x="41" y="434"/>
                      </a:lnTo>
                      <a:lnTo>
                        <a:pt x="58" y="440"/>
                      </a:lnTo>
                      <a:lnTo>
                        <a:pt x="74" y="486"/>
                      </a:lnTo>
                      <a:lnTo>
                        <a:pt x="152" y="570"/>
                      </a:lnTo>
                      <a:lnTo>
                        <a:pt x="69" y="473"/>
                      </a:lnTo>
                      <a:lnTo>
                        <a:pt x="52" y="434"/>
                      </a:lnTo>
                      <a:lnTo>
                        <a:pt x="47" y="414"/>
                      </a:lnTo>
                      <a:lnTo>
                        <a:pt x="63" y="434"/>
                      </a:lnTo>
                      <a:lnTo>
                        <a:pt x="52" y="390"/>
                      </a:lnTo>
                      <a:lnTo>
                        <a:pt x="63" y="395"/>
                      </a:lnTo>
                      <a:lnTo>
                        <a:pt x="72" y="417"/>
                      </a:lnTo>
                      <a:lnTo>
                        <a:pt x="183" y="486"/>
                      </a:lnTo>
                      <a:lnTo>
                        <a:pt x="123" y="445"/>
                      </a:lnTo>
                      <a:lnTo>
                        <a:pt x="89" y="423"/>
                      </a:lnTo>
                      <a:lnTo>
                        <a:pt x="79" y="416"/>
                      </a:lnTo>
                      <a:lnTo>
                        <a:pt x="55" y="370"/>
                      </a:lnTo>
                      <a:lnTo>
                        <a:pt x="63" y="378"/>
                      </a:lnTo>
                      <a:lnTo>
                        <a:pt x="58" y="350"/>
                      </a:lnTo>
                      <a:lnTo>
                        <a:pt x="56" y="355"/>
                      </a:lnTo>
                      <a:lnTo>
                        <a:pt x="79" y="367"/>
                      </a:lnTo>
                      <a:lnTo>
                        <a:pt x="63" y="336"/>
                      </a:lnTo>
                      <a:lnTo>
                        <a:pt x="80" y="344"/>
                      </a:lnTo>
                      <a:lnTo>
                        <a:pt x="122" y="357"/>
                      </a:lnTo>
                      <a:lnTo>
                        <a:pt x="168" y="383"/>
                      </a:lnTo>
                      <a:lnTo>
                        <a:pt x="282" y="479"/>
                      </a:lnTo>
                      <a:lnTo>
                        <a:pt x="136" y="364"/>
                      </a:lnTo>
                      <a:lnTo>
                        <a:pt x="81" y="336"/>
                      </a:lnTo>
                      <a:lnTo>
                        <a:pt x="67" y="313"/>
                      </a:lnTo>
                      <a:lnTo>
                        <a:pt x="88" y="325"/>
                      </a:lnTo>
                      <a:lnTo>
                        <a:pt x="63" y="278"/>
                      </a:lnTo>
                      <a:lnTo>
                        <a:pt x="80" y="282"/>
                      </a:lnTo>
                      <a:lnTo>
                        <a:pt x="69" y="258"/>
                      </a:lnTo>
                      <a:lnTo>
                        <a:pt x="71" y="253"/>
                      </a:lnTo>
                      <a:lnTo>
                        <a:pt x="92" y="273"/>
                      </a:lnTo>
                      <a:lnTo>
                        <a:pt x="72" y="238"/>
                      </a:lnTo>
                      <a:lnTo>
                        <a:pt x="88" y="238"/>
                      </a:lnTo>
                      <a:lnTo>
                        <a:pt x="69" y="215"/>
                      </a:lnTo>
                      <a:lnTo>
                        <a:pt x="80" y="215"/>
                      </a:lnTo>
                      <a:lnTo>
                        <a:pt x="69" y="201"/>
                      </a:lnTo>
                      <a:lnTo>
                        <a:pt x="85" y="201"/>
                      </a:lnTo>
                      <a:lnTo>
                        <a:pt x="121" y="230"/>
                      </a:lnTo>
                      <a:lnTo>
                        <a:pt x="178" y="265"/>
                      </a:lnTo>
                      <a:lnTo>
                        <a:pt x="237" y="293"/>
                      </a:lnTo>
                      <a:lnTo>
                        <a:pt x="287" y="313"/>
                      </a:lnTo>
                      <a:lnTo>
                        <a:pt x="163" y="253"/>
                      </a:lnTo>
                      <a:lnTo>
                        <a:pt x="136" y="235"/>
                      </a:lnTo>
                      <a:lnTo>
                        <a:pt x="92" y="210"/>
                      </a:lnTo>
                      <a:lnTo>
                        <a:pt x="85" y="201"/>
                      </a:lnTo>
                      <a:lnTo>
                        <a:pt x="74" y="177"/>
                      </a:lnTo>
                      <a:lnTo>
                        <a:pt x="91" y="183"/>
                      </a:lnTo>
                      <a:lnTo>
                        <a:pt x="72" y="142"/>
                      </a:lnTo>
                      <a:lnTo>
                        <a:pt x="83" y="142"/>
                      </a:lnTo>
                      <a:lnTo>
                        <a:pt x="69" y="113"/>
                      </a:lnTo>
                      <a:lnTo>
                        <a:pt x="85" y="113"/>
                      </a:lnTo>
                      <a:lnTo>
                        <a:pt x="97" y="127"/>
                      </a:lnTo>
                      <a:lnTo>
                        <a:pt x="136" y="148"/>
                      </a:lnTo>
                      <a:lnTo>
                        <a:pt x="248" y="196"/>
                      </a:lnTo>
                      <a:lnTo>
                        <a:pt x="124" y="138"/>
                      </a:lnTo>
                      <a:lnTo>
                        <a:pt x="97" y="125"/>
                      </a:lnTo>
                      <a:lnTo>
                        <a:pt x="91" y="113"/>
                      </a:lnTo>
                      <a:lnTo>
                        <a:pt x="74" y="94"/>
                      </a:lnTo>
                      <a:lnTo>
                        <a:pt x="85" y="100"/>
                      </a:lnTo>
                      <a:lnTo>
                        <a:pt x="58" y="74"/>
                      </a:lnTo>
                      <a:lnTo>
                        <a:pt x="69" y="81"/>
                      </a:lnTo>
                      <a:lnTo>
                        <a:pt x="95" y="80"/>
                      </a:lnTo>
                      <a:lnTo>
                        <a:pt x="168" y="115"/>
                      </a:lnTo>
                      <a:lnTo>
                        <a:pt x="91" y="81"/>
                      </a:lnTo>
                      <a:lnTo>
                        <a:pt x="69" y="55"/>
                      </a:lnTo>
                      <a:lnTo>
                        <a:pt x="91" y="55"/>
                      </a:lnTo>
                      <a:lnTo>
                        <a:pt x="186" y="55"/>
                      </a:lnTo>
                      <a:lnTo>
                        <a:pt x="321" y="28"/>
                      </a:lnTo>
                      <a:lnTo>
                        <a:pt x="237" y="48"/>
                      </a:lnTo>
                      <a:lnTo>
                        <a:pt x="120" y="60"/>
                      </a:lnTo>
                      <a:lnTo>
                        <a:pt x="85" y="55"/>
                      </a:lnTo>
                      <a:lnTo>
                        <a:pt x="74" y="42"/>
                      </a:lnTo>
                      <a:lnTo>
                        <a:pt x="63" y="22"/>
                      </a:lnTo>
                      <a:lnTo>
                        <a:pt x="37" y="0"/>
                      </a:lnTo>
                      <a:lnTo>
                        <a:pt x="30" y="9"/>
                      </a:lnTo>
                      <a:lnTo>
                        <a:pt x="24" y="2"/>
                      </a:lnTo>
                      <a:lnTo>
                        <a:pt x="0" y="646"/>
                      </a:lnTo>
                    </a:path>
                  </a:pathLst>
                </a:custGeom>
                <a:solidFill>
                  <a:srgbClr val="CEDA9D"/>
                </a:solidFill>
                <a:ln w="9525" cap="rnd">
                  <a:noFill/>
                  <a:round/>
                </a:ln>
                <a:effectLst/>
              </p:spPr>
              <p:txBody>
                <a:bodyPr/>
                <a:lstStyle/>
                <a:p>
                  <a:endParaRPr lang="zh-CN" altLang="en-US"/>
                </a:p>
              </p:txBody>
            </p:sp>
          </p:grpSp>
          <p:sp>
            <p:nvSpPr>
              <p:cNvPr id="2111" name="Freeform 63"/>
              <p:cNvSpPr/>
              <p:nvPr/>
            </p:nvSpPr>
            <p:spPr bwMode="ltGray">
              <a:xfrm>
                <a:off x="982" y="3297"/>
                <a:ext cx="83" cy="568"/>
              </a:xfrm>
              <a:custGeom>
                <a:avLst/>
                <a:gdLst/>
                <a:ahLst/>
                <a:cxnLst>
                  <a:cxn ang="0">
                    <a:pos x="17" y="0"/>
                  </a:cxn>
                  <a:cxn ang="0">
                    <a:pos x="33" y="43"/>
                  </a:cxn>
                  <a:cxn ang="0">
                    <a:pos x="48" y="111"/>
                  </a:cxn>
                  <a:cxn ang="0">
                    <a:pos x="65" y="206"/>
                  </a:cxn>
                  <a:cxn ang="0">
                    <a:pos x="82" y="326"/>
                  </a:cxn>
                  <a:cxn ang="0">
                    <a:pos x="82" y="455"/>
                  </a:cxn>
                  <a:cxn ang="0">
                    <a:pos x="73" y="567"/>
                  </a:cxn>
                  <a:cxn ang="0">
                    <a:pos x="65" y="567"/>
                  </a:cxn>
                  <a:cxn ang="0">
                    <a:pos x="73" y="455"/>
                  </a:cxn>
                  <a:cxn ang="0">
                    <a:pos x="73" y="361"/>
                  </a:cxn>
                  <a:cxn ang="0">
                    <a:pos x="56" y="257"/>
                  </a:cxn>
                  <a:cxn ang="0">
                    <a:pos x="33" y="154"/>
                  </a:cxn>
                  <a:cxn ang="0">
                    <a:pos x="0" y="25"/>
                  </a:cxn>
                  <a:cxn ang="0">
                    <a:pos x="17" y="0"/>
                  </a:cxn>
                </a:cxnLst>
                <a:rect l="0" t="0" r="r" b="b"/>
                <a:pathLst>
                  <a:path w="83" h="568">
                    <a:moveTo>
                      <a:pt x="17" y="0"/>
                    </a:moveTo>
                    <a:lnTo>
                      <a:pt x="33" y="43"/>
                    </a:lnTo>
                    <a:lnTo>
                      <a:pt x="48" y="111"/>
                    </a:lnTo>
                    <a:lnTo>
                      <a:pt x="65" y="206"/>
                    </a:lnTo>
                    <a:lnTo>
                      <a:pt x="82" y="326"/>
                    </a:lnTo>
                    <a:lnTo>
                      <a:pt x="82" y="455"/>
                    </a:lnTo>
                    <a:lnTo>
                      <a:pt x="73" y="567"/>
                    </a:lnTo>
                    <a:lnTo>
                      <a:pt x="65" y="567"/>
                    </a:lnTo>
                    <a:lnTo>
                      <a:pt x="73" y="455"/>
                    </a:lnTo>
                    <a:lnTo>
                      <a:pt x="73" y="361"/>
                    </a:lnTo>
                    <a:lnTo>
                      <a:pt x="56" y="257"/>
                    </a:lnTo>
                    <a:lnTo>
                      <a:pt x="33" y="154"/>
                    </a:lnTo>
                    <a:lnTo>
                      <a:pt x="0" y="25"/>
                    </a:lnTo>
                    <a:lnTo>
                      <a:pt x="17" y="0"/>
                    </a:lnTo>
                  </a:path>
                </a:pathLst>
              </a:custGeom>
              <a:solidFill>
                <a:srgbClr val="CEDA9D"/>
              </a:solidFill>
              <a:ln w="9525" cap="rnd">
                <a:noFill/>
                <a:round/>
              </a:ln>
              <a:effectLst/>
            </p:spPr>
            <p:txBody>
              <a:bodyPr/>
              <a:lstStyle/>
              <a:p>
                <a:endParaRPr lang="zh-CN" altLang="en-US"/>
              </a:p>
            </p:txBody>
          </p:sp>
          <p:sp>
            <p:nvSpPr>
              <p:cNvPr id="2112" name="Freeform 64"/>
              <p:cNvSpPr/>
              <p:nvPr/>
            </p:nvSpPr>
            <p:spPr bwMode="ltGray">
              <a:xfrm>
                <a:off x="706" y="3863"/>
                <a:ext cx="214" cy="272"/>
              </a:xfrm>
              <a:custGeom>
                <a:avLst/>
                <a:gdLst/>
                <a:ahLst/>
                <a:cxnLst>
                  <a:cxn ang="0">
                    <a:pos x="213" y="271"/>
                  </a:cxn>
                  <a:cxn ang="0">
                    <a:pos x="180" y="210"/>
                  </a:cxn>
                  <a:cxn ang="0">
                    <a:pos x="154" y="144"/>
                  </a:cxn>
                  <a:cxn ang="0">
                    <a:pos x="140" y="114"/>
                  </a:cxn>
                  <a:cxn ang="0">
                    <a:pos x="120" y="81"/>
                  </a:cxn>
                  <a:cxn ang="0">
                    <a:pos x="95" y="45"/>
                  </a:cxn>
                  <a:cxn ang="0">
                    <a:pos x="76" y="22"/>
                  </a:cxn>
                  <a:cxn ang="0">
                    <a:pos x="61" y="12"/>
                  </a:cxn>
                  <a:cxn ang="0">
                    <a:pos x="42" y="3"/>
                  </a:cxn>
                  <a:cxn ang="0">
                    <a:pos x="19" y="0"/>
                  </a:cxn>
                  <a:cxn ang="0">
                    <a:pos x="10" y="7"/>
                  </a:cxn>
                  <a:cxn ang="0">
                    <a:pos x="0" y="24"/>
                  </a:cxn>
                </a:cxnLst>
                <a:rect l="0" t="0" r="r" b="b"/>
                <a:pathLst>
                  <a:path w="214" h="272">
                    <a:moveTo>
                      <a:pt x="213" y="271"/>
                    </a:moveTo>
                    <a:lnTo>
                      <a:pt x="180" y="210"/>
                    </a:lnTo>
                    <a:lnTo>
                      <a:pt x="154" y="144"/>
                    </a:lnTo>
                    <a:lnTo>
                      <a:pt x="140" y="114"/>
                    </a:lnTo>
                    <a:lnTo>
                      <a:pt x="120" y="81"/>
                    </a:lnTo>
                    <a:lnTo>
                      <a:pt x="95" y="45"/>
                    </a:lnTo>
                    <a:lnTo>
                      <a:pt x="76" y="22"/>
                    </a:lnTo>
                    <a:lnTo>
                      <a:pt x="61" y="12"/>
                    </a:lnTo>
                    <a:lnTo>
                      <a:pt x="42" y="3"/>
                    </a:lnTo>
                    <a:lnTo>
                      <a:pt x="19" y="0"/>
                    </a:lnTo>
                    <a:lnTo>
                      <a:pt x="10" y="7"/>
                    </a:lnTo>
                    <a:lnTo>
                      <a:pt x="0" y="24"/>
                    </a:lnTo>
                  </a:path>
                </a:pathLst>
              </a:custGeom>
              <a:solidFill>
                <a:srgbClr val="CEDA9D"/>
              </a:solidFill>
              <a:ln w="9525" cap="rnd">
                <a:noFill/>
                <a:round/>
                <a:headEnd type="none" w="sm" len="sm"/>
                <a:tailEnd type="none" w="sm" len="sm"/>
              </a:ln>
              <a:effectLst/>
            </p:spPr>
            <p:txBody>
              <a:bodyPr/>
              <a:lstStyle/>
              <a:p>
                <a:endParaRPr lang="zh-CN" altLang="en-US"/>
              </a:p>
            </p:txBody>
          </p:sp>
          <p:sp>
            <p:nvSpPr>
              <p:cNvPr id="2113" name="Freeform 65"/>
              <p:cNvSpPr/>
              <p:nvPr/>
            </p:nvSpPr>
            <p:spPr bwMode="ltGray">
              <a:xfrm>
                <a:off x="882" y="2866"/>
                <a:ext cx="668" cy="976"/>
              </a:xfrm>
              <a:custGeom>
                <a:avLst/>
                <a:gdLst/>
                <a:ahLst/>
                <a:cxnLst>
                  <a:cxn ang="0">
                    <a:pos x="450" y="11"/>
                  </a:cxn>
                  <a:cxn ang="0">
                    <a:pos x="430" y="42"/>
                  </a:cxn>
                  <a:cxn ang="0">
                    <a:pos x="284" y="35"/>
                  </a:cxn>
                  <a:cxn ang="0">
                    <a:pos x="342" y="48"/>
                  </a:cxn>
                  <a:cxn ang="0">
                    <a:pos x="405" y="66"/>
                  </a:cxn>
                  <a:cxn ang="0">
                    <a:pos x="265" y="91"/>
                  </a:cxn>
                  <a:cxn ang="0">
                    <a:pos x="373" y="98"/>
                  </a:cxn>
                  <a:cxn ang="0">
                    <a:pos x="385" y="128"/>
                  </a:cxn>
                  <a:cxn ang="0">
                    <a:pos x="67" y="267"/>
                  </a:cxn>
                  <a:cxn ang="0">
                    <a:pos x="361" y="165"/>
                  </a:cxn>
                  <a:cxn ang="0">
                    <a:pos x="297" y="221"/>
                  </a:cxn>
                  <a:cxn ang="0">
                    <a:pos x="338" y="227"/>
                  </a:cxn>
                  <a:cxn ang="0">
                    <a:pos x="284" y="304"/>
                  </a:cxn>
                  <a:cxn ang="0">
                    <a:pos x="167" y="388"/>
                  </a:cxn>
                  <a:cxn ang="0">
                    <a:pos x="297" y="326"/>
                  </a:cxn>
                  <a:cxn ang="0">
                    <a:pos x="190" y="449"/>
                  </a:cxn>
                  <a:cxn ang="0">
                    <a:pos x="288" y="369"/>
                  </a:cxn>
                  <a:cxn ang="0">
                    <a:pos x="312" y="369"/>
                  </a:cxn>
                  <a:cxn ang="0">
                    <a:pos x="273" y="441"/>
                  </a:cxn>
                  <a:cxn ang="0">
                    <a:pos x="305" y="441"/>
                  </a:cxn>
                  <a:cxn ang="0">
                    <a:pos x="244" y="525"/>
                  </a:cxn>
                  <a:cxn ang="0">
                    <a:pos x="278" y="504"/>
                  </a:cxn>
                  <a:cxn ang="0">
                    <a:pos x="248" y="582"/>
                  </a:cxn>
                  <a:cxn ang="0">
                    <a:pos x="273" y="558"/>
                  </a:cxn>
                  <a:cxn ang="0">
                    <a:pos x="302" y="550"/>
                  </a:cxn>
                  <a:cxn ang="0">
                    <a:pos x="284" y="608"/>
                  </a:cxn>
                  <a:cxn ang="0">
                    <a:pos x="221" y="716"/>
                  </a:cxn>
                  <a:cxn ang="0">
                    <a:pos x="302" y="633"/>
                  </a:cxn>
                  <a:cxn ang="0">
                    <a:pos x="320" y="618"/>
                  </a:cxn>
                  <a:cxn ang="0">
                    <a:pos x="316" y="707"/>
                  </a:cxn>
                  <a:cxn ang="0">
                    <a:pos x="342" y="752"/>
                  </a:cxn>
                  <a:cxn ang="0">
                    <a:pos x="352" y="701"/>
                  </a:cxn>
                  <a:cxn ang="0">
                    <a:pos x="590" y="836"/>
                  </a:cxn>
                  <a:cxn ang="0">
                    <a:pos x="373" y="640"/>
                  </a:cxn>
                  <a:cxn ang="0">
                    <a:pos x="420" y="681"/>
                  </a:cxn>
                  <a:cxn ang="0">
                    <a:pos x="357" y="574"/>
                  </a:cxn>
                  <a:cxn ang="0">
                    <a:pos x="617" y="660"/>
                  </a:cxn>
                  <a:cxn ang="0">
                    <a:pos x="357" y="540"/>
                  </a:cxn>
                  <a:cxn ang="0">
                    <a:pos x="393" y="512"/>
                  </a:cxn>
                  <a:cxn ang="0">
                    <a:pos x="364" y="468"/>
                  </a:cxn>
                  <a:cxn ang="0">
                    <a:pos x="405" y="468"/>
                  </a:cxn>
                  <a:cxn ang="0">
                    <a:pos x="522" y="551"/>
                  </a:cxn>
                  <a:cxn ang="0">
                    <a:pos x="410" y="393"/>
                  </a:cxn>
                  <a:cxn ang="0">
                    <a:pos x="388" y="335"/>
                  </a:cxn>
                  <a:cxn ang="0">
                    <a:pos x="420" y="325"/>
                  </a:cxn>
                  <a:cxn ang="0">
                    <a:pos x="414" y="269"/>
                  </a:cxn>
                  <a:cxn ang="0">
                    <a:pos x="428" y="263"/>
                  </a:cxn>
                  <a:cxn ang="0">
                    <a:pos x="507" y="314"/>
                  </a:cxn>
                  <a:cxn ang="0">
                    <a:pos x="445" y="232"/>
                  </a:cxn>
                  <a:cxn ang="0">
                    <a:pos x="450" y="163"/>
                  </a:cxn>
                  <a:cxn ang="0">
                    <a:pos x="445" y="124"/>
                  </a:cxn>
                  <a:cxn ang="0">
                    <a:pos x="513" y="122"/>
                  </a:cxn>
                  <a:cxn ang="0">
                    <a:pos x="497" y="66"/>
                  </a:cxn>
                  <a:cxn ang="0">
                    <a:pos x="527" y="51"/>
                  </a:cxn>
                  <a:cxn ang="0">
                    <a:pos x="518" y="0"/>
                  </a:cxn>
                </a:cxnLst>
                <a:rect l="0" t="0" r="r" b="b"/>
                <a:pathLst>
                  <a:path w="668" h="976">
                    <a:moveTo>
                      <a:pt x="518" y="0"/>
                    </a:moveTo>
                    <a:lnTo>
                      <a:pt x="490" y="3"/>
                    </a:lnTo>
                    <a:lnTo>
                      <a:pt x="450" y="11"/>
                    </a:lnTo>
                    <a:lnTo>
                      <a:pt x="477" y="16"/>
                    </a:lnTo>
                    <a:lnTo>
                      <a:pt x="454" y="27"/>
                    </a:lnTo>
                    <a:lnTo>
                      <a:pt x="430" y="42"/>
                    </a:lnTo>
                    <a:lnTo>
                      <a:pt x="396" y="47"/>
                    </a:lnTo>
                    <a:lnTo>
                      <a:pt x="342" y="44"/>
                    </a:lnTo>
                    <a:lnTo>
                      <a:pt x="284" y="35"/>
                    </a:lnTo>
                    <a:lnTo>
                      <a:pt x="132" y="44"/>
                    </a:lnTo>
                    <a:lnTo>
                      <a:pt x="278" y="39"/>
                    </a:lnTo>
                    <a:lnTo>
                      <a:pt x="342" y="48"/>
                    </a:lnTo>
                    <a:lnTo>
                      <a:pt x="396" y="47"/>
                    </a:lnTo>
                    <a:lnTo>
                      <a:pt x="430" y="55"/>
                    </a:lnTo>
                    <a:lnTo>
                      <a:pt x="405" y="66"/>
                    </a:lnTo>
                    <a:lnTo>
                      <a:pt x="422" y="71"/>
                    </a:lnTo>
                    <a:lnTo>
                      <a:pt x="373" y="94"/>
                    </a:lnTo>
                    <a:lnTo>
                      <a:pt x="265" y="91"/>
                    </a:lnTo>
                    <a:lnTo>
                      <a:pt x="124" y="169"/>
                    </a:lnTo>
                    <a:lnTo>
                      <a:pt x="265" y="94"/>
                    </a:lnTo>
                    <a:lnTo>
                      <a:pt x="373" y="98"/>
                    </a:lnTo>
                    <a:lnTo>
                      <a:pt x="405" y="102"/>
                    </a:lnTo>
                    <a:lnTo>
                      <a:pt x="348" y="128"/>
                    </a:lnTo>
                    <a:lnTo>
                      <a:pt x="385" y="128"/>
                    </a:lnTo>
                    <a:lnTo>
                      <a:pt x="320" y="158"/>
                    </a:lnTo>
                    <a:lnTo>
                      <a:pt x="201" y="196"/>
                    </a:lnTo>
                    <a:lnTo>
                      <a:pt x="67" y="267"/>
                    </a:lnTo>
                    <a:lnTo>
                      <a:pt x="206" y="202"/>
                    </a:lnTo>
                    <a:lnTo>
                      <a:pt x="325" y="163"/>
                    </a:lnTo>
                    <a:lnTo>
                      <a:pt x="361" y="165"/>
                    </a:lnTo>
                    <a:lnTo>
                      <a:pt x="305" y="189"/>
                    </a:lnTo>
                    <a:lnTo>
                      <a:pt x="342" y="194"/>
                    </a:lnTo>
                    <a:lnTo>
                      <a:pt x="297" y="221"/>
                    </a:lnTo>
                    <a:lnTo>
                      <a:pt x="12" y="457"/>
                    </a:lnTo>
                    <a:lnTo>
                      <a:pt x="297" y="227"/>
                    </a:lnTo>
                    <a:lnTo>
                      <a:pt x="338" y="227"/>
                    </a:lnTo>
                    <a:lnTo>
                      <a:pt x="293" y="263"/>
                    </a:lnTo>
                    <a:lnTo>
                      <a:pt x="325" y="262"/>
                    </a:lnTo>
                    <a:lnTo>
                      <a:pt x="284" y="304"/>
                    </a:lnTo>
                    <a:lnTo>
                      <a:pt x="167" y="386"/>
                    </a:lnTo>
                    <a:lnTo>
                      <a:pt x="44" y="502"/>
                    </a:lnTo>
                    <a:lnTo>
                      <a:pt x="167" y="388"/>
                    </a:lnTo>
                    <a:lnTo>
                      <a:pt x="288" y="308"/>
                    </a:lnTo>
                    <a:lnTo>
                      <a:pt x="325" y="295"/>
                    </a:lnTo>
                    <a:lnTo>
                      <a:pt x="297" y="326"/>
                    </a:lnTo>
                    <a:lnTo>
                      <a:pt x="320" y="321"/>
                    </a:lnTo>
                    <a:lnTo>
                      <a:pt x="284" y="366"/>
                    </a:lnTo>
                    <a:lnTo>
                      <a:pt x="190" y="449"/>
                    </a:lnTo>
                    <a:lnTo>
                      <a:pt x="0" y="560"/>
                    </a:lnTo>
                    <a:lnTo>
                      <a:pt x="185" y="452"/>
                    </a:lnTo>
                    <a:lnTo>
                      <a:pt x="288" y="369"/>
                    </a:lnTo>
                    <a:lnTo>
                      <a:pt x="302" y="369"/>
                    </a:lnTo>
                    <a:lnTo>
                      <a:pt x="127" y="618"/>
                    </a:lnTo>
                    <a:lnTo>
                      <a:pt x="312" y="369"/>
                    </a:lnTo>
                    <a:lnTo>
                      <a:pt x="288" y="402"/>
                    </a:lnTo>
                    <a:lnTo>
                      <a:pt x="312" y="390"/>
                    </a:lnTo>
                    <a:lnTo>
                      <a:pt x="273" y="441"/>
                    </a:lnTo>
                    <a:lnTo>
                      <a:pt x="153" y="558"/>
                    </a:lnTo>
                    <a:lnTo>
                      <a:pt x="273" y="449"/>
                    </a:lnTo>
                    <a:lnTo>
                      <a:pt x="305" y="441"/>
                    </a:lnTo>
                    <a:lnTo>
                      <a:pt x="273" y="475"/>
                    </a:lnTo>
                    <a:lnTo>
                      <a:pt x="131" y="701"/>
                    </a:lnTo>
                    <a:lnTo>
                      <a:pt x="244" y="525"/>
                    </a:lnTo>
                    <a:lnTo>
                      <a:pt x="284" y="475"/>
                    </a:lnTo>
                    <a:lnTo>
                      <a:pt x="305" y="468"/>
                    </a:lnTo>
                    <a:lnTo>
                      <a:pt x="278" y="504"/>
                    </a:lnTo>
                    <a:lnTo>
                      <a:pt x="302" y="499"/>
                    </a:lnTo>
                    <a:lnTo>
                      <a:pt x="265" y="543"/>
                    </a:lnTo>
                    <a:lnTo>
                      <a:pt x="248" y="582"/>
                    </a:lnTo>
                    <a:lnTo>
                      <a:pt x="64" y="712"/>
                    </a:lnTo>
                    <a:lnTo>
                      <a:pt x="252" y="586"/>
                    </a:lnTo>
                    <a:lnTo>
                      <a:pt x="273" y="558"/>
                    </a:lnTo>
                    <a:lnTo>
                      <a:pt x="297" y="550"/>
                    </a:lnTo>
                    <a:lnTo>
                      <a:pt x="252" y="624"/>
                    </a:lnTo>
                    <a:lnTo>
                      <a:pt x="302" y="550"/>
                    </a:lnTo>
                    <a:lnTo>
                      <a:pt x="273" y="586"/>
                    </a:lnTo>
                    <a:lnTo>
                      <a:pt x="305" y="577"/>
                    </a:lnTo>
                    <a:lnTo>
                      <a:pt x="284" y="608"/>
                    </a:lnTo>
                    <a:lnTo>
                      <a:pt x="221" y="716"/>
                    </a:lnTo>
                    <a:lnTo>
                      <a:pt x="157" y="780"/>
                    </a:lnTo>
                    <a:lnTo>
                      <a:pt x="221" y="716"/>
                    </a:lnTo>
                    <a:lnTo>
                      <a:pt x="288" y="613"/>
                    </a:lnTo>
                    <a:lnTo>
                      <a:pt x="312" y="608"/>
                    </a:lnTo>
                    <a:lnTo>
                      <a:pt x="302" y="633"/>
                    </a:lnTo>
                    <a:lnTo>
                      <a:pt x="252" y="701"/>
                    </a:lnTo>
                    <a:lnTo>
                      <a:pt x="305" y="640"/>
                    </a:lnTo>
                    <a:lnTo>
                      <a:pt x="320" y="618"/>
                    </a:lnTo>
                    <a:lnTo>
                      <a:pt x="297" y="674"/>
                    </a:lnTo>
                    <a:lnTo>
                      <a:pt x="325" y="664"/>
                    </a:lnTo>
                    <a:lnTo>
                      <a:pt x="316" y="707"/>
                    </a:lnTo>
                    <a:lnTo>
                      <a:pt x="333" y="687"/>
                    </a:lnTo>
                    <a:lnTo>
                      <a:pt x="348" y="705"/>
                    </a:lnTo>
                    <a:lnTo>
                      <a:pt x="342" y="752"/>
                    </a:lnTo>
                    <a:lnTo>
                      <a:pt x="225" y="975"/>
                    </a:lnTo>
                    <a:lnTo>
                      <a:pt x="352" y="752"/>
                    </a:lnTo>
                    <a:lnTo>
                      <a:pt x="352" y="701"/>
                    </a:lnTo>
                    <a:lnTo>
                      <a:pt x="352" y="671"/>
                    </a:lnTo>
                    <a:lnTo>
                      <a:pt x="380" y="687"/>
                    </a:lnTo>
                    <a:lnTo>
                      <a:pt x="590" y="836"/>
                    </a:lnTo>
                    <a:lnTo>
                      <a:pt x="369" y="674"/>
                    </a:lnTo>
                    <a:lnTo>
                      <a:pt x="352" y="633"/>
                    </a:lnTo>
                    <a:lnTo>
                      <a:pt x="373" y="640"/>
                    </a:lnTo>
                    <a:lnTo>
                      <a:pt x="342" y="591"/>
                    </a:lnTo>
                    <a:lnTo>
                      <a:pt x="369" y="609"/>
                    </a:lnTo>
                    <a:lnTo>
                      <a:pt x="420" y="681"/>
                    </a:lnTo>
                    <a:lnTo>
                      <a:pt x="373" y="605"/>
                    </a:lnTo>
                    <a:lnTo>
                      <a:pt x="352" y="574"/>
                    </a:lnTo>
                    <a:lnTo>
                      <a:pt x="357" y="574"/>
                    </a:lnTo>
                    <a:lnTo>
                      <a:pt x="385" y="591"/>
                    </a:lnTo>
                    <a:lnTo>
                      <a:pt x="436" y="629"/>
                    </a:lnTo>
                    <a:lnTo>
                      <a:pt x="617" y="660"/>
                    </a:lnTo>
                    <a:lnTo>
                      <a:pt x="430" y="624"/>
                    </a:lnTo>
                    <a:lnTo>
                      <a:pt x="373" y="577"/>
                    </a:lnTo>
                    <a:lnTo>
                      <a:pt x="357" y="540"/>
                    </a:lnTo>
                    <a:lnTo>
                      <a:pt x="385" y="540"/>
                    </a:lnTo>
                    <a:lnTo>
                      <a:pt x="357" y="504"/>
                    </a:lnTo>
                    <a:lnTo>
                      <a:pt x="393" y="512"/>
                    </a:lnTo>
                    <a:lnTo>
                      <a:pt x="518" y="582"/>
                    </a:lnTo>
                    <a:lnTo>
                      <a:pt x="393" y="511"/>
                    </a:lnTo>
                    <a:lnTo>
                      <a:pt x="364" y="468"/>
                    </a:lnTo>
                    <a:lnTo>
                      <a:pt x="396" y="480"/>
                    </a:lnTo>
                    <a:lnTo>
                      <a:pt x="373" y="447"/>
                    </a:lnTo>
                    <a:lnTo>
                      <a:pt x="405" y="468"/>
                    </a:lnTo>
                    <a:lnTo>
                      <a:pt x="385" y="419"/>
                    </a:lnTo>
                    <a:lnTo>
                      <a:pt x="410" y="444"/>
                    </a:lnTo>
                    <a:lnTo>
                      <a:pt x="522" y="551"/>
                    </a:lnTo>
                    <a:lnTo>
                      <a:pt x="405" y="444"/>
                    </a:lnTo>
                    <a:lnTo>
                      <a:pt x="380" y="381"/>
                    </a:lnTo>
                    <a:lnTo>
                      <a:pt x="410" y="393"/>
                    </a:lnTo>
                    <a:lnTo>
                      <a:pt x="593" y="455"/>
                    </a:lnTo>
                    <a:lnTo>
                      <a:pt x="410" y="390"/>
                    </a:lnTo>
                    <a:lnTo>
                      <a:pt x="388" y="335"/>
                    </a:lnTo>
                    <a:lnTo>
                      <a:pt x="414" y="345"/>
                    </a:lnTo>
                    <a:lnTo>
                      <a:pt x="393" y="314"/>
                    </a:lnTo>
                    <a:lnTo>
                      <a:pt x="420" y="325"/>
                    </a:lnTo>
                    <a:lnTo>
                      <a:pt x="505" y="476"/>
                    </a:lnTo>
                    <a:lnTo>
                      <a:pt x="414" y="310"/>
                    </a:lnTo>
                    <a:lnTo>
                      <a:pt x="414" y="269"/>
                    </a:lnTo>
                    <a:lnTo>
                      <a:pt x="441" y="288"/>
                    </a:lnTo>
                    <a:lnTo>
                      <a:pt x="497" y="374"/>
                    </a:lnTo>
                    <a:lnTo>
                      <a:pt x="428" y="263"/>
                    </a:lnTo>
                    <a:lnTo>
                      <a:pt x="420" y="227"/>
                    </a:lnTo>
                    <a:lnTo>
                      <a:pt x="441" y="243"/>
                    </a:lnTo>
                    <a:lnTo>
                      <a:pt x="507" y="314"/>
                    </a:lnTo>
                    <a:lnTo>
                      <a:pt x="667" y="352"/>
                    </a:lnTo>
                    <a:lnTo>
                      <a:pt x="505" y="308"/>
                    </a:lnTo>
                    <a:lnTo>
                      <a:pt x="445" y="232"/>
                    </a:lnTo>
                    <a:lnTo>
                      <a:pt x="436" y="185"/>
                    </a:lnTo>
                    <a:lnTo>
                      <a:pt x="463" y="207"/>
                    </a:lnTo>
                    <a:lnTo>
                      <a:pt x="450" y="163"/>
                    </a:lnTo>
                    <a:lnTo>
                      <a:pt x="554" y="279"/>
                    </a:lnTo>
                    <a:lnTo>
                      <a:pt x="454" y="158"/>
                    </a:lnTo>
                    <a:lnTo>
                      <a:pt x="445" y="124"/>
                    </a:lnTo>
                    <a:lnTo>
                      <a:pt x="477" y="149"/>
                    </a:lnTo>
                    <a:lnTo>
                      <a:pt x="473" y="97"/>
                    </a:lnTo>
                    <a:lnTo>
                      <a:pt x="513" y="122"/>
                    </a:lnTo>
                    <a:lnTo>
                      <a:pt x="658" y="215"/>
                    </a:lnTo>
                    <a:lnTo>
                      <a:pt x="513" y="120"/>
                    </a:lnTo>
                    <a:lnTo>
                      <a:pt x="497" y="66"/>
                    </a:lnTo>
                    <a:lnTo>
                      <a:pt x="518" y="79"/>
                    </a:lnTo>
                    <a:lnTo>
                      <a:pt x="505" y="42"/>
                    </a:lnTo>
                    <a:lnTo>
                      <a:pt x="527" y="51"/>
                    </a:lnTo>
                    <a:lnTo>
                      <a:pt x="531" y="21"/>
                    </a:lnTo>
                    <a:lnTo>
                      <a:pt x="527" y="8"/>
                    </a:lnTo>
                    <a:lnTo>
                      <a:pt x="518" y="0"/>
                    </a:lnTo>
                  </a:path>
                </a:pathLst>
              </a:custGeom>
              <a:solidFill>
                <a:srgbClr val="CEDA9D"/>
              </a:solidFill>
              <a:ln w="9525" cap="rnd">
                <a:noFill/>
                <a:round/>
              </a:ln>
              <a:effectLst/>
            </p:spPr>
            <p:txBody>
              <a:bodyPr/>
              <a:lstStyle/>
              <a:p>
                <a:endParaRPr lang="zh-CN" altLang="en-US"/>
              </a:p>
            </p:txBody>
          </p:sp>
          <p:sp>
            <p:nvSpPr>
              <p:cNvPr id="2114" name="Freeform 66"/>
              <p:cNvSpPr/>
              <p:nvPr/>
            </p:nvSpPr>
            <p:spPr bwMode="ltGray">
              <a:xfrm>
                <a:off x="1305" y="3384"/>
                <a:ext cx="249" cy="445"/>
              </a:xfrm>
              <a:custGeom>
                <a:avLst/>
                <a:gdLst/>
                <a:ahLst/>
                <a:cxnLst>
                  <a:cxn ang="0">
                    <a:pos x="248" y="159"/>
                  </a:cxn>
                  <a:cxn ang="0">
                    <a:pos x="222" y="16"/>
                  </a:cxn>
                  <a:cxn ang="0">
                    <a:pos x="189" y="2"/>
                  </a:cxn>
                  <a:cxn ang="0">
                    <a:pos x="161" y="0"/>
                  </a:cxn>
                  <a:cxn ang="0">
                    <a:pos x="119" y="6"/>
                  </a:cxn>
                  <a:cxn ang="0">
                    <a:pos x="93" y="22"/>
                  </a:cxn>
                  <a:cxn ang="0">
                    <a:pos x="64" y="44"/>
                  </a:cxn>
                  <a:cxn ang="0">
                    <a:pos x="35" y="84"/>
                  </a:cxn>
                  <a:cxn ang="0">
                    <a:pos x="19" y="140"/>
                  </a:cxn>
                  <a:cxn ang="0">
                    <a:pos x="11" y="187"/>
                  </a:cxn>
                  <a:cxn ang="0">
                    <a:pos x="0" y="253"/>
                  </a:cxn>
                  <a:cxn ang="0">
                    <a:pos x="0" y="296"/>
                  </a:cxn>
                  <a:cxn ang="0">
                    <a:pos x="19" y="354"/>
                  </a:cxn>
                  <a:cxn ang="0">
                    <a:pos x="56" y="404"/>
                  </a:cxn>
                  <a:cxn ang="0">
                    <a:pos x="93" y="444"/>
                  </a:cxn>
                  <a:cxn ang="0">
                    <a:pos x="72" y="384"/>
                  </a:cxn>
                  <a:cxn ang="0">
                    <a:pos x="64" y="327"/>
                  </a:cxn>
                  <a:cxn ang="0">
                    <a:pos x="68" y="269"/>
                  </a:cxn>
                  <a:cxn ang="0">
                    <a:pos x="72" y="217"/>
                  </a:cxn>
                  <a:cxn ang="0">
                    <a:pos x="80" y="164"/>
                  </a:cxn>
                  <a:cxn ang="0">
                    <a:pos x="93" y="119"/>
                  </a:cxn>
                  <a:cxn ang="0">
                    <a:pos x="96" y="83"/>
                  </a:cxn>
                  <a:cxn ang="0">
                    <a:pos x="113" y="45"/>
                  </a:cxn>
                  <a:cxn ang="0">
                    <a:pos x="149" y="17"/>
                  </a:cxn>
                  <a:cxn ang="0">
                    <a:pos x="181" y="19"/>
                  </a:cxn>
                  <a:cxn ang="0">
                    <a:pos x="213" y="100"/>
                  </a:cxn>
                  <a:cxn ang="0">
                    <a:pos x="237" y="119"/>
                  </a:cxn>
                  <a:cxn ang="0">
                    <a:pos x="248" y="159"/>
                  </a:cxn>
                </a:cxnLst>
                <a:rect l="0" t="0" r="r" b="b"/>
                <a:pathLst>
                  <a:path w="249" h="445">
                    <a:moveTo>
                      <a:pt x="248" y="159"/>
                    </a:moveTo>
                    <a:lnTo>
                      <a:pt x="222" y="16"/>
                    </a:lnTo>
                    <a:lnTo>
                      <a:pt x="189" y="2"/>
                    </a:lnTo>
                    <a:lnTo>
                      <a:pt x="161" y="0"/>
                    </a:lnTo>
                    <a:lnTo>
                      <a:pt x="119" y="6"/>
                    </a:lnTo>
                    <a:lnTo>
                      <a:pt x="93" y="22"/>
                    </a:lnTo>
                    <a:lnTo>
                      <a:pt x="64" y="44"/>
                    </a:lnTo>
                    <a:lnTo>
                      <a:pt x="35" y="84"/>
                    </a:lnTo>
                    <a:lnTo>
                      <a:pt x="19" y="140"/>
                    </a:lnTo>
                    <a:lnTo>
                      <a:pt x="11" y="187"/>
                    </a:lnTo>
                    <a:lnTo>
                      <a:pt x="0" y="253"/>
                    </a:lnTo>
                    <a:lnTo>
                      <a:pt x="0" y="296"/>
                    </a:lnTo>
                    <a:lnTo>
                      <a:pt x="19" y="354"/>
                    </a:lnTo>
                    <a:lnTo>
                      <a:pt x="56" y="404"/>
                    </a:lnTo>
                    <a:lnTo>
                      <a:pt x="93" y="444"/>
                    </a:lnTo>
                    <a:lnTo>
                      <a:pt x="72" y="384"/>
                    </a:lnTo>
                    <a:lnTo>
                      <a:pt x="64" y="327"/>
                    </a:lnTo>
                    <a:lnTo>
                      <a:pt x="68" y="269"/>
                    </a:lnTo>
                    <a:lnTo>
                      <a:pt x="72" y="217"/>
                    </a:lnTo>
                    <a:lnTo>
                      <a:pt x="80" y="164"/>
                    </a:lnTo>
                    <a:lnTo>
                      <a:pt x="93" y="119"/>
                    </a:lnTo>
                    <a:lnTo>
                      <a:pt x="96" y="83"/>
                    </a:lnTo>
                    <a:lnTo>
                      <a:pt x="113" y="45"/>
                    </a:lnTo>
                    <a:lnTo>
                      <a:pt x="149" y="17"/>
                    </a:lnTo>
                    <a:lnTo>
                      <a:pt x="181" y="19"/>
                    </a:lnTo>
                    <a:lnTo>
                      <a:pt x="213" y="100"/>
                    </a:lnTo>
                    <a:lnTo>
                      <a:pt x="237" y="119"/>
                    </a:lnTo>
                    <a:lnTo>
                      <a:pt x="248" y="159"/>
                    </a:lnTo>
                  </a:path>
                </a:pathLst>
              </a:custGeom>
              <a:solidFill>
                <a:srgbClr val="CEDA9D"/>
              </a:solidFill>
              <a:ln w="9525" cap="rnd">
                <a:noFill/>
                <a:round/>
              </a:ln>
              <a:effectLst/>
            </p:spPr>
            <p:txBody>
              <a:bodyPr/>
              <a:lstStyle/>
              <a:p>
                <a:endParaRPr lang="zh-CN" altLang="en-US"/>
              </a:p>
            </p:txBody>
          </p:sp>
          <p:sp>
            <p:nvSpPr>
              <p:cNvPr id="2115" name="Freeform 67"/>
              <p:cNvSpPr/>
              <p:nvPr/>
            </p:nvSpPr>
            <p:spPr bwMode="ltGray">
              <a:xfrm>
                <a:off x="1502" y="3062"/>
                <a:ext cx="276" cy="543"/>
              </a:xfrm>
              <a:custGeom>
                <a:avLst/>
                <a:gdLst/>
                <a:ahLst/>
                <a:cxnLst>
                  <a:cxn ang="0">
                    <a:pos x="5" y="86"/>
                  </a:cxn>
                  <a:cxn ang="0">
                    <a:pos x="64" y="0"/>
                  </a:cxn>
                  <a:cxn ang="0">
                    <a:pos x="99" y="2"/>
                  </a:cxn>
                  <a:cxn ang="0">
                    <a:pos x="130" y="7"/>
                  </a:cxn>
                  <a:cxn ang="0">
                    <a:pos x="155" y="30"/>
                  </a:cxn>
                  <a:cxn ang="0">
                    <a:pos x="218" y="100"/>
                  </a:cxn>
                  <a:cxn ang="0">
                    <a:pos x="239" y="131"/>
                  </a:cxn>
                  <a:cxn ang="0">
                    <a:pos x="254" y="162"/>
                  </a:cxn>
                  <a:cxn ang="0">
                    <a:pos x="269" y="254"/>
                  </a:cxn>
                  <a:cxn ang="0">
                    <a:pos x="275" y="282"/>
                  </a:cxn>
                  <a:cxn ang="0">
                    <a:pos x="269" y="318"/>
                  </a:cxn>
                  <a:cxn ang="0">
                    <a:pos x="258" y="355"/>
                  </a:cxn>
                  <a:cxn ang="0">
                    <a:pos x="233" y="413"/>
                  </a:cxn>
                  <a:cxn ang="0">
                    <a:pos x="214" y="451"/>
                  </a:cxn>
                  <a:cxn ang="0">
                    <a:pos x="182" y="492"/>
                  </a:cxn>
                  <a:cxn ang="0">
                    <a:pos x="120" y="542"/>
                  </a:cxn>
                  <a:cxn ang="0">
                    <a:pos x="151" y="478"/>
                  </a:cxn>
                  <a:cxn ang="0">
                    <a:pos x="177" y="420"/>
                  </a:cxn>
                  <a:cxn ang="0">
                    <a:pos x="193" y="367"/>
                  </a:cxn>
                  <a:cxn ang="0">
                    <a:pos x="186" y="318"/>
                  </a:cxn>
                  <a:cxn ang="0">
                    <a:pos x="182" y="282"/>
                  </a:cxn>
                  <a:cxn ang="0">
                    <a:pos x="193" y="238"/>
                  </a:cxn>
                  <a:cxn ang="0">
                    <a:pos x="198" y="201"/>
                  </a:cxn>
                  <a:cxn ang="0">
                    <a:pos x="171" y="131"/>
                  </a:cxn>
                  <a:cxn ang="0">
                    <a:pos x="167" y="92"/>
                  </a:cxn>
                  <a:cxn ang="0">
                    <a:pos x="145" y="63"/>
                  </a:cxn>
                  <a:cxn ang="0">
                    <a:pos x="99" y="23"/>
                  </a:cxn>
                  <a:cxn ang="0">
                    <a:pos x="77" y="54"/>
                  </a:cxn>
                  <a:cxn ang="0">
                    <a:pos x="0" y="103"/>
                  </a:cxn>
                  <a:cxn ang="0">
                    <a:pos x="5" y="86"/>
                  </a:cxn>
                </a:cxnLst>
                <a:rect l="0" t="0" r="r" b="b"/>
                <a:pathLst>
                  <a:path w="276" h="543">
                    <a:moveTo>
                      <a:pt x="5" y="86"/>
                    </a:moveTo>
                    <a:lnTo>
                      <a:pt x="64" y="0"/>
                    </a:lnTo>
                    <a:lnTo>
                      <a:pt x="99" y="2"/>
                    </a:lnTo>
                    <a:lnTo>
                      <a:pt x="130" y="7"/>
                    </a:lnTo>
                    <a:lnTo>
                      <a:pt x="155" y="30"/>
                    </a:lnTo>
                    <a:lnTo>
                      <a:pt x="218" y="100"/>
                    </a:lnTo>
                    <a:lnTo>
                      <a:pt x="239" y="131"/>
                    </a:lnTo>
                    <a:lnTo>
                      <a:pt x="254" y="162"/>
                    </a:lnTo>
                    <a:lnTo>
                      <a:pt x="269" y="254"/>
                    </a:lnTo>
                    <a:lnTo>
                      <a:pt x="275" y="282"/>
                    </a:lnTo>
                    <a:lnTo>
                      <a:pt x="269" y="318"/>
                    </a:lnTo>
                    <a:lnTo>
                      <a:pt x="258" y="355"/>
                    </a:lnTo>
                    <a:lnTo>
                      <a:pt x="233" y="413"/>
                    </a:lnTo>
                    <a:lnTo>
                      <a:pt x="214" y="451"/>
                    </a:lnTo>
                    <a:lnTo>
                      <a:pt x="182" y="492"/>
                    </a:lnTo>
                    <a:lnTo>
                      <a:pt x="120" y="542"/>
                    </a:lnTo>
                    <a:lnTo>
                      <a:pt x="151" y="478"/>
                    </a:lnTo>
                    <a:lnTo>
                      <a:pt x="177" y="420"/>
                    </a:lnTo>
                    <a:lnTo>
                      <a:pt x="193" y="367"/>
                    </a:lnTo>
                    <a:lnTo>
                      <a:pt x="186" y="318"/>
                    </a:lnTo>
                    <a:lnTo>
                      <a:pt x="182" y="282"/>
                    </a:lnTo>
                    <a:lnTo>
                      <a:pt x="193" y="238"/>
                    </a:lnTo>
                    <a:lnTo>
                      <a:pt x="198" y="201"/>
                    </a:lnTo>
                    <a:lnTo>
                      <a:pt x="171" y="131"/>
                    </a:lnTo>
                    <a:lnTo>
                      <a:pt x="167" y="92"/>
                    </a:lnTo>
                    <a:lnTo>
                      <a:pt x="145" y="63"/>
                    </a:lnTo>
                    <a:lnTo>
                      <a:pt x="99" y="23"/>
                    </a:lnTo>
                    <a:lnTo>
                      <a:pt x="77" y="54"/>
                    </a:lnTo>
                    <a:lnTo>
                      <a:pt x="0" y="103"/>
                    </a:lnTo>
                    <a:lnTo>
                      <a:pt x="5" y="86"/>
                    </a:lnTo>
                  </a:path>
                </a:pathLst>
              </a:custGeom>
              <a:solidFill>
                <a:srgbClr val="CEDA9D"/>
              </a:solidFill>
              <a:ln w="9525" cap="rnd">
                <a:noFill/>
                <a:round/>
              </a:ln>
              <a:effectLst/>
            </p:spPr>
            <p:txBody>
              <a:bodyPr/>
              <a:lstStyle/>
              <a:p>
                <a:endParaRPr lang="zh-CN" altLang="en-US"/>
              </a:p>
            </p:txBody>
          </p:sp>
        </p:grpSp>
        <p:grpSp>
          <p:nvGrpSpPr>
            <p:cNvPr id="13" name="Group 111"/>
            <p:cNvGrpSpPr/>
            <p:nvPr/>
          </p:nvGrpSpPr>
          <p:grpSpPr bwMode="auto">
            <a:xfrm>
              <a:off x="4368" y="2592"/>
              <a:ext cx="1385" cy="1738"/>
              <a:chOff x="4368" y="2592"/>
              <a:chExt cx="1385" cy="1738"/>
            </a:xfrm>
          </p:grpSpPr>
          <p:grpSp>
            <p:nvGrpSpPr>
              <p:cNvPr id="14" name="Group 84"/>
              <p:cNvGrpSpPr/>
              <p:nvPr/>
            </p:nvGrpSpPr>
            <p:grpSpPr bwMode="auto">
              <a:xfrm>
                <a:off x="4521" y="2592"/>
                <a:ext cx="1142" cy="1733"/>
                <a:chOff x="4521" y="2592"/>
                <a:chExt cx="1142" cy="1733"/>
              </a:xfrm>
            </p:grpSpPr>
            <p:sp>
              <p:nvSpPr>
                <p:cNvPr id="2117" name="Freeform 69"/>
                <p:cNvSpPr/>
                <p:nvPr/>
              </p:nvSpPr>
              <p:spPr bwMode="ltGray">
                <a:xfrm>
                  <a:off x="5503" y="3575"/>
                  <a:ext cx="160" cy="401"/>
                </a:xfrm>
                <a:custGeom>
                  <a:avLst/>
                  <a:gdLst/>
                  <a:ahLst/>
                  <a:cxnLst>
                    <a:cxn ang="0">
                      <a:pos x="0" y="400"/>
                    </a:cxn>
                    <a:cxn ang="0">
                      <a:pos x="23" y="310"/>
                    </a:cxn>
                    <a:cxn ang="0">
                      <a:pos x="43" y="212"/>
                    </a:cxn>
                    <a:cxn ang="0">
                      <a:pos x="53" y="168"/>
                    </a:cxn>
                    <a:cxn ang="0">
                      <a:pos x="67" y="119"/>
                    </a:cxn>
                    <a:cxn ang="0">
                      <a:pos x="87" y="66"/>
                    </a:cxn>
                    <a:cxn ang="0">
                      <a:pos x="101" y="33"/>
                    </a:cxn>
                    <a:cxn ang="0">
                      <a:pos x="113" y="17"/>
                    </a:cxn>
                    <a:cxn ang="0">
                      <a:pos x="127" y="4"/>
                    </a:cxn>
                    <a:cxn ang="0">
                      <a:pos x="143" y="0"/>
                    </a:cxn>
                    <a:cxn ang="0">
                      <a:pos x="150" y="11"/>
                    </a:cxn>
                    <a:cxn ang="0">
                      <a:pos x="159" y="37"/>
                    </a:cxn>
                  </a:cxnLst>
                  <a:rect l="0" t="0" r="r" b="b"/>
                  <a:pathLst>
                    <a:path w="160" h="401">
                      <a:moveTo>
                        <a:pt x="0" y="400"/>
                      </a:moveTo>
                      <a:lnTo>
                        <a:pt x="23" y="310"/>
                      </a:lnTo>
                      <a:lnTo>
                        <a:pt x="43" y="212"/>
                      </a:lnTo>
                      <a:lnTo>
                        <a:pt x="53" y="168"/>
                      </a:lnTo>
                      <a:lnTo>
                        <a:pt x="67" y="119"/>
                      </a:lnTo>
                      <a:lnTo>
                        <a:pt x="87" y="66"/>
                      </a:lnTo>
                      <a:lnTo>
                        <a:pt x="101" y="33"/>
                      </a:lnTo>
                      <a:lnTo>
                        <a:pt x="113" y="17"/>
                      </a:lnTo>
                      <a:lnTo>
                        <a:pt x="127" y="4"/>
                      </a:lnTo>
                      <a:lnTo>
                        <a:pt x="143" y="0"/>
                      </a:lnTo>
                      <a:lnTo>
                        <a:pt x="150" y="11"/>
                      </a:lnTo>
                      <a:lnTo>
                        <a:pt x="159" y="3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18" name="Freeform 70"/>
                <p:cNvSpPr/>
                <p:nvPr/>
              </p:nvSpPr>
              <p:spPr bwMode="ltGray">
                <a:xfrm>
                  <a:off x="4992" y="3468"/>
                  <a:ext cx="128" cy="681"/>
                </a:xfrm>
                <a:custGeom>
                  <a:avLst/>
                  <a:gdLst/>
                  <a:ahLst/>
                  <a:cxnLst>
                    <a:cxn ang="0">
                      <a:pos x="127" y="680"/>
                    </a:cxn>
                    <a:cxn ang="0">
                      <a:pos x="101" y="273"/>
                    </a:cxn>
                    <a:cxn ang="0">
                      <a:pos x="82" y="70"/>
                    </a:cxn>
                    <a:cxn ang="0">
                      <a:pos x="76" y="28"/>
                    </a:cxn>
                    <a:cxn ang="0">
                      <a:pos x="66" y="7"/>
                    </a:cxn>
                    <a:cxn ang="0">
                      <a:pos x="47" y="0"/>
                    </a:cxn>
                    <a:cxn ang="0">
                      <a:pos x="31" y="8"/>
                    </a:cxn>
                    <a:cxn ang="0">
                      <a:pos x="15" y="30"/>
                    </a:cxn>
                    <a:cxn ang="0">
                      <a:pos x="0" y="69"/>
                    </a:cxn>
                  </a:cxnLst>
                  <a:rect l="0" t="0" r="r" b="b"/>
                  <a:pathLst>
                    <a:path w="128" h="681">
                      <a:moveTo>
                        <a:pt x="127" y="680"/>
                      </a:moveTo>
                      <a:lnTo>
                        <a:pt x="101" y="273"/>
                      </a:lnTo>
                      <a:lnTo>
                        <a:pt x="82" y="70"/>
                      </a:lnTo>
                      <a:lnTo>
                        <a:pt x="76" y="28"/>
                      </a:lnTo>
                      <a:lnTo>
                        <a:pt x="66" y="7"/>
                      </a:lnTo>
                      <a:lnTo>
                        <a:pt x="47" y="0"/>
                      </a:lnTo>
                      <a:lnTo>
                        <a:pt x="31" y="8"/>
                      </a:lnTo>
                      <a:lnTo>
                        <a:pt x="15" y="30"/>
                      </a:lnTo>
                      <a:lnTo>
                        <a:pt x="0" y="69"/>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19" name="Freeform 71"/>
                <p:cNvSpPr/>
                <p:nvPr/>
              </p:nvSpPr>
              <p:spPr bwMode="ltGray">
                <a:xfrm>
                  <a:off x="5007" y="2592"/>
                  <a:ext cx="172" cy="1724"/>
                </a:xfrm>
                <a:custGeom>
                  <a:avLst/>
                  <a:gdLst/>
                  <a:ahLst/>
                  <a:cxnLst>
                    <a:cxn ang="0">
                      <a:pos x="170" y="1723"/>
                    </a:cxn>
                    <a:cxn ang="0">
                      <a:pos x="171" y="1473"/>
                    </a:cxn>
                    <a:cxn ang="0">
                      <a:pos x="171" y="1358"/>
                    </a:cxn>
                    <a:cxn ang="0">
                      <a:pos x="167" y="1278"/>
                    </a:cxn>
                    <a:cxn ang="0">
                      <a:pos x="164" y="1181"/>
                    </a:cxn>
                    <a:cxn ang="0">
                      <a:pos x="165" y="1079"/>
                    </a:cxn>
                    <a:cxn ang="0">
                      <a:pos x="163" y="994"/>
                    </a:cxn>
                    <a:cxn ang="0">
                      <a:pos x="159" y="918"/>
                    </a:cxn>
                    <a:cxn ang="0">
                      <a:pos x="153" y="783"/>
                    </a:cxn>
                    <a:cxn ang="0">
                      <a:pos x="145" y="634"/>
                    </a:cxn>
                    <a:cxn ang="0">
                      <a:pos x="135" y="485"/>
                    </a:cxn>
                    <a:cxn ang="0">
                      <a:pos x="126" y="323"/>
                    </a:cxn>
                    <a:cxn ang="0">
                      <a:pos x="118" y="228"/>
                    </a:cxn>
                    <a:cxn ang="0">
                      <a:pos x="112" y="191"/>
                    </a:cxn>
                    <a:cxn ang="0">
                      <a:pos x="96" y="126"/>
                    </a:cxn>
                    <a:cxn ang="0">
                      <a:pos x="82" y="79"/>
                    </a:cxn>
                    <a:cxn ang="0">
                      <a:pos x="65" y="40"/>
                    </a:cxn>
                    <a:cxn ang="0">
                      <a:pos x="48" y="10"/>
                    </a:cxn>
                    <a:cxn ang="0">
                      <a:pos x="36" y="1"/>
                    </a:cxn>
                    <a:cxn ang="0">
                      <a:pos x="19" y="0"/>
                    </a:cxn>
                    <a:cxn ang="0">
                      <a:pos x="7" y="10"/>
                    </a:cxn>
                    <a:cxn ang="0">
                      <a:pos x="0" y="28"/>
                    </a:cxn>
                  </a:cxnLst>
                  <a:rect l="0" t="0" r="r" b="b"/>
                  <a:pathLst>
                    <a:path w="172" h="1724">
                      <a:moveTo>
                        <a:pt x="170" y="1723"/>
                      </a:moveTo>
                      <a:lnTo>
                        <a:pt x="171" y="1473"/>
                      </a:lnTo>
                      <a:lnTo>
                        <a:pt x="171" y="1358"/>
                      </a:lnTo>
                      <a:lnTo>
                        <a:pt x="167" y="1278"/>
                      </a:lnTo>
                      <a:lnTo>
                        <a:pt x="164" y="1181"/>
                      </a:lnTo>
                      <a:lnTo>
                        <a:pt x="165" y="1079"/>
                      </a:lnTo>
                      <a:lnTo>
                        <a:pt x="163" y="994"/>
                      </a:lnTo>
                      <a:lnTo>
                        <a:pt x="159" y="918"/>
                      </a:lnTo>
                      <a:lnTo>
                        <a:pt x="153" y="783"/>
                      </a:lnTo>
                      <a:lnTo>
                        <a:pt x="145" y="634"/>
                      </a:lnTo>
                      <a:lnTo>
                        <a:pt x="135" y="485"/>
                      </a:lnTo>
                      <a:lnTo>
                        <a:pt x="126" y="323"/>
                      </a:lnTo>
                      <a:lnTo>
                        <a:pt x="118" y="228"/>
                      </a:lnTo>
                      <a:lnTo>
                        <a:pt x="112" y="191"/>
                      </a:lnTo>
                      <a:lnTo>
                        <a:pt x="96" y="126"/>
                      </a:lnTo>
                      <a:lnTo>
                        <a:pt x="82" y="79"/>
                      </a:lnTo>
                      <a:lnTo>
                        <a:pt x="65" y="40"/>
                      </a:lnTo>
                      <a:lnTo>
                        <a:pt x="48" y="10"/>
                      </a:lnTo>
                      <a:lnTo>
                        <a:pt x="36" y="1"/>
                      </a:lnTo>
                      <a:lnTo>
                        <a:pt x="19" y="0"/>
                      </a:lnTo>
                      <a:lnTo>
                        <a:pt x="7" y="10"/>
                      </a:lnTo>
                      <a:lnTo>
                        <a:pt x="0" y="28"/>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0" name="Freeform 72"/>
                <p:cNvSpPr/>
                <p:nvPr/>
              </p:nvSpPr>
              <p:spPr bwMode="ltGray">
                <a:xfrm>
                  <a:off x="4992" y="3229"/>
                  <a:ext cx="177" cy="552"/>
                </a:xfrm>
                <a:custGeom>
                  <a:avLst/>
                  <a:gdLst/>
                  <a:ahLst/>
                  <a:cxnLst>
                    <a:cxn ang="0">
                      <a:pos x="176" y="551"/>
                    </a:cxn>
                    <a:cxn ang="0">
                      <a:pos x="150" y="428"/>
                    </a:cxn>
                    <a:cxn ang="0">
                      <a:pos x="127" y="292"/>
                    </a:cxn>
                    <a:cxn ang="0">
                      <a:pos x="116" y="233"/>
                    </a:cxn>
                    <a:cxn ang="0">
                      <a:pos x="100" y="164"/>
                    </a:cxn>
                    <a:cxn ang="0">
                      <a:pos x="78" y="92"/>
                    </a:cxn>
                    <a:cxn ang="0">
                      <a:pos x="62" y="46"/>
                    </a:cxn>
                    <a:cxn ang="0">
                      <a:pos x="50" y="24"/>
                    </a:cxn>
                    <a:cxn ang="0">
                      <a:pos x="34" y="7"/>
                    </a:cxn>
                    <a:cxn ang="0">
                      <a:pos x="16" y="0"/>
                    </a:cxn>
                    <a:cxn ang="0">
                      <a:pos x="8" y="15"/>
                    </a:cxn>
                    <a:cxn ang="0">
                      <a:pos x="0" y="50"/>
                    </a:cxn>
                  </a:cxnLst>
                  <a:rect l="0" t="0" r="r" b="b"/>
                  <a:pathLst>
                    <a:path w="177" h="552">
                      <a:moveTo>
                        <a:pt x="176" y="551"/>
                      </a:moveTo>
                      <a:lnTo>
                        <a:pt x="150" y="428"/>
                      </a:lnTo>
                      <a:lnTo>
                        <a:pt x="127" y="292"/>
                      </a:lnTo>
                      <a:lnTo>
                        <a:pt x="116" y="233"/>
                      </a:lnTo>
                      <a:lnTo>
                        <a:pt x="100" y="164"/>
                      </a:lnTo>
                      <a:lnTo>
                        <a:pt x="78" y="92"/>
                      </a:lnTo>
                      <a:lnTo>
                        <a:pt x="62" y="46"/>
                      </a:lnTo>
                      <a:lnTo>
                        <a:pt x="50" y="24"/>
                      </a:lnTo>
                      <a:lnTo>
                        <a:pt x="34" y="7"/>
                      </a:lnTo>
                      <a:lnTo>
                        <a:pt x="16" y="0"/>
                      </a:lnTo>
                      <a:lnTo>
                        <a:pt x="8" y="15"/>
                      </a:lnTo>
                      <a:lnTo>
                        <a:pt x="0" y="50"/>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2121" name="Freeform 73"/>
                <p:cNvSpPr/>
                <p:nvPr/>
              </p:nvSpPr>
              <p:spPr bwMode="ltGray">
                <a:xfrm>
                  <a:off x="5300" y="3721"/>
                  <a:ext cx="171" cy="604"/>
                </a:xfrm>
                <a:custGeom>
                  <a:avLst/>
                  <a:gdLst/>
                  <a:ahLst/>
                  <a:cxnLst>
                    <a:cxn ang="0">
                      <a:pos x="170" y="603"/>
                    </a:cxn>
                    <a:cxn ang="0">
                      <a:pos x="144" y="545"/>
                    </a:cxn>
                    <a:cxn ang="0">
                      <a:pos x="135" y="509"/>
                    </a:cxn>
                    <a:cxn ang="0">
                      <a:pos x="127" y="480"/>
                    </a:cxn>
                    <a:cxn ang="0">
                      <a:pos x="90" y="202"/>
                    </a:cxn>
                    <a:cxn ang="0">
                      <a:pos x="70" y="113"/>
                    </a:cxn>
                    <a:cxn ang="0">
                      <a:pos x="54" y="57"/>
                    </a:cxn>
                    <a:cxn ang="0">
                      <a:pos x="42" y="30"/>
                    </a:cxn>
                    <a:cxn ang="0">
                      <a:pos x="29" y="8"/>
                    </a:cxn>
                    <a:cxn ang="0">
                      <a:pos x="15" y="0"/>
                    </a:cxn>
                    <a:cxn ang="0">
                      <a:pos x="5" y="5"/>
                    </a:cxn>
                    <a:cxn ang="0">
                      <a:pos x="0" y="41"/>
                    </a:cxn>
                  </a:cxnLst>
                  <a:rect l="0" t="0" r="r" b="b"/>
                  <a:pathLst>
                    <a:path w="171" h="604">
                      <a:moveTo>
                        <a:pt x="170" y="603"/>
                      </a:moveTo>
                      <a:lnTo>
                        <a:pt x="144" y="545"/>
                      </a:lnTo>
                      <a:lnTo>
                        <a:pt x="135" y="509"/>
                      </a:lnTo>
                      <a:lnTo>
                        <a:pt x="127" y="480"/>
                      </a:lnTo>
                      <a:lnTo>
                        <a:pt x="90" y="202"/>
                      </a:lnTo>
                      <a:lnTo>
                        <a:pt x="70" y="113"/>
                      </a:lnTo>
                      <a:lnTo>
                        <a:pt x="54" y="57"/>
                      </a:lnTo>
                      <a:lnTo>
                        <a:pt x="42" y="30"/>
                      </a:lnTo>
                      <a:lnTo>
                        <a:pt x="29" y="8"/>
                      </a:lnTo>
                      <a:lnTo>
                        <a:pt x="15" y="0"/>
                      </a:lnTo>
                      <a:lnTo>
                        <a:pt x="5" y="5"/>
                      </a:lnTo>
                      <a:lnTo>
                        <a:pt x="0" y="41"/>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2" name="Freeform 74"/>
                <p:cNvSpPr/>
                <p:nvPr/>
              </p:nvSpPr>
              <p:spPr bwMode="ltGray">
                <a:xfrm>
                  <a:off x="4859" y="3229"/>
                  <a:ext cx="367" cy="915"/>
                </a:xfrm>
                <a:custGeom>
                  <a:avLst/>
                  <a:gdLst/>
                  <a:ahLst/>
                  <a:cxnLst>
                    <a:cxn ang="0">
                      <a:pos x="366" y="914"/>
                    </a:cxn>
                    <a:cxn ang="0">
                      <a:pos x="356" y="842"/>
                    </a:cxn>
                    <a:cxn ang="0">
                      <a:pos x="240" y="344"/>
                    </a:cxn>
                    <a:cxn ang="0">
                      <a:pos x="189" y="192"/>
                    </a:cxn>
                    <a:cxn ang="0">
                      <a:pos x="174" y="140"/>
                    </a:cxn>
                    <a:cxn ang="0">
                      <a:pos x="154" y="83"/>
                    </a:cxn>
                    <a:cxn ang="0">
                      <a:pos x="131" y="40"/>
                    </a:cxn>
                    <a:cxn ang="0">
                      <a:pos x="110" y="17"/>
                    </a:cxn>
                    <a:cxn ang="0">
                      <a:pos x="84" y="1"/>
                    </a:cxn>
                    <a:cxn ang="0">
                      <a:pos x="57" y="0"/>
                    </a:cxn>
                    <a:cxn ang="0">
                      <a:pos x="38" y="17"/>
                    </a:cxn>
                    <a:cxn ang="0">
                      <a:pos x="0" y="102"/>
                    </a:cxn>
                  </a:cxnLst>
                  <a:rect l="0" t="0" r="r" b="b"/>
                  <a:pathLst>
                    <a:path w="367" h="915">
                      <a:moveTo>
                        <a:pt x="366" y="914"/>
                      </a:moveTo>
                      <a:lnTo>
                        <a:pt x="356" y="842"/>
                      </a:lnTo>
                      <a:lnTo>
                        <a:pt x="240" y="344"/>
                      </a:lnTo>
                      <a:lnTo>
                        <a:pt x="189" y="192"/>
                      </a:lnTo>
                      <a:lnTo>
                        <a:pt x="174" y="140"/>
                      </a:lnTo>
                      <a:lnTo>
                        <a:pt x="154" y="83"/>
                      </a:lnTo>
                      <a:lnTo>
                        <a:pt x="131" y="40"/>
                      </a:lnTo>
                      <a:lnTo>
                        <a:pt x="110" y="17"/>
                      </a:lnTo>
                      <a:lnTo>
                        <a:pt x="84" y="1"/>
                      </a:lnTo>
                      <a:lnTo>
                        <a:pt x="57" y="0"/>
                      </a:lnTo>
                      <a:lnTo>
                        <a:pt x="38" y="17"/>
                      </a:lnTo>
                      <a:lnTo>
                        <a:pt x="0" y="10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3" name="Freeform 75"/>
                <p:cNvSpPr/>
                <p:nvPr/>
              </p:nvSpPr>
              <p:spPr bwMode="ltGray">
                <a:xfrm>
                  <a:off x="5114" y="2618"/>
                  <a:ext cx="364" cy="1519"/>
                </a:xfrm>
                <a:custGeom>
                  <a:avLst/>
                  <a:gdLst/>
                  <a:ahLst/>
                  <a:cxnLst>
                    <a:cxn ang="0">
                      <a:pos x="0" y="1518"/>
                    </a:cxn>
                    <a:cxn ang="0">
                      <a:pos x="96" y="1087"/>
                    </a:cxn>
                    <a:cxn ang="0">
                      <a:pos x="148" y="871"/>
                    </a:cxn>
                    <a:cxn ang="0">
                      <a:pos x="193" y="666"/>
                    </a:cxn>
                    <a:cxn ang="0">
                      <a:pos x="221" y="523"/>
                    </a:cxn>
                    <a:cxn ang="0">
                      <a:pos x="234" y="447"/>
                    </a:cxn>
                    <a:cxn ang="0">
                      <a:pos x="242" y="365"/>
                    </a:cxn>
                    <a:cxn ang="0">
                      <a:pos x="253" y="290"/>
                    </a:cxn>
                    <a:cxn ang="0">
                      <a:pos x="271" y="200"/>
                    </a:cxn>
                    <a:cxn ang="0">
                      <a:pos x="289" y="119"/>
                    </a:cxn>
                    <a:cxn ang="0">
                      <a:pos x="314" y="47"/>
                    </a:cxn>
                    <a:cxn ang="0">
                      <a:pos x="333" y="4"/>
                    </a:cxn>
                    <a:cxn ang="0">
                      <a:pos x="345" y="0"/>
                    </a:cxn>
                    <a:cxn ang="0">
                      <a:pos x="356" y="21"/>
                    </a:cxn>
                    <a:cxn ang="0">
                      <a:pos x="363" y="102"/>
                    </a:cxn>
                  </a:cxnLst>
                  <a:rect l="0" t="0" r="r" b="b"/>
                  <a:pathLst>
                    <a:path w="364" h="1519">
                      <a:moveTo>
                        <a:pt x="0" y="1518"/>
                      </a:moveTo>
                      <a:lnTo>
                        <a:pt x="96" y="1087"/>
                      </a:lnTo>
                      <a:lnTo>
                        <a:pt x="148" y="871"/>
                      </a:lnTo>
                      <a:lnTo>
                        <a:pt x="193" y="666"/>
                      </a:lnTo>
                      <a:lnTo>
                        <a:pt x="221" y="523"/>
                      </a:lnTo>
                      <a:lnTo>
                        <a:pt x="234" y="447"/>
                      </a:lnTo>
                      <a:lnTo>
                        <a:pt x="242" y="365"/>
                      </a:lnTo>
                      <a:lnTo>
                        <a:pt x="253" y="290"/>
                      </a:lnTo>
                      <a:lnTo>
                        <a:pt x="271" y="200"/>
                      </a:lnTo>
                      <a:lnTo>
                        <a:pt x="289" y="119"/>
                      </a:lnTo>
                      <a:lnTo>
                        <a:pt x="314" y="47"/>
                      </a:lnTo>
                      <a:lnTo>
                        <a:pt x="333" y="4"/>
                      </a:lnTo>
                      <a:lnTo>
                        <a:pt x="345" y="0"/>
                      </a:lnTo>
                      <a:lnTo>
                        <a:pt x="356" y="21"/>
                      </a:lnTo>
                      <a:lnTo>
                        <a:pt x="363" y="10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4" name="Freeform 76"/>
                <p:cNvSpPr/>
                <p:nvPr/>
              </p:nvSpPr>
              <p:spPr bwMode="ltGray">
                <a:xfrm>
                  <a:off x="5201" y="3248"/>
                  <a:ext cx="269" cy="520"/>
                </a:xfrm>
                <a:custGeom>
                  <a:avLst/>
                  <a:gdLst/>
                  <a:ahLst/>
                  <a:cxnLst>
                    <a:cxn ang="0">
                      <a:pos x="0" y="519"/>
                    </a:cxn>
                    <a:cxn ang="0">
                      <a:pos x="50" y="406"/>
                    </a:cxn>
                    <a:cxn ang="0">
                      <a:pos x="81" y="277"/>
                    </a:cxn>
                    <a:cxn ang="0">
                      <a:pos x="98" y="219"/>
                    </a:cxn>
                    <a:cxn ang="0">
                      <a:pos x="121" y="152"/>
                    </a:cxn>
                    <a:cxn ang="0">
                      <a:pos x="152" y="83"/>
                    </a:cxn>
                    <a:cxn ang="0">
                      <a:pos x="174" y="41"/>
                    </a:cxn>
                    <a:cxn ang="0">
                      <a:pos x="191" y="20"/>
                    </a:cxn>
                    <a:cxn ang="0">
                      <a:pos x="216" y="2"/>
                    </a:cxn>
                    <a:cxn ang="0">
                      <a:pos x="242" y="0"/>
                    </a:cxn>
                    <a:cxn ang="0">
                      <a:pos x="253" y="24"/>
                    </a:cxn>
                    <a:cxn ang="0">
                      <a:pos x="268" y="63"/>
                    </a:cxn>
                  </a:cxnLst>
                  <a:rect l="0" t="0" r="r" b="b"/>
                  <a:pathLst>
                    <a:path w="269" h="520">
                      <a:moveTo>
                        <a:pt x="0" y="519"/>
                      </a:moveTo>
                      <a:lnTo>
                        <a:pt x="50" y="406"/>
                      </a:lnTo>
                      <a:lnTo>
                        <a:pt x="81" y="277"/>
                      </a:lnTo>
                      <a:lnTo>
                        <a:pt x="98" y="219"/>
                      </a:lnTo>
                      <a:lnTo>
                        <a:pt x="121" y="152"/>
                      </a:lnTo>
                      <a:lnTo>
                        <a:pt x="152" y="83"/>
                      </a:lnTo>
                      <a:lnTo>
                        <a:pt x="174" y="41"/>
                      </a:lnTo>
                      <a:lnTo>
                        <a:pt x="191" y="20"/>
                      </a:lnTo>
                      <a:lnTo>
                        <a:pt x="216" y="2"/>
                      </a:lnTo>
                      <a:lnTo>
                        <a:pt x="242" y="0"/>
                      </a:lnTo>
                      <a:lnTo>
                        <a:pt x="253" y="24"/>
                      </a:lnTo>
                      <a:lnTo>
                        <a:pt x="268" y="63"/>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5" name="Freeform 77"/>
                <p:cNvSpPr/>
                <p:nvPr/>
              </p:nvSpPr>
              <p:spPr bwMode="ltGray">
                <a:xfrm>
                  <a:off x="5092" y="3433"/>
                  <a:ext cx="128" cy="253"/>
                </a:xfrm>
                <a:custGeom>
                  <a:avLst/>
                  <a:gdLst/>
                  <a:ahLst/>
                  <a:cxnLst>
                    <a:cxn ang="0">
                      <a:pos x="0" y="0"/>
                    </a:cxn>
                    <a:cxn ang="0">
                      <a:pos x="21" y="15"/>
                    </a:cxn>
                    <a:cxn ang="0">
                      <a:pos x="47" y="34"/>
                    </a:cxn>
                    <a:cxn ang="0">
                      <a:pos x="70" y="70"/>
                    </a:cxn>
                    <a:cxn ang="0">
                      <a:pos x="92" y="99"/>
                    </a:cxn>
                    <a:cxn ang="0">
                      <a:pos x="109" y="131"/>
                    </a:cxn>
                    <a:cxn ang="0">
                      <a:pos x="118" y="158"/>
                    </a:cxn>
                    <a:cxn ang="0">
                      <a:pos x="124" y="182"/>
                    </a:cxn>
                    <a:cxn ang="0">
                      <a:pos x="127" y="217"/>
                    </a:cxn>
                    <a:cxn ang="0">
                      <a:pos x="127" y="252"/>
                    </a:cxn>
                  </a:cxnLst>
                  <a:rect l="0" t="0" r="r" b="b"/>
                  <a:pathLst>
                    <a:path w="128" h="253">
                      <a:moveTo>
                        <a:pt x="0" y="0"/>
                      </a:moveTo>
                      <a:lnTo>
                        <a:pt x="21" y="15"/>
                      </a:lnTo>
                      <a:lnTo>
                        <a:pt x="47" y="34"/>
                      </a:lnTo>
                      <a:lnTo>
                        <a:pt x="70" y="70"/>
                      </a:lnTo>
                      <a:lnTo>
                        <a:pt x="92" y="99"/>
                      </a:lnTo>
                      <a:lnTo>
                        <a:pt x="109" y="131"/>
                      </a:lnTo>
                      <a:lnTo>
                        <a:pt x="118" y="158"/>
                      </a:lnTo>
                      <a:lnTo>
                        <a:pt x="124" y="182"/>
                      </a:lnTo>
                      <a:lnTo>
                        <a:pt x="127" y="217"/>
                      </a:lnTo>
                      <a:lnTo>
                        <a:pt x="127" y="25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6" name="Freeform 78"/>
                <p:cNvSpPr/>
                <p:nvPr/>
              </p:nvSpPr>
              <p:spPr bwMode="ltGray">
                <a:xfrm>
                  <a:off x="5503" y="3094"/>
                  <a:ext cx="110" cy="1001"/>
                </a:xfrm>
                <a:custGeom>
                  <a:avLst/>
                  <a:gdLst/>
                  <a:ahLst/>
                  <a:cxnLst>
                    <a:cxn ang="0">
                      <a:pos x="0" y="1000"/>
                    </a:cxn>
                    <a:cxn ang="0">
                      <a:pos x="0" y="906"/>
                    </a:cxn>
                    <a:cxn ang="0">
                      <a:pos x="0" y="835"/>
                    </a:cxn>
                    <a:cxn ang="0">
                      <a:pos x="2" y="787"/>
                    </a:cxn>
                    <a:cxn ang="0">
                      <a:pos x="3" y="726"/>
                    </a:cxn>
                    <a:cxn ang="0">
                      <a:pos x="3" y="664"/>
                    </a:cxn>
                    <a:cxn ang="0">
                      <a:pos x="4" y="612"/>
                    </a:cxn>
                    <a:cxn ang="0">
                      <a:pos x="7" y="564"/>
                    </a:cxn>
                    <a:cxn ang="0">
                      <a:pos x="10" y="482"/>
                    </a:cxn>
                    <a:cxn ang="0">
                      <a:pos x="16" y="389"/>
                    </a:cxn>
                    <a:cxn ang="0">
                      <a:pos x="23" y="297"/>
                    </a:cxn>
                    <a:cxn ang="0">
                      <a:pos x="28" y="200"/>
                    </a:cxn>
                    <a:cxn ang="0">
                      <a:pos x="33" y="141"/>
                    </a:cxn>
                    <a:cxn ang="0">
                      <a:pos x="36" y="117"/>
                    </a:cxn>
                    <a:cxn ang="0">
                      <a:pos x="46" y="77"/>
                    </a:cxn>
                    <a:cxn ang="0">
                      <a:pos x="56" y="48"/>
                    </a:cxn>
                    <a:cxn ang="0">
                      <a:pos x="67" y="25"/>
                    </a:cxn>
                    <a:cxn ang="0">
                      <a:pos x="78" y="5"/>
                    </a:cxn>
                    <a:cxn ang="0">
                      <a:pos x="85" y="0"/>
                    </a:cxn>
                    <a:cxn ang="0">
                      <a:pos x="96" y="0"/>
                    </a:cxn>
                    <a:cxn ang="0">
                      <a:pos x="105" y="7"/>
                    </a:cxn>
                    <a:cxn ang="0">
                      <a:pos x="109" y="17"/>
                    </a:cxn>
                  </a:cxnLst>
                  <a:rect l="0" t="0" r="r" b="b"/>
                  <a:pathLst>
                    <a:path w="110" h="1001">
                      <a:moveTo>
                        <a:pt x="0" y="1000"/>
                      </a:moveTo>
                      <a:lnTo>
                        <a:pt x="0" y="906"/>
                      </a:lnTo>
                      <a:lnTo>
                        <a:pt x="0" y="835"/>
                      </a:lnTo>
                      <a:lnTo>
                        <a:pt x="2" y="787"/>
                      </a:lnTo>
                      <a:lnTo>
                        <a:pt x="3" y="726"/>
                      </a:lnTo>
                      <a:lnTo>
                        <a:pt x="3" y="664"/>
                      </a:lnTo>
                      <a:lnTo>
                        <a:pt x="4" y="612"/>
                      </a:lnTo>
                      <a:lnTo>
                        <a:pt x="7" y="564"/>
                      </a:lnTo>
                      <a:lnTo>
                        <a:pt x="10" y="482"/>
                      </a:lnTo>
                      <a:lnTo>
                        <a:pt x="16" y="389"/>
                      </a:lnTo>
                      <a:lnTo>
                        <a:pt x="23" y="297"/>
                      </a:lnTo>
                      <a:lnTo>
                        <a:pt x="28" y="200"/>
                      </a:lnTo>
                      <a:lnTo>
                        <a:pt x="33" y="141"/>
                      </a:lnTo>
                      <a:lnTo>
                        <a:pt x="36" y="117"/>
                      </a:lnTo>
                      <a:lnTo>
                        <a:pt x="46" y="77"/>
                      </a:lnTo>
                      <a:lnTo>
                        <a:pt x="56" y="48"/>
                      </a:lnTo>
                      <a:lnTo>
                        <a:pt x="67" y="25"/>
                      </a:lnTo>
                      <a:lnTo>
                        <a:pt x="78" y="5"/>
                      </a:lnTo>
                      <a:lnTo>
                        <a:pt x="85" y="0"/>
                      </a:lnTo>
                      <a:lnTo>
                        <a:pt x="96" y="0"/>
                      </a:lnTo>
                      <a:lnTo>
                        <a:pt x="105" y="7"/>
                      </a:lnTo>
                      <a:lnTo>
                        <a:pt x="109" y="1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7" name="Freeform 79"/>
                <p:cNvSpPr/>
                <p:nvPr/>
              </p:nvSpPr>
              <p:spPr bwMode="ltGray">
                <a:xfrm>
                  <a:off x="5384" y="3741"/>
                  <a:ext cx="132" cy="279"/>
                </a:xfrm>
                <a:custGeom>
                  <a:avLst/>
                  <a:gdLst/>
                  <a:ahLst/>
                  <a:cxnLst>
                    <a:cxn ang="0">
                      <a:pos x="131" y="278"/>
                    </a:cxn>
                    <a:cxn ang="0">
                      <a:pos x="111" y="216"/>
                    </a:cxn>
                    <a:cxn ang="0">
                      <a:pos x="95" y="147"/>
                    </a:cxn>
                    <a:cxn ang="0">
                      <a:pos x="86" y="117"/>
                    </a:cxn>
                    <a:cxn ang="0">
                      <a:pos x="74" y="83"/>
                    </a:cxn>
                    <a:cxn ang="0">
                      <a:pos x="58" y="45"/>
                    </a:cxn>
                    <a:cxn ang="0">
                      <a:pos x="47" y="22"/>
                    </a:cxn>
                    <a:cxn ang="0">
                      <a:pos x="37" y="12"/>
                    </a:cxn>
                    <a:cxn ang="0">
                      <a:pos x="25" y="2"/>
                    </a:cxn>
                    <a:cxn ang="0">
                      <a:pos x="12" y="0"/>
                    </a:cxn>
                    <a:cxn ang="0">
                      <a:pos x="6" y="7"/>
                    </a:cxn>
                    <a:cxn ang="0">
                      <a:pos x="0" y="25"/>
                    </a:cxn>
                  </a:cxnLst>
                  <a:rect l="0" t="0" r="r" b="b"/>
                  <a:pathLst>
                    <a:path w="132" h="279">
                      <a:moveTo>
                        <a:pt x="131" y="278"/>
                      </a:moveTo>
                      <a:lnTo>
                        <a:pt x="111" y="216"/>
                      </a:lnTo>
                      <a:lnTo>
                        <a:pt x="95" y="147"/>
                      </a:lnTo>
                      <a:lnTo>
                        <a:pt x="86" y="117"/>
                      </a:lnTo>
                      <a:lnTo>
                        <a:pt x="74" y="83"/>
                      </a:lnTo>
                      <a:lnTo>
                        <a:pt x="58" y="45"/>
                      </a:lnTo>
                      <a:lnTo>
                        <a:pt x="47" y="22"/>
                      </a:lnTo>
                      <a:lnTo>
                        <a:pt x="37" y="12"/>
                      </a:lnTo>
                      <a:lnTo>
                        <a:pt x="25" y="2"/>
                      </a:lnTo>
                      <a:lnTo>
                        <a:pt x="12" y="0"/>
                      </a:lnTo>
                      <a:lnTo>
                        <a:pt x="6" y="7"/>
                      </a:lnTo>
                      <a:lnTo>
                        <a:pt x="0" y="25"/>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8" name="Freeform 80"/>
                <p:cNvSpPr/>
                <p:nvPr/>
              </p:nvSpPr>
              <p:spPr bwMode="ltGray">
                <a:xfrm>
                  <a:off x="5426" y="3405"/>
                  <a:ext cx="89" cy="698"/>
                </a:xfrm>
                <a:custGeom>
                  <a:avLst/>
                  <a:gdLst/>
                  <a:ahLst/>
                  <a:cxnLst>
                    <a:cxn ang="0">
                      <a:pos x="87" y="697"/>
                    </a:cxn>
                    <a:cxn ang="0">
                      <a:pos x="88" y="632"/>
                    </a:cxn>
                    <a:cxn ang="0">
                      <a:pos x="88" y="582"/>
                    </a:cxn>
                    <a:cxn ang="0">
                      <a:pos x="86" y="548"/>
                    </a:cxn>
                    <a:cxn ang="0">
                      <a:pos x="85" y="505"/>
                    </a:cxn>
                    <a:cxn ang="0">
                      <a:pos x="85" y="462"/>
                    </a:cxn>
                    <a:cxn ang="0">
                      <a:pos x="84" y="426"/>
                    </a:cxn>
                    <a:cxn ang="0">
                      <a:pos x="81" y="393"/>
                    </a:cxn>
                    <a:cxn ang="0">
                      <a:pos x="79" y="334"/>
                    </a:cxn>
                    <a:cxn ang="0">
                      <a:pos x="74" y="271"/>
                    </a:cxn>
                    <a:cxn ang="0">
                      <a:pos x="69" y="208"/>
                    </a:cxn>
                    <a:cxn ang="0">
                      <a:pos x="65" y="139"/>
                    </a:cxn>
                    <a:cxn ang="0">
                      <a:pos x="60" y="97"/>
                    </a:cxn>
                    <a:cxn ang="0">
                      <a:pos x="58" y="81"/>
                    </a:cxn>
                    <a:cxn ang="0">
                      <a:pos x="50" y="54"/>
                    </a:cxn>
                    <a:cxn ang="0">
                      <a:pos x="42" y="34"/>
                    </a:cxn>
                    <a:cxn ang="0">
                      <a:pos x="33" y="18"/>
                    </a:cxn>
                    <a:cxn ang="0">
                      <a:pos x="24" y="4"/>
                    </a:cxn>
                    <a:cxn ang="0">
                      <a:pos x="18" y="0"/>
                    </a:cxn>
                    <a:cxn ang="0">
                      <a:pos x="10" y="0"/>
                    </a:cxn>
                    <a:cxn ang="0">
                      <a:pos x="2" y="5"/>
                    </a:cxn>
                    <a:cxn ang="0">
                      <a:pos x="0" y="11"/>
                    </a:cxn>
                  </a:cxnLst>
                  <a:rect l="0" t="0" r="r" b="b"/>
                  <a:pathLst>
                    <a:path w="89" h="698">
                      <a:moveTo>
                        <a:pt x="87" y="697"/>
                      </a:moveTo>
                      <a:lnTo>
                        <a:pt x="88" y="632"/>
                      </a:lnTo>
                      <a:lnTo>
                        <a:pt x="88" y="582"/>
                      </a:lnTo>
                      <a:lnTo>
                        <a:pt x="86" y="548"/>
                      </a:lnTo>
                      <a:lnTo>
                        <a:pt x="85" y="505"/>
                      </a:lnTo>
                      <a:lnTo>
                        <a:pt x="85" y="462"/>
                      </a:lnTo>
                      <a:lnTo>
                        <a:pt x="84" y="426"/>
                      </a:lnTo>
                      <a:lnTo>
                        <a:pt x="81" y="393"/>
                      </a:lnTo>
                      <a:lnTo>
                        <a:pt x="79" y="334"/>
                      </a:lnTo>
                      <a:lnTo>
                        <a:pt x="74" y="271"/>
                      </a:lnTo>
                      <a:lnTo>
                        <a:pt x="69" y="208"/>
                      </a:lnTo>
                      <a:lnTo>
                        <a:pt x="65" y="139"/>
                      </a:lnTo>
                      <a:lnTo>
                        <a:pt x="60" y="97"/>
                      </a:lnTo>
                      <a:lnTo>
                        <a:pt x="58" y="81"/>
                      </a:lnTo>
                      <a:lnTo>
                        <a:pt x="50" y="54"/>
                      </a:lnTo>
                      <a:lnTo>
                        <a:pt x="42" y="34"/>
                      </a:lnTo>
                      <a:lnTo>
                        <a:pt x="33" y="18"/>
                      </a:lnTo>
                      <a:lnTo>
                        <a:pt x="24" y="4"/>
                      </a:lnTo>
                      <a:lnTo>
                        <a:pt x="18" y="0"/>
                      </a:lnTo>
                      <a:lnTo>
                        <a:pt x="10" y="0"/>
                      </a:lnTo>
                      <a:lnTo>
                        <a:pt x="2" y="5"/>
                      </a:lnTo>
                      <a:lnTo>
                        <a:pt x="0" y="11"/>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29" name="Freeform 81"/>
                <p:cNvSpPr/>
                <p:nvPr/>
              </p:nvSpPr>
              <p:spPr bwMode="ltGray">
                <a:xfrm>
                  <a:off x="5507" y="3841"/>
                  <a:ext cx="140" cy="262"/>
                </a:xfrm>
                <a:custGeom>
                  <a:avLst/>
                  <a:gdLst/>
                  <a:ahLst/>
                  <a:cxnLst>
                    <a:cxn ang="0">
                      <a:pos x="0" y="261"/>
                    </a:cxn>
                    <a:cxn ang="0">
                      <a:pos x="20" y="236"/>
                    </a:cxn>
                    <a:cxn ang="0">
                      <a:pos x="28" y="220"/>
                    </a:cxn>
                    <a:cxn ang="0">
                      <a:pos x="34" y="207"/>
                    </a:cxn>
                    <a:cxn ang="0">
                      <a:pos x="64" y="87"/>
                    </a:cxn>
                    <a:cxn ang="0">
                      <a:pos x="81" y="48"/>
                    </a:cxn>
                    <a:cxn ang="0">
                      <a:pos x="93" y="24"/>
                    </a:cxn>
                    <a:cxn ang="0">
                      <a:pos x="103" y="12"/>
                    </a:cxn>
                    <a:cxn ang="0">
                      <a:pos x="115" y="4"/>
                    </a:cxn>
                    <a:cxn ang="0">
                      <a:pos x="126" y="0"/>
                    </a:cxn>
                    <a:cxn ang="0">
                      <a:pos x="134" y="2"/>
                    </a:cxn>
                    <a:cxn ang="0">
                      <a:pos x="139" y="17"/>
                    </a:cxn>
                  </a:cxnLst>
                  <a:rect l="0" t="0" r="r" b="b"/>
                  <a:pathLst>
                    <a:path w="140" h="262">
                      <a:moveTo>
                        <a:pt x="0" y="261"/>
                      </a:moveTo>
                      <a:lnTo>
                        <a:pt x="20" y="236"/>
                      </a:lnTo>
                      <a:lnTo>
                        <a:pt x="28" y="220"/>
                      </a:lnTo>
                      <a:lnTo>
                        <a:pt x="34" y="207"/>
                      </a:lnTo>
                      <a:lnTo>
                        <a:pt x="64" y="87"/>
                      </a:lnTo>
                      <a:lnTo>
                        <a:pt x="81" y="48"/>
                      </a:lnTo>
                      <a:lnTo>
                        <a:pt x="93" y="24"/>
                      </a:lnTo>
                      <a:lnTo>
                        <a:pt x="103" y="12"/>
                      </a:lnTo>
                      <a:lnTo>
                        <a:pt x="115" y="4"/>
                      </a:lnTo>
                      <a:lnTo>
                        <a:pt x="126" y="0"/>
                      </a:lnTo>
                      <a:lnTo>
                        <a:pt x="134" y="2"/>
                      </a:lnTo>
                      <a:lnTo>
                        <a:pt x="139" y="1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30" name="Freeform 82"/>
                <p:cNvSpPr/>
                <p:nvPr/>
              </p:nvSpPr>
              <p:spPr bwMode="ltGray">
                <a:xfrm>
                  <a:off x="4521" y="3260"/>
                  <a:ext cx="329" cy="915"/>
                </a:xfrm>
                <a:custGeom>
                  <a:avLst/>
                  <a:gdLst/>
                  <a:ahLst/>
                  <a:cxnLst>
                    <a:cxn ang="0">
                      <a:pos x="328" y="914"/>
                    </a:cxn>
                    <a:cxn ang="0">
                      <a:pos x="316" y="807"/>
                    </a:cxn>
                    <a:cxn ang="0">
                      <a:pos x="301" y="690"/>
                    </a:cxn>
                    <a:cxn ang="0">
                      <a:pos x="288" y="600"/>
                    </a:cxn>
                    <a:cxn ang="0">
                      <a:pos x="274" y="519"/>
                    </a:cxn>
                    <a:cxn ang="0">
                      <a:pos x="256" y="449"/>
                    </a:cxn>
                    <a:cxn ang="0">
                      <a:pos x="238" y="372"/>
                    </a:cxn>
                    <a:cxn ang="0">
                      <a:pos x="213" y="308"/>
                    </a:cxn>
                    <a:cxn ang="0">
                      <a:pos x="160" y="178"/>
                    </a:cxn>
                    <a:cxn ang="0">
                      <a:pos x="145" y="141"/>
                    </a:cxn>
                    <a:cxn ang="0">
                      <a:pos x="134" y="122"/>
                    </a:cxn>
                    <a:cxn ang="0">
                      <a:pos x="109" y="73"/>
                    </a:cxn>
                    <a:cxn ang="0">
                      <a:pos x="94" y="50"/>
                    </a:cxn>
                    <a:cxn ang="0">
                      <a:pos x="77" y="31"/>
                    </a:cxn>
                    <a:cxn ang="0">
                      <a:pos x="50" y="11"/>
                    </a:cxn>
                    <a:cxn ang="0">
                      <a:pos x="33" y="1"/>
                    </a:cxn>
                    <a:cxn ang="0">
                      <a:pos x="20" y="0"/>
                    </a:cxn>
                    <a:cxn ang="0">
                      <a:pos x="8" y="5"/>
                    </a:cxn>
                    <a:cxn ang="0">
                      <a:pos x="0" y="18"/>
                    </a:cxn>
                  </a:cxnLst>
                  <a:rect l="0" t="0" r="r" b="b"/>
                  <a:pathLst>
                    <a:path w="329" h="915">
                      <a:moveTo>
                        <a:pt x="328" y="914"/>
                      </a:moveTo>
                      <a:lnTo>
                        <a:pt x="316" y="807"/>
                      </a:lnTo>
                      <a:lnTo>
                        <a:pt x="301" y="690"/>
                      </a:lnTo>
                      <a:lnTo>
                        <a:pt x="288" y="600"/>
                      </a:lnTo>
                      <a:lnTo>
                        <a:pt x="274" y="519"/>
                      </a:lnTo>
                      <a:lnTo>
                        <a:pt x="256" y="449"/>
                      </a:lnTo>
                      <a:lnTo>
                        <a:pt x="238" y="372"/>
                      </a:lnTo>
                      <a:lnTo>
                        <a:pt x="213" y="308"/>
                      </a:lnTo>
                      <a:lnTo>
                        <a:pt x="160" y="178"/>
                      </a:lnTo>
                      <a:lnTo>
                        <a:pt x="145" y="141"/>
                      </a:lnTo>
                      <a:lnTo>
                        <a:pt x="134" y="122"/>
                      </a:lnTo>
                      <a:lnTo>
                        <a:pt x="109" y="73"/>
                      </a:lnTo>
                      <a:lnTo>
                        <a:pt x="94" y="50"/>
                      </a:lnTo>
                      <a:lnTo>
                        <a:pt x="77" y="31"/>
                      </a:lnTo>
                      <a:lnTo>
                        <a:pt x="50" y="11"/>
                      </a:lnTo>
                      <a:lnTo>
                        <a:pt x="33" y="1"/>
                      </a:lnTo>
                      <a:lnTo>
                        <a:pt x="20" y="0"/>
                      </a:lnTo>
                      <a:lnTo>
                        <a:pt x="8" y="5"/>
                      </a:lnTo>
                      <a:lnTo>
                        <a:pt x="0" y="18"/>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2131" name="Freeform 83"/>
                <p:cNvSpPr/>
                <p:nvPr/>
              </p:nvSpPr>
              <p:spPr bwMode="ltGray">
                <a:xfrm>
                  <a:off x="4735" y="3361"/>
                  <a:ext cx="136" cy="754"/>
                </a:xfrm>
                <a:custGeom>
                  <a:avLst/>
                  <a:gdLst/>
                  <a:ahLst/>
                  <a:cxnLst>
                    <a:cxn ang="0">
                      <a:pos x="135" y="753"/>
                    </a:cxn>
                    <a:cxn ang="0">
                      <a:pos x="62" y="28"/>
                    </a:cxn>
                    <a:cxn ang="0">
                      <a:pos x="56" y="18"/>
                    </a:cxn>
                    <a:cxn ang="0">
                      <a:pos x="48" y="5"/>
                    </a:cxn>
                    <a:cxn ang="0">
                      <a:pos x="41" y="2"/>
                    </a:cxn>
                    <a:cxn ang="0">
                      <a:pos x="29" y="0"/>
                    </a:cxn>
                    <a:cxn ang="0">
                      <a:pos x="21" y="2"/>
                    </a:cxn>
                    <a:cxn ang="0">
                      <a:pos x="13" y="11"/>
                    </a:cxn>
                    <a:cxn ang="0">
                      <a:pos x="5" y="24"/>
                    </a:cxn>
                    <a:cxn ang="0">
                      <a:pos x="0" y="47"/>
                    </a:cxn>
                  </a:cxnLst>
                  <a:rect l="0" t="0" r="r" b="b"/>
                  <a:pathLst>
                    <a:path w="136" h="754">
                      <a:moveTo>
                        <a:pt x="135" y="753"/>
                      </a:moveTo>
                      <a:lnTo>
                        <a:pt x="62" y="28"/>
                      </a:lnTo>
                      <a:lnTo>
                        <a:pt x="56" y="18"/>
                      </a:lnTo>
                      <a:lnTo>
                        <a:pt x="48" y="5"/>
                      </a:lnTo>
                      <a:lnTo>
                        <a:pt x="41" y="2"/>
                      </a:lnTo>
                      <a:lnTo>
                        <a:pt x="29" y="0"/>
                      </a:lnTo>
                      <a:lnTo>
                        <a:pt x="21" y="2"/>
                      </a:lnTo>
                      <a:lnTo>
                        <a:pt x="13" y="11"/>
                      </a:lnTo>
                      <a:lnTo>
                        <a:pt x="5" y="24"/>
                      </a:lnTo>
                      <a:lnTo>
                        <a:pt x="0" y="4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sp>
            <p:nvSpPr>
              <p:cNvPr id="2133" name="Freeform 85"/>
              <p:cNvSpPr/>
              <p:nvPr/>
            </p:nvSpPr>
            <p:spPr bwMode="ltGray">
              <a:xfrm>
                <a:off x="4948" y="3263"/>
                <a:ext cx="48" cy="470"/>
              </a:xfrm>
              <a:custGeom>
                <a:avLst/>
                <a:gdLst/>
                <a:ahLst/>
                <a:cxnLst>
                  <a:cxn ang="0">
                    <a:pos x="47" y="0"/>
                  </a:cxn>
                  <a:cxn ang="0">
                    <a:pos x="29" y="30"/>
                  </a:cxn>
                  <a:cxn ang="0">
                    <a:pos x="20" y="89"/>
                  </a:cxn>
                  <a:cxn ang="0">
                    <a:pos x="9" y="168"/>
                  </a:cxn>
                  <a:cxn ang="0">
                    <a:pos x="0" y="267"/>
                  </a:cxn>
                  <a:cxn ang="0">
                    <a:pos x="0" y="375"/>
                  </a:cxn>
                  <a:cxn ang="0">
                    <a:pos x="5" y="469"/>
                  </a:cxn>
                  <a:cxn ang="0">
                    <a:pos x="9" y="469"/>
                  </a:cxn>
                  <a:cxn ang="0">
                    <a:pos x="5" y="375"/>
                  </a:cxn>
                  <a:cxn ang="0">
                    <a:pos x="5" y="296"/>
                  </a:cxn>
                  <a:cxn ang="0">
                    <a:pos x="14" y="211"/>
                  </a:cxn>
                  <a:cxn ang="0">
                    <a:pos x="29" y="125"/>
                  </a:cxn>
                  <a:cxn ang="0">
                    <a:pos x="46" y="12"/>
                  </a:cxn>
                  <a:cxn ang="0">
                    <a:pos x="47" y="0"/>
                  </a:cxn>
                </a:cxnLst>
                <a:rect l="0" t="0" r="r" b="b"/>
                <a:pathLst>
                  <a:path w="48" h="470">
                    <a:moveTo>
                      <a:pt x="47" y="0"/>
                    </a:moveTo>
                    <a:lnTo>
                      <a:pt x="29" y="30"/>
                    </a:lnTo>
                    <a:lnTo>
                      <a:pt x="20" y="89"/>
                    </a:lnTo>
                    <a:lnTo>
                      <a:pt x="9" y="168"/>
                    </a:lnTo>
                    <a:lnTo>
                      <a:pt x="0" y="267"/>
                    </a:lnTo>
                    <a:lnTo>
                      <a:pt x="0" y="375"/>
                    </a:lnTo>
                    <a:lnTo>
                      <a:pt x="5" y="469"/>
                    </a:lnTo>
                    <a:lnTo>
                      <a:pt x="9" y="469"/>
                    </a:lnTo>
                    <a:lnTo>
                      <a:pt x="5" y="375"/>
                    </a:lnTo>
                    <a:lnTo>
                      <a:pt x="5" y="296"/>
                    </a:lnTo>
                    <a:lnTo>
                      <a:pt x="14" y="211"/>
                    </a:lnTo>
                    <a:lnTo>
                      <a:pt x="29" y="125"/>
                    </a:lnTo>
                    <a:lnTo>
                      <a:pt x="46" y="12"/>
                    </a:lnTo>
                    <a:lnTo>
                      <a:pt x="47" y="0"/>
                    </a:lnTo>
                  </a:path>
                </a:pathLst>
              </a:custGeom>
              <a:solidFill>
                <a:srgbClr val="CEDA9D"/>
              </a:solidFill>
              <a:ln w="9525" cap="rnd">
                <a:noFill/>
                <a:round/>
              </a:ln>
              <a:effectLst/>
            </p:spPr>
            <p:txBody>
              <a:bodyPr/>
              <a:lstStyle/>
              <a:p>
                <a:endParaRPr lang="zh-CN" altLang="en-US"/>
              </a:p>
            </p:txBody>
          </p:sp>
          <p:sp>
            <p:nvSpPr>
              <p:cNvPr id="2134" name="Freeform 86"/>
              <p:cNvSpPr/>
              <p:nvPr/>
            </p:nvSpPr>
            <p:spPr bwMode="ltGray">
              <a:xfrm>
                <a:off x="5455" y="3275"/>
                <a:ext cx="77" cy="486"/>
              </a:xfrm>
              <a:custGeom>
                <a:avLst/>
                <a:gdLst/>
                <a:ahLst/>
                <a:cxnLst>
                  <a:cxn ang="0">
                    <a:pos x="15" y="0"/>
                  </a:cxn>
                  <a:cxn ang="0">
                    <a:pos x="30" y="37"/>
                  </a:cxn>
                  <a:cxn ang="0">
                    <a:pos x="45" y="96"/>
                  </a:cxn>
                  <a:cxn ang="0">
                    <a:pos x="60" y="177"/>
                  </a:cxn>
                  <a:cxn ang="0">
                    <a:pos x="76" y="279"/>
                  </a:cxn>
                  <a:cxn ang="0">
                    <a:pos x="76" y="390"/>
                  </a:cxn>
                  <a:cxn ang="0">
                    <a:pos x="68" y="485"/>
                  </a:cxn>
                  <a:cxn ang="0">
                    <a:pos x="60" y="485"/>
                  </a:cxn>
                  <a:cxn ang="0">
                    <a:pos x="68" y="390"/>
                  </a:cxn>
                  <a:cxn ang="0">
                    <a:pos x="68" y="309"/>
                  </a:cxn>
                  <a:cxn ang="0">
                    <a:pos x="53" y="220"/>
                  </a:cxn>
                  <a:cxn ang="0">
                    <a:pos x="30" y="132"/>
                  </a:cxn>
                  <a:cxn ang="0">
                    <a:pos x="0" y="23"/>
                  </a:cxn>
                  <a:cxn ang="0">
                    <a:pos x="15" y="0"/>
                  </a:cxn>
                </a:cxnLst>
                <a:rect l="0" t="0" r="r" b="b"/>
                <a:pathLst>
                  <a:path w="77" h="486">
                    <a:moveTo>
                      <a:pt x="15" y="0"/>
                    </a:moveTo>
                    <a:lnTo>
                      <a:pt x="30" y="37"/>
                    </a:lnTo>
                    <a:lnTo>
                      <a:pt x="45" y="96"/>
                    </a:lnTo>
                    <a:lnTo>
                      <a:pt x="60" y="177"/>
                    </a:lnTo>
                    <a:lnTo>
                      <a:pt x="76" y="279"/>
                    </a:lnTo>
                    <a:lnTo>
                      <a:pt x="76" y="390"/>
                    </a:lnTo>
                    <a:lnTo>
                      <a:pt x="68" y="485"/>
                    </a:lnTo>
                    <a:lnTo>
                      <a:pt x="60" y="485"/>
                    </a:lnTo>
                    <a:lnTo>
                      <a:pt x="68" y="390"/>
                    </a:lnTo>
                    <a:lnTo>
                      <a:pt x="68" y="309"/>
                    </a:lnTo>
                    <a:lnTo>
                      <a:pt x="53" y="220"/>
                    </a:lnTo>
                    <a:lnTo>
                      <a:pt x="30" y="132"/>
                    </a:lnTo>
                    <a:lnTo>
                      <a:pt x="0" y="23"/>
                    </a:lnTo>
                    <a:lnTo>
                      <a:pt x="15" y="0"/>
                    </a:lnTo>
                  </a:path>
                </a:pathLst>
              </a:custGeom>
              <a:solidFill>
                <a:srgbClr val="CEDA9D"/>
              </a:solidFill>
              <a:ln w="9525" cap="rnd">
                <a:noFill/>
                <a:round/>
              </a:ln>
              <a:effectLst/>
            </p:spPr>
            <p:txBody>
              <a:bodyPr/>
              <a:lstStyle/>
              <a:p>
                <a:endParaRPr lang="zh-CN" altLang="en-US"/>
              </a:p>
            </p:txBody>
          </p:sp>
          <p:sp>
            <p:nvSpPr>
              <p:cNvPr id="2135" name="Freeform 87"/>
              <p:cNvSpPr/>
              <p:nvPr/>
            </p:nvSpPr>
            <p:spPr bwMode="ltGray">
              <a:xfrm>
                <a:off x="4866" y="3492"/>
                <a:ext cx="213" cy="578"/>
              </a:xfrm>
              <a:custGeom>
                <a:avLst/>
                <a:gdLst/>
                <a:ahLst/>
                <a:cxnLst>
                  <a:cxn ang="0">
                    <a:pos x="124" y="14"/>
                  </a:cxn>
                  <a:cxn ang="0">
                    <a:pos x="106" y="37"/>
                  </a:cxn>
                  <a:cxn ang="0">
                    <a:pos x="67" y="61"/>
                  </a:cxn>
                  <a:cxn ang="0">
                    <a:pos x="82" y="56"/>
                  </a:cxn>
                  <a:cxn ang="0">
                    <a:pos x="87" y="71"/>
                  </a:cxn>
                  <a:cxn ang="0">
                    <a:pos x="82" y="84"/>
                  </a:cxn>
                  <a:cxn ang="0">
                    <a:pos x="60" y="112"/>
                  </a:cxn>
                  <a:cxn ang="0">
                    <a:pos x="60" y="119"/>
                  </a:cxn>
                  <a:cxn ang="0">
                    <a:pos x="76" y="119"/>
                  </a:cxn>
                  <a:cxn ang="0">
                    <a:pos x="69" y="128"/>
                  </a:cxn>
                  <a:cxn ang="0">
                    <a:pos x="60" y="156"/>
                  </a:cxn>
                  <a:cxn ang="0">
                    <a:pos x="69" y="151"/>
                  </a:cxn>
                  <a:cxn ang="0">
                    <a:pos x="73" y="169"/>
                  </a:cxn>
                  <a:cxn ang="0">
                    <a:pos x="21" y="217"/>
                  </a:cxn>
                  <a:cxn ang="0">
                    <a:pos x="54" y="202"/>
                  </a:cxn>
                  <a:cxn ang="0">
                    <a:pos x="42" y="231"/>
                  </a:cxn>
                  <a:cxn ang="0">
                    <a:pos x="27" y="235"/>
                  </a:cxn>
                  <a:cxn ang="0">
                    <a:pos x="63" y="202"/>
                  </a:cxn>
                  <a:cxn ang="0">
                    <a:pos x="73" y="217"/>
                  </a:cxn>
                  <a:cxn ang="0">
                    <a:pos x="45" y="260"/>
                  </a:cxn>
                  <a:cxn ang="0">
                    <a:pos x="24" y="289"/>
                  </a:cxn>
                  <a:cxn ang="0">
                    <a:pos x="49" y="270"/>
                  </a:cxn>
                  <a:cxn ang="0">
                    <a:pos x="57" y="283"/>
                  </a:cxn>
                  <a:cxn ang="0">
                    <a:pos x="45" y="316"/>
                  </a:cxn>
                  <a:cxn ang="0">
                    <a:pos x="27" y="336"/>
                  </a:cxn>
                  <a:cxn ang="0">
                    <a:pos x="33" y="345"/>
                  </a:cxn>
                  <a:cxn ang="0">
                    <a:pos x="36" y="359"/>
                  </a:cxn>
                  <a:cxn ang="0">
                    <a:pos x="33" y="364"/>
                  </a:cxn>
                  <a:cxn ang="0">
                    <a:pos x="30" y="378"/>
                  </a:cxn>
                  <a:cxn ang="0">
                    <a:pos x="33" y="392"/>
                  </a:cxn>
                  <a:cxn ang="0">
                    <a:pos x="6" y="448"/>
                  </a:cxn>
                  <a:cxn ang="0">
                    <a:pos x="39" y="415"/>
                  </a:cxn>
                  <a:cxn ang="0">
                    <a:pos x="69" y="577"/>
                  </a:cxn>
                  <a:cxn ang="0">
                    <a:pos x="45" y="434"/>
                  </a:cxn>
                  <a:cxn ang="0">
                    <a:pos x="60" y="397"/>
                  </a:cxn>
                  <a:cxn ang="0">
                    <a:pos x="63" y="378"/>
                  </a:cxn>
                  <a:cxn ang="0">
                    <a:pos x="73" y="411"/>
                  </a:cxn>
                  <a:cxn ang="0">
                    <a:pos x="69" y="349"/>
                  </a:cxn>
                  <a:cxn ang="0">
                    <a:pos x="91" y="430"/>
                  </a:cxn>
                  <a:cxn ang="0">
                    <a:pos x="100" y="434"/>
                  </a:cxn>
                  <a:cxn ang="0">
                    <a:pos x="76" y="378"/>
                  </a:cxn>
                  <a:cxn ang="0">
                    <a:pos x="82" y="312"/>
                  </a:cxn>
                  <a:cxn ang="0">
                    <a:pos x="145" y="500"/>
                  </a:cxn>
                  <a:cxn ang="0">
                    <a:pos x="87" y="326"/>
                  </a:cxn>
                  <a:cxn ang="0">
                    <a:pos x="93" y="250"/>
                  </a:cxn>
                  <a:cxn ang="0">
                    <a:pos x="124" y="359"/>
                  </a:cxn>
                  <a:cxn ang="0">
                    <a:pos x="102" y="256"/>
                  </a:cxn>
                  <a:cxn ang="0">
                    <a:pos x="129" y="415"/>
                  </a:cxn>
                  <a:cxn ang="0">
                    <a:pos x="106" y="202"/>
                  </a:cxn>
                  <a:cxn ang="0">
                    <a:pos x="111" y="151"/>
                  </a:cxn>
                  <a:cxn ang="0">
                    <a:pos x="148" y="240"/>
                  </a:cxn>
                  <a:cxn ang="0">
                    <a:pos x="148" y="240"/>
                  </a:cxn>
                  <a:cxn ang="0">
                    <a:pos x="120" y="161"/>
                  </a:cxn>
                  <a:cxn ang="0">
                    <a:pos x="124" y="119"/>
                  </a:cxn>
                  <a:cxn ang="0">
                    <a:pos x="133" y="138"/>
                  </a:cxn>
                  <a:cxn ang="0">
                    <a:pos x="212" y="223"/>
                  </a:cxn>
                  <a:cxn ang="0">
                    <a:pos x="129" y="123"/>
                  </a:cxn>
                  <a:cxn ang="0">
                    <a:pos x="145" y="112"/>
                  </a:cxn>
                  <a:cxn ang="0">
                    <a:pos x="194" y="208"/>
                  </a:cxn>
                  <a:cxn ang="0">
                    <a:pos x="139" y="56"/>
                  </a:cxn>
                  <a:cxn ang="0">
                    <a:pos x="135" y="28"/>
                  </a:cxn>
                  <a:cxn ang="0">
                    <a:pos x="151" y="0"/>
                  </a:cxn>
                </a:cxnLst>
                <a:rect l="0" t="0" r="r" b="b"/>
                <a:pathLst>
                  <a:path w="213" h="578">
                    <a:moveTo>
                      <a:pt x="139" y="4"/>
                    </a:moveTo>
                    <a:lnTo>
                      <a:pt x="129" y="4"/>
                    </a:lnTo>
                    <a:lnTo>
                      <a:pt x="124" y="14"/>
                    </a:lnTo>
                    <a:lnTo>
                      <a:pt x="118" y="24"/>
                    </a:lnTo>
                    <a:lnTo>
                      <a:pt x="115" y="28"/>
                    </a:lnTo>
                    <a:lnTo>
                      <a:pt x="106" y="37"/>
                    </a:lnTo>
                    <a:lnTo>
                      <a:pt x="96" y="51"/>
                    </a:lnTo>
                    <a:lnTo>
                      <a:pt x="87" y="56"/>
                    </a:lnTo>
                    <a:lnTo>
                      <a:pt x="67" y="61"/>
                    </a:lnTo>
                    <a:lnTo>
                      <a:pt x="15" y="61"/>
                    </a:lnTo>
                    <a:lnTo>
                      <a:pt x="67" y="66"/>
                    </a:lnTo>
                    <a:lnTo>
                      <a:pt x="82" y="56"/>
                    </a:lnTo>
                    <a:lnTo>
                      <a:pt x="91" y="61"/>
                    </a:lnTo>
                    <a:lnTo>
                      <a:pt x="78" y="71"/>
                    </a:lnTo>
                    <a:lnTo>
                      <a:pt x="87" y="71"/>
                    </a:lnTo>
                    <a:lnTo>
                      <a:pt x="78" y="84"/>
                    </a:lnTo>
                    <a:lnTo>
                      <a:pt x="12" y="165"/>
                    </a:lnTo>
                    <a:lnTo>
                      <a:pt x="82" y="84"/>
                    </a:lnTo>
                    <a:lnTo>
                      <a:pt x="78" y="94"/>
                    </a:lnTo>
                    <a:lnTo>
                      <a:pt x="69" y="109"/>
                    </a:lnTo>
                    <a:lnTo>
                      <a:pt x="60" y="112"/>
                    </a:lnTo>
                    <a:lnTo>
                      <a:pt x="42" y="119"/>
                    </a:lnTo>
                    <a:lnTo>
                      <a:pt x="12" y="109"/>
                    </a:lnTo>
                    <a:lnTo>
                      <a:pt x="60" y="119"/>
                    </a:lnTo>
                    <a:lnTo>
                      <a:pt x="69" y="109"/>
                    </a:lnTo>
                    <a:lnTo>
                      <a:pt x="78" y="103"/>
                    </a:lnTo>
                    <a:lnTo>
                      <a:pt x="76" y="119"/>
                    </a:lnTo>
                    <a:lnTo>
                      <a:pt x="69" y="123"/>
                    </a:lnTo>
                    <a:lnTo>
                      <a:pt x="9" y="169"/>
                    </a:lnTo>
                    <a:lnTo>
                      <a:pt x="69" y="128"/>
                    </a:lnTo>
                    <a:lnTo>
                      <a:pt x="76" y="128"/>
                    </a:lnTo>
                    <a:lnTo>
                      <a:pt x="69" y="142"/>
                    </a:lnTo>
                    <a:lnTo>
                      <a:pt x="60" y="156"/>
                    </a:lnTo>
                    <a:lnTo>
                      <a:pt x="9" y="184"/>
                    </a:lnTo>
                    <a:lnTo>
                      <a:pt x="67" y="151"/>
                    </a:lnTo>
                    <a:lnTo>
                      <a:pt x="69" y="151"/>
                    </a:lnTo>
                    <a:lnTo>
                      <a:pt x="73" y="156"/>
                    </a:lnTo>
                    <a:lnTo>
                      <a:pt x="60" y="174"/>
                    </a:lnTo>
                    <a:lnTo>
                      <a:pt x="73" y="169"/>
                    </a:lnTo>
                    <a:lnTo>
                      <a:pt x="57" y="194"/>
                    </a:lnTo>
                    <a:lnTo>
                      <a:pt x="45" y="208"/>
                    </a:lnTo>
                    <a:lnTo>
                      <a:pt x="21" y="217"/>
                    </a:lnTo>
                    <a:lnTo>
                      <a:pt x="9" y="217"/>
                    </a:lnTo>
                    <a:lnTo>
                      <a:pt x="30" y="212"/>
                    </a:lnTo>
                    <a:lnTo>
                      <a:pt x="54" y="202"/>
                    </a:lnTo>
                    <a:lnTo>
                      <a:pt x="60" y="198"/>
                    </a:lnTo>
                    <a:lnTo>
                      <a:pt x="54" y="212"/>
                    </a:lnTo>
                    <a:lnTo>
                      <a:pt x="42" y="231"/>
                    </a:lnTo>
                    <a:lnTo>
                      <a:pt x="21" y="240"/>
                    </a:lnTo>
                    <a:lnTo>
                      <a:pt x="0" y="250"/>
                    </a:lnTo>
                    <a:lnTo>
                      <a:pt x="27" y="235"/>
                    </a:lnTo>
                    <a:lnTo>
                      <a:pt x="45" y="223"/>
                    </a:lnTo>
                    <a:lnTo>
                      <a:pt x="60" y="208"/>
                    </a:lnTo>
                    <a:lnTo>
                      <a:pt x="63" y="202"/>
                    </a:lnTo>
                    <a:lnTo>
                      <a:pt x="60" y="217"/>
                    </a:lnTo>
                    <a:lnTo>
                      <a:pt x="67" y="212"/>
                    </a:lnTo>
                    <a:lnTo>
                      <a:pt x="73" y="217"/>
                    </a:lnTo>
                    <a:lnTo>
                      <a:pt x="60" y="231"/>
                    </a:lnTo>
                    <a:lnTo>
                      <a:pt x="60" y="240"/>
                    </a:lnTo>
                    <a:lnTo>
                      <a:pt x="45" y="260"/>
                    </a:lnTo>
                    <a:lnTo>
                      <a:pt x="50" y="260"/>
                    </a:lnTo>
                    <a:lnTo>
                      <a:pt x="45" y="270"/>
                    </a:lnTo>
                    <a:lnTo>
                      <a:pt x="24" y="289"/>
                    </a:lnTo>
                    <a:lnTo>
                      <a:pt x="6" y="293"/>
                    </a:lnTo>
                    <a:lnTo>
                      <a:pt x="33" y="283"/>
                    </a:lnTo>
                    <a:lnTo>
                      <a:pt x="49" y="270"/>
                    </a:lnTo>
                    <a:lnTo>
                      <a:pt x="57" y="264"/>
                    </a:lnTo>
                    <a:lnTo>
                      <a:pt x="57" y="279"/>
                    </a:lnTo>
                    <a:lnTo>
                      <a:pt x="57" y="283"/>
                    </a:lnTo>
                    <a:lnTo>
                      <a:pt x="49" y="302"/>
                    </a:lnTo>
                    <a:lnTo>
                      <a:pt x="39" y="316"/>
                    </a:lnTo>
                    <a:lnTo>
                      <a:pt x="45" y="316"/>
                    </a:lnTo>
                    <a:lnTo>
                      <a:pt x="36" y="326"/>
                    </a:lnTo>
                    <a:lnTo>
                      <a:pt x="6" y="349"/>
                    </a:lnTo>
                    <a:lnTo>
                      <a:pt x="27" y="336"/>
                    </a:lnTo>
                    <a:lnTo>
                      <a:pt x="42" y="326"/>
                    </a:lnTo>
                    <a:lnTo>
                      <a:pt x="42" y="341"/>
                    </a:lnTo>
                    <a:lnTo>
                      <a:pt x="33" y="345"/>
                    </a:lnTo>
                    <a:lnTo>
                      <a:pt x="42" y="341"/>
                    </a:lnTo>
                    <a:lnTo>
                      <a:pt x="42" y="349"/>
                    </a:lnTo>
                    <a:lnTo>
                      <a:pt x="36" y="359"/>
                    </a:lnTo>
                    <a:lnTo>
                      <a:pt x="9" y="374"/>
                    </a:lnTo>
                    <a:lnTo>
                      <a:pt x="33" y="359"/>
                    </a:lnTo>
                    <a:lnTo>
                      <a:pt x="33" y="364"/>
                    </a:lnTo>
                    <a:lnTo>
                      <a:pt x="36" y="368"/>
                    </a:lnTo>
                    <a:lnTo>
                      <a:pt x="9" y="402"/>
                    </a:lnTo>
                    <a:lnTo>
                      <a:pt x="30" y="378"/>
                    </a:lnTo>
                    <a:lnTo>
                      <a:pt x="36" y="374"/>
                    </a:lnTo>
                    <a:lnTo>
                      <a:pt x="39" y="382"/>
                    </a:lnTo>
                    <a:lnTo>
                      <a:pt x="33" y="392"/>
                    </a:lnTo>
                    <a:lnTo>
                      <a:pt x="39" y="388"/>
                    </a:lnTo>
                    <a:lnTo>
                      <a:pt x="33" y="415"/>
                    </a:lnTo>
                    <a:lnTo>
                      <a:pt x="6" y="448"/>
                    </a:lnTo>
                    <a:lnTo>
                      <a:pt x="33" y="415"/>
                    </a:lnTo>
                    <a:lnTo>
                      <a:pt x="30" y="430"/>
                    </a:lnTo>
                    <a:lnTo>
                      <a:pt x="39" y="415"/>
                    </a:lnTo>
                    <a:lnTo>
                      <a:pt x="39" y="430"/>
                    </a:lnTo>
                    <a:lnTo>
                      <a:pt x="42" y="496"/>
                    </a:lnTo>
                    <a:lnTo>
                      <a:pt x="69" y="577"/>
                    </a:lnTo>
                    <a:lnTo>
                      <a:pt x="42" y="492"/>
                    </a:lnTo>
                    <a:lnTo>
                      <a:pt x="42" y="459"/>
                    </a:lnTo>
                    <a:lnTo>
                      <a:pt x="45" y="434"/>
                    </a:lnTo>
                    <a:lnTo>
                      <a:pt x="49" y="415"/>
                    </a:lnTo>
                    <a:lnTo>
                      <a:pt x="54" y="382"/>
                    </a:lnTo>
                    <a:lnTo>
                      <a:pt x="60" y="397"/>
                    </a:lnTo>
                    <a:lnTo>
                      <a:pt x="100" y="577"/>
                    </a:lnTo>
                    <a:lnTo>
                      <a:pt x="63" y="397"/>
                    </a:lnTo>
                    <a:lnTo>
                      <a:pt x="63" y="378"/>
                    </a:lnTo>
                    <a:lnTo>
                      <a:pt x="69" y="388"/>
                    </a:lnTo>
                    <a:lnTo>
                      <a:pt x="76" y="562"/>
                    </a:lnTo>
                    <a:lnTo>
                      <a:pt x="73" y="411"/>
                    </a:lnTo>
                    <a:lnTo>
                      <a:pt x="69" y="382"/>
                    </a:lnTo>
                    <a:lnTo>
                      <a:pt x="67" y="374"/>
                    </a:lnTo>
                    <a:lnTo>
                      <a:pt x="69" y="349"/>
                    </a:lnTo>
                    <a:lnTo>
                      <a:pt x="73" y="368"/>
                    </a:lnTo>
                    <a:lnTo>
                      <a:pt x="82" y="407"/>
                    </a:lnTo>
                    <a:lnTo>
                      <a:pt x="91" y="430"/>
                    </a:lnTo>
                    <a:lnTo>
                      <a:pt x="115" y="464"/>
                    </a:lnTo>
                    <a:lnTo>
                      <a:pt x="167" y="525"/>
                    </a:lnTo>
                    <a:lnTo>
                      <a:pt x="100" y="434"/>
                    </a:lnTo>
                    <a:lnTo>
                      <a:pt x="87" y="411"/>
                    </a:lnTo>
                    <a:lnTo>
                      <a:pt x="82" y="397"/>
                    </a:lnTo>
                    <a:lnTo>
                      <a:pt x="76" y="378"/>
                    </a:lnTo>
                    <a:lnTo>
                      <a:pt x="78" y="326"/>
                    </a:lnTo>
                    <a:lnTo>
                      <a:pt x="82" y="341"/>
                    </a:lnTo>
                    <a:lnTo>
                      <a:pt x="82" y="312"/>
                    </a:lnTo>
                    <a:lnTo>
                      <a:pt x="82" y="302"/>
                    </a:lnTo>
                    <a:lnTo>
                      <a:pt x="87" y="326"/>
                    </a:lnTo>
                    <a:lnTo>
                      <a:pt x="145" y="500"/>
                    </a:lnTo>
                    <a:lnTo>
                      <a:pt x="96" y="359"/>
                    </a:lnTo>
                    <a:lnTo>
                      <a:pt x="91" y="345"/>
                    </a:lnTo>
                    <a:lnTo>
                      <a:pt x="87" y="326"/>
                    </a:lnTo>
                    <a:lnTo>
                      <a:pt x="87" y="274"/>
                    </a:lnTo>
                    <a:lnTo>
                      <a:pt x="91" y="279"/>
                    </a:lnTo>
                    <a:lnTo>
                      <a:pt x="93" y="250"/>
                    </a:lnTo>
                    <a:lnTo>
                      <a:pt x="102" y="260"/>
                    </a:lnTo>
                    <a:lnTo>
                      <a:pt x="148" y="454"/>
                    </a:lnTo>
                    <a:lnTo>
                      <a:pt x="124" y="359"/>
                    </a:lnTo>
                    <a:lnTo>
                      <a:pt x="115" y="316"/>
                    </a:lnTo>
                    <a:lnTo>
                      <a:pt x="102" y="279"/>
                    </a:lnTo>
                    <a:lnTo>
                      <a:pt x="102" y="256"/>
                    </a:lnTo>
                    <a:lnTo>
                      <a:pt x="100" y="217"/>
                    </a:lnTo>
                    <a:lnTo>
                      <a:pt x="106" y="223"/>
                    </a:lnTo>
                    <a:lnTo>
                      <a:pt x="129" y="415"/>
                    </a:lnTo>
                    <a:lnTo>
                      <a:pt x="102" y="208"/>
                    </a:lnTo>
                    <a:lnTo>
                      <a:pt x="102" y="188"/>
                    </a:lnTo>
                    <a:lnTo>
                      <a:pt x="106" y="202"/>
                    </a:lnTo>
                    <a:lnTo>
                      <a:pt x="106" y="161"/>
                    </a:lnTo>
                    <a:lnTo>
                      <a:pt x="111" y="174"/>
                    </a:lnTo>
                    <a:lnTo>
                      <a:pt x="111" y="151"/>
                    </a:lnTo>
                    <a:lnTo>
                      <a:pt x="120" y="165"/>
                    </a:lnTo>
                    <a:lnTo>
                      <a:pt x="133" y="212"/>
                    </a:lnTo>
                    <a:lnTo>
                      <a:pt x="148" y="240"/>
                    </a:lnTo>
                    <a:lnTo>
                      <a:pt x="175" y="289"/>
                    </a:lnTo>
                    <a:lnTo>
                      <a:pt x="190" y="330"/>
                    </a:lnTo>
                    <a:lnTo>
                      <a:pt x="148" y="240"/>
                    </a:lnTo>
                    <a:lnTo>
                      <a:pt x="135" y="217"/>
                    </a:lnTo>
                    <a:lnTo>
                      <a:pt x="124" y="184"/>
                    </a:lnTo>
                    <a:lnTo>
                      <a:pt x="120" y="161"/>
                    </a:lnTo>
                    <a:lnTo>
                      <a:pt x="115" y="119"/>
                    </a:lnTo>
                    <a:lnTo>
                      <a:pt x="118" y="123"/>
                    </a:lnTo>
                    <a:lnTo>
                      <a:pt x="124" y="119"/>
                    </a:lnTo>
                    <a:lnTo>
                      <a:pt x="120" y="99"/>
                    </a:lnTo>
                    <a:lnTo>
                      <a:pt x="127" y="119"/>
                    </a:lnTo>
                    <a:lnTo>
                      <a:pt x="133" y="138"/>
                    </a:lnTo>
                    <a:lnTo>
                      <a:pt x="148" y="156"/>
                    </a:lnTo>
                    <a:lnTo>
                      <a:pt x="169" y="174"/>
                    </a:lnTo>
                    <a:lnTo>
                      <a:pt x="212" y="223"/>
                    </a:lnTo>
                    <a:lnTo>
                      <a:pt x="142" y="151"/>
                    </a:lnTo>
                    <a:lnTo>
                      <a:pt x="133" y="132"/>
                    </a:lnTo>
                    <a:lnTo>
                      <a:pt x="129" y="123"/>
                    </a:lnTo>
                    <a:lnTo>
                      <a:pt x="129" y="76"/>
                    </a:lnTo>
                    <a:lnTo>
                      <a:pt x="135" y="90"/>
                    </a:lnTo>
                    <a:lnTo>
                      <a:pt x="145" y="112"/>
                    </a:lnTo>
                    <a:lnTo>
                      <a:pt x="163" y="151"/>
                    </a:lnTo>
                    <a:lnTo>
                      <a:pt x="187" y="188"/>
                    </a:lnTo>
                    <a:lnTo>
                      <a:pt x="194" y="208"/>
                    </a:lnTo>
                    <a:lnTo>
                      <a:pt x="135" y="109"/>
                    </a:lnTo>
                    <a:lnTo>
                      <a:pt x="135" y="80"/>
                    </a:lnTo>
                    <a:lnTo>
                      <a:pt x="139" y="56"/>
                    </a:lnTo>
                    <a:lnTo>
                      <a:pt x="135" y="41"/>
                    </a:lnTo>
                    <a:lnTo>
                      <a:pt x="133" y="37"/>
                    </a:lnTo>
                    <a:lnTo>
                      <a:pt x="135" y="28"/>
                    </a:lnTo>
                    <a:lnTo>
                      <a:pt x="139" y="14"/>
                    </a:lnTo>
                    <a:lnTo>
                      <a:pt x="145" y="4"/>
                    </a:lnTo>
                    <a:lnTo>
                      <a:pt x="151" y="0"/>
                    </a:lnTo>
                    <a:lnTo>
                      <a:pt x="139" y="4"/>
                    </a:lnTo>
                  </a:path>
                </a:pathLst>
              </a:custGeom>
              <a:solidFill>
                <a:srgbClr val="CEDA9D"/>
              </a:solidFill>
              <a:ln w="9525" cap="rnd">
                <a:noFill/>
                <a:round/>
              </a:ln>
              <a:effectLst/>
            </p:spPr>
            <p:txBody>
              <a:bodyPr/>
              <a:lstStyle/>
              <a:p>
                <a:endParaRPr lang="zh-CN" altLang="en-US"/>
              </a:p>
            </p:txBody>
          </p:sp>
          <p:sp>
            <p:nvSpPr>
              <p:cNvPr id="2136" name="Freeform 88"/>
              <p:cNvSpPr/>
              <p:nvPr/>
            </p:nvSpPr>
            <p:spPr bwMode="ltGray">
              <a:xfrm>
                <a:off x="5013" y="2909"/>
                <a:ext cx="132" cy="502"/>
              </a:xfrm>
              <a:custGeom>
                <a:avLst/>
                <a:gdLst/>
                <a:ahLst/>
                <a:cxnLst>
                  <a:cxn ang="0">
                    <a:pos x="131" y="179"/>
                  </a:cxn>
                  <a:cxn ang="0">
                    <a:pos x="117" y="18"/>
                  </a:cxn>
                  <a:cxn ang="0">
                    <a:pos x="99" y="2"/>
                  </a:cxn>
                  <a:cxn ang="0">
                    <a:pos x="85" y="0"/>
                  </a:cxn>
                  <a:cxn ang="0">
                    <a:pos x="63" y="7"/>
                  </a:cxn>
                  <a:cxn ang="0">
                    <a:pos x="49" y="25"/>
                  </a:cxn>
                  <a:cxn ang="0">
                    <a:pos x="33" y="50"/>
                  </a:cxn>
                  <a:cxn ang="0">
                    <a:pos x="18" y="94"/>
                  </a:cxn>
                  <a:cxn ang="0">
                    <a:pos x="10" y="157"/>
                  </a:cxn>
                  <a:cxn ang="0">
                    <a:pos x="6" y="211"/>
                  </a:cxn>
                  <a:cxn ang="0">
                    <a:pos x="0" y="285"/>
                  </a:cxn>
                  <a:cxn ang="0">
                    <a:pos x="0" y="334"/>
                  </a:cxn>
                  <a:cxn ang="0">
                    <a:pos x="10" y="400"/>
                  </a:cxn>
                  <a:cxn ang="0">
                    <a:pos x="30" y="456"/>
                  </a:cxn>
                  <a:cxn ang="0">
                    <a:pos x="49" y="501"/>
                  </a:cxn>
                  <a:cxn ang="0">
                    <a:pos x="38" y="433"/>
                  </a:cxn>
                  <a:cxn ang="0">
                    <a:pos x="33" y="370"/>
                  </a:cxn>
                  <a:cxn ang="0">
                    <a:pos x="36" y="304"/>
                  </a:cxn>
                  <a:cxn ang="0">
                    <a:pos x="38" y="245"/>
                  </a:cxn>
                  <a:cxn ang="0">
                    <a:pos x="42" y="186"/>
                  </a:cxn>
                  <a:cxn ang="0">
                    <a:pos x="49" y="133"/>
                  </a:cxn>
                  <a:cxn ang="0">
                    <a:pos x="51" y="93"/>
                  </a:cxn>
                  <a:cxn ang="0">
                    <a:pos x="59" y="53"/>
                  </a:cxn>
                  <a:cxn ang="0">
                    <a:pos x="79" y="20"/>
                  </a:cxn>
                  <a:cxn ang="0">
                    <a:pos x="96" y="22"/>
                  </a:cxn>
                  <a:cxn ang="0">
                    <a:pos x="112" y="113"/>
                  </a:cxn>
                  <a:cxn ang="0">
                    <a:pos x="125" y="133"/>
                  </a:cxn>
                  <a:cxn ang="0">
                    <a:pos x="131" y="179"/>
                  </a:cxn>
                </a:cxnLst>
                <a:rect l="0" t="0" r="r" b="b"/>
                <a:pathLst>
                  <a:path w="132" h="502">
                    <a:moveTo>
                      <a:pt x="131" y="179"/>
                    </a:moveTo>
                    <a:lnTo>
                      <a:pt x="117" y="18"/>
                    </a:lnTo>
                    <a:lnTo>
                      <a:pt x="99" y="2"/>
                    </a:lnTo>
                    <a:lnTo>
                      <a:pt x="85" y="0"/>
                    </a:lnTo>
                    <a:lnTo>
                      <a:pt x="63" y="7"/>
                    </a:lnTo>
                    <a:lnTo>
                      <a:pt x="49" y="25"/>
                    </a:lnTo>
                    <a:lnTo>
                      <a:pt x="33" y="50"/>
                    </a:lnTo>
                    <a:lnTo>
                      <a:pt x="18" y="94"/>
                    </a:lnTo>
                    <a:lnTo>
                      <a:pt x="10" y="157"/>
                    </a:lnTo>
                    <a:lnTo>
                      <a:pt x="6" y="211"/>
                    </a:lnTo>
                    <a:lnTo>
                      <a:pt x="0" y="285"/>
                    </a:lnTo>
                    <a:lnTo>
                      <a:pt x="0" y="334"/>
                    </a:lnTo>
                    <a:lnTo>
                      <a:pt x="10" y="400"/>
                    </a:lnTo>
                    <a:lnTo>
                      <a:pt x="30" y="456"/>
                    </a:lnTo>
                    <a:lnTo>
                      <a:pt x="49" y="501"/>
                    </a:lnTo>
                    <a:lnTo>
                      <a:pt x="38" y="433"/>
                    </a:lnTo>
                    <a:lnTo>
                      <a:pt x="33" y="370"/>
                    </a:lnTo>
                    <a:lnTo>
                      <a:pt x="36" y="304"/>
                    </a:lnTo>
                    <a:lnTo>
                      <a:pt x="38" y="245"/>
                    </a:lnTo>
                    <a:lnTo>
                      <a:pt x="42" y="186"/>
                    </a:lnTo>
                    <a:lnTo>
                      <a:pt x="49" y="133"/>
                    </a:lnTo>
                    <a:lnTo>
                      <a:pt x="51" y="93"/>
                    </a:lnTo>
                    <a:lnTo>
                      <a:pt x="59" y="53"/>
                    </a:lnTo>
                    <a:lnTo>
                      <a:pt x="79" y="20"/>
                    </a:lnTo>
                    <a:lnTo>
                      <a:pt x="96" y="22"/>
                    </a:lnTo>
                    <a:lnTo>
                      <a:pt x="112" y="113"/>
                    </a:lnTo>
                    <a:lnTo>
                      <a:pt x="125" y="133"/>
                    </a:lnTo>
                    <a:lnTo>
                      <a:pt x="131" y="179"/>
                    </a:lnTo>
                  </a:path>
                </a:pathLst>
              </a:custGeom>
              <a:solidFill>
                <a:srgbClr val="CEDA9D"/>
              </a:solidFill>
              <a:ln w="9525" cap="rnd">
                <a:noFill/>
                <a:round/>
              </a:ln>
              <a:effectLst/>
            </p:spPr>
            <p:txBody>
              <a:bodyPr/>
              <a:lstStyle/>
              <a:p>
                <a:endParaRPr lang="zh-CN" altLang="en-US"/>
              </a:p>
            </p:txBody>
          </p:sp>
          <p:sp>
            <p:nvSpPr>
              <p:cNvPr id="2137" name="Freeform 89"/>
              <p:cNvSpPr/>
              <p:nvPr/>
            </p:nvSpPr>
            <p:spPr bwMode="ltGray">
              <a:xfrm>
                <a:off x="4787" y="2599"/>
                <a:ext cx="288" cy="1029"/>
              </a:xfrm>
              <a:custGeom>
                <a:avLst/>
                <a:gdLst/>
                <a:ahLst/>
                <a:cxnLst>
                  <a:cxn ang="0">
                    <a:pos x="193" y="11"/>
                  </a:cxn>
                  <a:cxn ang="0">
                    <a:pos x="185" y="44"/>
                  </a:cxn>
                  <a:cxn ang="0">
                    <a:pos x="122" y="37"/>
                  </a:cxn>
                  <a:cxn ang="0">
                    <a:pos x="147" y="51"/>
                  </a:cxn>
                  <a:cxn ang="0">
                    <a:pos x="174" y="70"/>
                  </a:cxn>
                  <a:cxn ang="0">
                    <a:pos x="114" y="96"/>
                  </a:cxn>
                  <a:cxn ang="0">
                    <a:pos x="161" y="104"/>
                  </a:cxn>
                  <a:cxn ang="0">
                    <a:pos x="164" y="135"/>
                  </a:cxn>
                  <a:cxn ang="0">
                    <a:pos x="28" y="280"/>
                  </a:cxn>
                  <a:cxn ang="0">
                    <a:pos x="155" y="175"/>
                  </a:cxn>
                  <a:cxn ang="0">
                    <a:pos x="128" y="234"/>
                  </a:cxn>
                  <a:cxn ang="0">
                    <a:pos x="145" y="240"/>
                  </a:cxn>
                  <a:cxn ang="0">
                    <a:pos x="122" y="322"/>
                  </a:cxn>
                  <a:cxn ang="0">
                    <a:pos x="72" y="409"/>
                  </a:cxn>
                  <a:cxn ang="0">
                    <a:pos x="128" y="345"/>
                  </a:cxn>
                  <a:cxn ang="0">
                    <a:pos x="82" y="474"/>
                  </a:cxn>
                  <a:cxn ang="0">
                    <a:pos x="124" y="389"/>
                  </a:cxn>
                  <a:cxn ang="0">
                    <a:pos x="134" y="389"/>
                  </a:cxn>
                  <a:cxn ang="0">
                    <a:pos x="117" y="465"/>
                  </a:cxn>
                  <a:cxn ang="0">
                    <a:pos x="131" y="465"/>
                  </a:cxn>
                  <a:cxn ang="0">
                    <a:pos x="105" y="553"/>
                  </a:cxn>
                  <a:cxn ang="0">
                    <a:pos x="120" y="531"/>
                  </a:cxn>
                  <a:cxn ang="0">
                    <a:pos x="106" y="615"/>
                  </a:cxn>
                  <a:cxn ang="0">
                    <a:pos x="117" y="588"/>
                  </a:cxn>
                  <a:cxn ang="0">
                    <a:pos x="130" y="579"/>
                  </a:cxn>
                  <a:cxn ang="0">
                    <a:pos x="122" y="641"/>
                  </a:cxn>
                  <a:cxn ang="0">
                    <a:pos x="95" y="754"/>
                  </a:cxn>
                  <a:cxn ang="0">
                    <a:pos x="130" y="667"/>
                  </a:cxn>
                  <a:cxn ang="0">
                    <a:pos x="138" y="652"/>
                  </a:cxn>
                  <a:cxn ang="0">
                    <a:pos x="135" y="746"/>
                  </a:cxn>
                  <a:cxn ang="0">
                    <a:pos x="147" y="793"/>
                  </a:cxn>
                  <a:cxn ang="0">
                    <a:pos x="151" y="740"/>
                  </a:cxn>
                  <a:cxn ang="0">
                    <a:pos x="254" y="881"/>
                  </a:cxn>
                  <a:cxn ang="0">
                    <a:pos x="161" y="677"/>
                  </a:cxn>
                  <a:cxn ang="0">
                    <a:pos x="180" y="720"/>
                  </a:cxn>
                  <a:cxn ang="0">
                    <a:pos x="153" y="605"/>
                  </a:cxn>
                  <a:cxn ang="0">
                    <a:pos x="265" y="695"/>
                  </a:cxn>
                  <a:cxn ang="0">
                    <a:pos x="153" y="570"/>
                  </a:cxn>
                  <a:cxn ang="0">
                    <a:pos x="169" y="542"/>
                  </a:cxn>
                  <a:cxn ang="0">
                    <a:pos x="156" y="494"/>
                  </a:cxn>
                  <a:cxn ang="0">
                    <a:pos x="174" y="494"/>
                  </a:cxn>
                  <a:cxn ang="0">
                    <a:pos x="225" y="582"/>
                  </a:cxn>
                  <a:cxn ang="0">
                    <a:pos x="176" y="415"/>
                  </a:cxn>
                  <a:cxn ang="0">
                    <a:pos x="166" y="353"/>
                  </a:cxn>
                  <a:cxn ang="0">
                    <a:pos x="180" y="342"/>
                  </a:cxn>
                  <a:cxn ang="0">
                    <a:pos x="178" y="284"/>
                  </a:cxn>
                  <a:cxn ang="0">
                    <a:pos x="184" y="277"/>
                  </a:cxn>
                  <a:cxn ang="0">
                    <a:pos x="218" y="330"/>
                  </a:cxn>
                  <a:cxn ang="0">
                    <a:pos x="191" y="245"/>
                  </a:cxn>
                  <a:cxn ang="0">
                    <a:pos x="193" y="172"/>
                  </a:cxn>
                  <a:cxn ang="0">
                    <a:pos x="191" y="132"/>
                  </a:cxn>
                  <a:cxn ang="0">
                    <a:pos x="221" y="129"/>
                  </a:cxn>
                  <a:cxn ang="0">
                    <a:pos x="213" y="70"/>
                  </a:cxn>
                  <a:cxn ang="0">
                    <a:pos x="226" y="56"/>
                  </a:cxn>
                  <a:cxn ang="0">
                    <a:pos x="222" y="0"/>
                  </a:cxn>
                </a:cxnLst>
                <a:rect l="0" t="0" r="r" b="b"/>
                <a:pathLst>
                  <a:path w="288" h="1029">
                    <a:moveTo>
                      <a:pt x="222" y="0"/>
                    </a:moveTo>
                    <a:lnTo>
                      <a:pt x="211" y="2"/>
                    </a:lnTo>
                    <a:lnTo>
                      <a:pt x="193" y="11"/>
                    </a:lnTo>
                    <a:lnTo>
                      <a:pt x="205" y="17"/>
                    </a:lnTo>
                    <a:lnTo>
                      <a:pt x="196" y="28"/>
                    </a:lnTo>
                    <a:lnTo>
                      <a:pt x="185" y="44"/>
                    </a:lnTo>
                    <a:lnTo>
                      <a:pt x="170" y="50"/>
                    </a:lnTo>
                    <a:lnTo>
                      <a:pt x="147" y="47"/>
                    </a:lnTo>
                    <a:lnTo>
                      <a:pt x="122" y="37"/>
                    </a:lnTo>
                    <a:lnTo>
                      <a:pt x="57" y="47"/>
                    </a:lnTo>
                    <a:lnTo>
                      <a:pt x="120" y="41"/>
                    </a:lnTo>
                    <a:lnTo>
                      <a:pt x="147" y="51"/>
                    </a:lnTo>
                    <a:lnTo>
                      <a:pt x="170" y="50"/>
                    </a:lnTo>
                    <a:lnTo>
                      <a:pt x="185" y="58"/>
                    </a:lnTo>
                    <a:lnTo>
                      <a:pt x="174" y="70"/>
                    </a:lnTo>
                    <a:lnTo>
                      <a:pt x="181" y="76"/>
                    </a:lnTo>
                    <a:lnTo>
                      <a:pt x="161" y="99"/>
                    </a:lnTo>
                    <a:lnTo>
                      <a:pt x="114" y="96"/>
                    </a:lnTo>
                    <a:lnTo>
                      <a:pt x="54" y="178"/>
                    </a:lnTo>
                    <a:lnTo>
                      <a:pt x="114" y="99"/>
                    </a:lnTo>
                    <a:lnTo>
                      <a:pt x="161" y="104"/>
                    </a:lnTo>
                    <a:lnTo>
                      <a:pt x="174" y="107"/>
                    </a:lnTo>
                    <a:lnTo>
                      <a:pt x="149" y="135"/>
                    </a:lnTo>
                    <a:lnTo>
                      <a:pt x="164" y="135"/>
                    </a:lnTo>
                    <a:lnTo>
                      <a:pt x="138" y="166"/>
                    </a:lnTo>
                    <a:lnTo>
                      <a:pt x="87" y="208"/>
                    </a:lnTo>
                    <a:lnTo>
                      <a:pt x="28" y="280"/>
                    </a:lnTo>
                    <a:lnTo>
                      <a:pt x="89" y="214"/>
                    </a:lnTo>
                    <a:lnTo>
                      <a:pt x="139" y="172"/>
                    </a:lnTo>
                    <a:lnTo>
                      <a:pt x="155" y="175"/>
                    </a:lnTo>
                    <a:lnTo>
                      <a:pt x="131" y="199"/>
                    </a:lnTo>
                    <a:lnTo>
                      <a:pt x="147" y="205"/>
                    </a:lnTo>
                    <a:lnTo>
                      <a:pt x="128" y="234"/>
                    </a:lnTo>
                    <a:lnTo>
                      <a:pt x="5" y="483"/>
                    </a:lnTo>
                    <a:lnTo>
                      <a:pt x="128" y="240"/>
                    </a:lnTo>
                    <a:lnTo>
                      <a:pt x="145" y="240"/>
                    </a:lnTo>
                    <a:lnTo>
                      <a:pt x="126" y="277"/>
                    </a:lnTo>
                    <a:lnTo>
                      <a:pt x="139" y="276"/>
                    </a:lnTo>
                    <a:lnTo>
                      <a:pt x="122" y="322"/>
                    </a:lnTo>
                    <a:lnTo>
                      <a:pt x="72" y="406"/>
                    </a:lnTo>
                    <a:lnTo>
                      <a:pt x="19" y="530"/>
                    </a:lnTo>
                    <a:lnTo>
                      <a:pt x="72" y="409"/>
                    </a:lnTo>
                    <a:lnTo>
                      <a:pt x="124" y="324"/>
                    </a:lnTo>
                    <a:lnTo>
                      <a:pt x="139" y="311"/>
                    </a:lnTo>
                    <a:lnTo>
                      <a:pt x="128" y="345"/>
                    </a:lnTo>
                    <a:lnTo>
                      <a:pt x="138" y="339"/>
                    </a:lnTo>
                    <a:lnTo>
                      <a:pt x="122" y="385"/>
                    </a:lnTo>
                    <a:lnTo>
                      <a:pt x="82" y="474"/>
                    </a:lnTo>
                    <a:lnTo>
                      <a:pt x="0" y="590"/>
                    </a:lnTo>
                    <a:lnTo>
                      <a:pt x="79" y="477"/>
                    </a:lnTo>
                    <a:lnTo>
                      <a:pt x="124" y="389"/>
                    </a:lnTo>
                    <a:lnTo>
                      <a:pt x="130" y="389"/>
                    </a:lnTo>
                    <a:lnTo>
                      <a:pt x="54" y="652"/>
                    </a:lnTo>
                    <a:lnTo>
                      <a:pt x="134" y="389"/>
                    </a:lnTo>
                    <a:lnTo>
                      <a:pt x="124" y="424"/>
                    </a:lnTo>
                    <a:lnTo>
                      <a:pt x="134" y="412"/>
                    </a:lnTo>
                    <a:lnTo>
                      <a:pt x="117" y="465"/>
                    </a:lnTo>
                    <a:lnTo>
                      <a:pt x="65" y="588"/>
                    </a:lnTo>
                    <a:lnTo>
                      <a:pt x="117" y="474"/>
                    </a:lnTo>
                    <a:lnTo>
                      <a:pt x="131" y="465"/>
                    </a:lnTo>
                    <a:lnTo>
                      <a:pt x="117" y="500"/>
                    </a:lnTo>
                    <a:lnTo>
                      <a:pt x="57" y="740"/>
                    </a:lnTo>
                    <a:lnTo>
                      <a:pt x="105" y="553"/>
                    </a:lnTo>
                    <a:lnTo>
                      <a:pt x="122" y="500"/>
                    </a:lnTo>
                    <a:lnTo>
                      <a:pt x="131" y="494"/>
                    </a:lnTo>
                    <a:lnTo>
                      <a:pt x="120" y="531"/>
                    </a:lnTo>
                    <a:lnTo>
                      <a:pt x="130" y="527"/>
                    </a:lnTo>
                    <a:lnTo>
                      <a:pt x="114" y="573"/>
                    </a:lnTo>
                    <a:lnTo>
                      <a:pt x="106" y="615"/>
                    </a:lnTo>
                    <a:lnTo>
                      <a:pt x="27" y="751"/>
                    </a:lnTo>
                    <a:lnTo>
                      <a:pt x="108" y="616"/>
                    </a:lnTo>
                    <a:lnTo>
                      <a:pt x="117" y="588"/>
                    </a:lnTo>
                    <a:lnTo>
                      <a:pt x="128" y="579"/>
                    </a:lnTo>
                    <a:lnTo>
                      <a:pt x="108" y="658"/>
                    </a:lnTo>
                    <a:lnTo>
                      <a:pt x="130" y="579"/>
                    </a:lnTo>
                    <a:lnTo>
                      <a:pt x="117" y="616"/>
                    </a:lnTo>
                    <a:lnTo>
                      <a:pt x="131" y="608"/>
                    </a:lnTo>
                    <a:lnTo>
                      <a:pt x="122" y="641"/>
                    </a:lnTo>
                    <a:lnTo>
                      <a:pt x="95" y="754"/>
                    </a:lnTo>
                    <a:lnTo>
                      <a:pt x="67" y="822"/>
                    </a:lnTo>
                    <a:lnTo>
                      <a:pt x="95" y="754"/>
                    </a:lnTo>
                    <a:lnTo>
                      <a:pt x="124" y="646"/>
                    </a:lnTo>
                    <a:lnTo>
                      <a:pt x="134" y="641"/>
                    </a:lnTo>
                    <a:lnTo>
                      <a:pt x="130" y="667"/>
                    </a:lnTo>
                    <a:lnTo>
                      <a:pt x="108" y="740"/>
                    </a:lnTo>
                    <a:lnTo>
                      <a:pt x="131" y="677"/>
                    </a:lnTo>
                    <a:lnTo>
                      <a:pt x="138" y="652"/>
                    </a:lnTo>
                    <a:lnTo>
                      <a:pt x="128" y="710"/>
                    </a:lnTo>
                    <a:lnTo>
                      <a:pt x="139" y="698"/>
                    </a:lnTo>
                    <a:lnTo>
                      <a:pt x="135" y="746"/>
                    </a:lnTo>
                    <a:lnTo>
                      <a:pt x="143" y="726"/>
                    </a:lnTo>
                    <a:lnTo>
                      <a:pt x="149" y="743"/>
                    </a:lnTo>
                    <a:lnTo>
                      <a:pt x="147" y="793"/>
                    </a:lnTo>
                    <a:lnTo>
                      <a:pt x="97" y="1028"/>
                    </a:lnTo>
                    <a:lnTo>
                      <a:pt x="151" y="793"/>
                    </a:lnTo>
                    <a:lnTo>
                      <a:pt x="151" y="740"/>
                    </a:lnTo>
                    <a:lnTo>
                      <a:pt x="151" y="708"/>
                    </a:lnTo>
                    <a:lnTo>
                      <a:pt x="163" y="726"/>
                    </a:lnTo>
                    <a:lnTo>
                      <a:pt x="254" y="881"/>
                    </a:lnTo>
                    <a:lnTo>
                      <a:pt x="158" y="710"/>
                    </a:lnTo>
                    <a:lnTo>
                      <a:pt x="151" y="667"/>
                    </a:lnTo>
                    <a:lnTo>
                      <a:pt x="161" y="677"/>
                    </a:lnTo>
                    <a:lnTo>
                      <a:pt x="147" y="622"/>
                    </a:lnTo>
                    <a:lnTo>
                      <a:pt x="158" y="644"/>
                    </a:lnTo>
                    <a:lnTo>
                      <a:pt x="180" y="720"/>
                    </a:lnTo>
                    <a:lnTo>
                      <a:pt x="161" y="638"/>
                    </a:lnTo>
                    <a:lnTo>
                      <a:pt x="151" y="605"/>
                    </a:lnTo>
                    <a:lnTo>
                      <a:pt x="153" y="605"/>
                    </a:lnTo>
                    <a:lnTo>
                      <a:pt x="164" y="622"/>
                    </a:lnTo>
                    <a:lnTo>
                      <a:pt x="188" y="664"/>
                    </a:lnTo>
                    <a:lnTo>
                      <a:pt x="265" y="695"/>
                    </a:lnTo>
                    <a:lnTo>
                      <a:pt x="185" y="658"/>
                    </a:lnTo>
                    <a:lnTo>
                      <a:pt x="161" y="608"/>
                    </a:lnTo>
                    <a:lnTo>
                      <a:pt x="153" y="570"/>
                    </a:lnTo>
                    <a:lnTo>
                      <a:pt x="164" y="570"/>
                    </a:lnTo>
                    <a:lnTo>
                      <a:pt x="153" y="531"/>
                    </a:lnTo>
                    <a:lnTo>
                      <a:pt x="169" y="542"/>
                    </a:lnTo>
                    <a:lnTo>
                      <a:pt x="222" y="615"/>
                    </a:lnTo>
                    <a:lnTo>
                      <a:pt x="169" y="539"/>
                    </a:lnTo>
                    <a:lnTo>
                      <a:pt x="156" y="494"/>
                    </a:lnTo>
                    <a:lnTo>
                      <a:pt x="170" y="507"/>
                    </a:lnTo>
                    <a:lnTo>
                      <a:pt x="161" y="471"/>
                    </a:lnTo>
                    <a:lnTo>
                      <a:pt x="174" y="494"/>
                    </a:lnTo>
                    <a:lnTo>
                      <a:pt x="164" y="442"/>
                    </a:lnTo>
                    <a:lnTo>
                      <a:pt x="176" y="468"/>
                    </a:lnTo>
                    <a:lnTo>
                      <a:pt x="225" y="582"/>
                    </a:lnTo>
                    <a:lnTo>
                      <a:pt x="174" y="468"/>
                    </a:lnTo>
                    <a:lnTo>
                      <a:pt x="163" y="401"/>
                    </a:lnTo>
                    <a:lnTo>
                      <a:pt x="176" y="415"/>
                    </a:lnTo>
                    <a:lnTo>
                      <a:pt x="255" y="480"/>
                    </a:lnTo>
                    <a:lnTo>
                      <a:pt x="176" y="412"/>
                    </a:lnTo>
                    <a:lnTo>
                      <a:pt x="166" y="353"/>
                    </a:lnTo>
                    <a:lnTo>
                      <a:pt x="178" y="362"/>
                    </a:lnTo>
                    <a:lnTo>
                      <a:pt x="169" y="330"/>
                    </a:lnTo>
                    <a:lnTo>
                      <a:pt x="180" y="342"/>
                    </a:lnTo>
                    <a:lnTo>
                      <a:pt x="217" y="503"/>
                    </a:lnTo>
                    <a:lnTo>
                      <a:pt x="178" y="329"/>
                    </a:lnTo>
                    <a:lnTo>
                      <a:pt x="178" y="284"/>
                    </a:lnTo>
                    <a:lnTo>
                      <a:pt x="189" y="303"/>
                    </a:lnTo>
                    <a:lnTo>
                      <a:pt x="213" y="395"/>
                    </a:lnTo>
                    <a:lnTo>
                      <a:pt x="184" y="277"/>
                    </a:lnTo>
                    <a:lnTo>
                      <a:pt x="180" y="240"/>
                    </a:lnTo>
                    <a:lnTo>
                      <a:pt x="189" y="257"/>
                    </a:lnTo>
                    <a:lnTo>
                      <a:pt x="218" y="330"/>
                    </a:lnTo>
                    <a:lnTo>
                      <a:pt x="287" y="372"/>
                    </a:lnTo>
                    <a:lnTo>
                      <a:pt x="217" y="324"/>
                    </a:lnTo>
                    <a:lnTo>
                      <a:pt x="191" y="245"/>
                    </a:lnTo>
                    <a:lnTo>
                      <a:pt x="188" y="195"/>
                    </a:lnTo>
                    <a:lnTo>
                      <a:pt x="199" y="219"/>
                    </a:lnTo>
                    <a:lnTo>
                      <a:pt x="193" y="172"/>
                    </a:lnTo>
                    <a:lnTo>
                      <a:pt x="238" y="296"/>
                    </a:lnTo>
                    <a:lnTo>
                      <a:pt x="196" y="166"/>
                    </a:lnTo>
                    <a:lnTo>
                      <a:pt x="191" y="132"/>
                    </a:lnTo>
                    <a:lnTo>
                      <a:pt x="205" y="158"/>
                    </a:lnTo>
                    <a:lnTo>
                      <a:pt x="203" y="102"/>
                    </a:lnTo>
                    <a:lnTo>
                      <a:pt x="221" y="129"/>
                    </a:lnTo>
                    <a:lnTo>
                      <a:pt x="283" y="225"/>
                    </a:lnTo>
                    <a:lnTo>
                      <a:pt x="221" y="126"/>
                    </a:lnTo>
                    <a:lnTo>
                      <a:pt x="213" y="70"/>
                    </a:lnTo>
                    <a:lnTo>
                      <a:pt x="222" y="84"/>
                    </a:lnTo>
                    <a:lnTo>
                      <a:pt x="217" y="44"/>
                    </a:lnTo>
                    <a:lnTo>
                      <a:pt x="226" y="56"/>
                    </a:lnTo>
                    <a:lnTo>
                      <a:pt x="229" y="23"/>
                    </a:lnTo>
                    <a:lnTo>
                      <a:pt x="226" y="8"/>
                    </a:lnTo>
                    <a:lnTo>
                      <a:pt x="222" y="0"/>
                    </a:lnTo>
                  </a:path>
                </a:pathLst>
              </a:custGeom>
              <a:solidFill>
                <a:srgbClr val="CEDA9D"/>
              </a:solidFill>
              <a:ln w="9525" cap="rnd">
                <a:noFill/>
                <a:round/>
              </a:ln>
              <a:effectLst/>
            </p:spPr>
            <p:txBody>
              <a:bodyPr/>
              <a:lstStyle/>
              <a:p>
                <a:endParaRPr lang="zh-CN" altLang="en-US"/>
              </a:p>
            </p:txBody>
          </p:sp>
          <p:sp>
            <p:nvSpPr>
              <p:cNvPr id="2138" name="Freeform 90"/>
              <p:cNvSpPr/>
              <p:nvPr/>
            </p:nvSpPr>
            <p:spPr bwMode="ltGray">
              <a:xfrm>
                <a:off x="5132" y="2790"/>
                <a:ext cx="120" cy="573"/>
              </a:xfrm>
              <a:custGeom>
                <a:avLst/>
                <a:gdLst/>
                <a:ahLst/>
                <a:cxnLst>
                  <a:cxn ang="0">
                    <a:pos x="2" y="91"/>
                  </a:cxn>
                  <a:cxn ang="0">
                    <a:pos x="27" y="0"/>
                  </a:cxn>
                  <a:cxn ang="0">
                    <a:pos x="43" y="2"/>
                  </a:cxn>
                  <a:cxn ang="0">
                    <a:pos x="56" y="8"/>
                  </a:cxn>
                  <a:cxn ang="0">
                    <a:pos x="67" y="33"/>
                  </a:cxn>
                  <a:cxn ang="0">
                    <a:pos x="94" y="106"/>
                  </a:cxn>
                  <a:cxn ang="0">
                    <a:pos x="103" y="139"/>
                  </a:cxn>
                  <a:cxn ang="0">
                    <a:pos x="110" y="171"/>
                  </a:cxn>
                  <a:cxn ang="0">
                    <a:pos x="116" y="268"/>
                  </a:cxn>
                  <a:cxn ang="0">
                    <a:pos x="119" y="297"/>
                  </a:cxn>
                  <a:cxn ang="0">
                    <a:pos x="116" y="336"/>
                  </a:cxn>
                  <a:cxn ang="0">
                    <a:pos x="111" y="375"/>
                  </a:cxn>
                  <a:cxn ang="0">
                    <a:pos x="101" y="436"/>
                  </a:cxn>
                  <a:cxn ang="0">
                    <a:pos x="92" y="475"/>
                  </a:cxn>
                  <a:cxn ang="0">
                    <a:pos x="79" y="518"/>
                  </a:cxn>
                  <a:cxn ang="0">
                    <a:pos x="52" y="572"/>
                  </a:cxn>
                  <a:cxn ang="0">
                    <a:pos x="65" y="505"/>
                  </a:cxn>
                  <a:cxn ang="0">
                    <a:pos x="77" y="444"/>
                  </a:cxn>
                  <a:cxn ang="0">
                    <a:pos x="83" y="388"/>
                  </a:cxn>
                  <a:cxn ang="0">
                    <a:pos x="80" y="336"/>
                  </a:cxn>
                  <a:cxn ang="0">
                    <a:pos x="79" y="297"/>
                  </a:cxn>
                  <a:cxn ang="0">
                    <a:pos x="83" y="251"/>
                  </a:cxn>
                  <a:cxn ang="0">
                    <a:pos x="86" y="214"/>
                  </a:cxn>
                  <a:cxn ang="0">
                    <a:pos x="74" y="139"/>
                  </a:cxn>
                  <a:cxn ang="0">
                    <a:pos x="71" y="97"/>
                  </a:cxn>
                  <a:cxn ang="0">
                    <a:pos x="63" y="66"/>
                  </a:cxn>
                  <a:cxn ang="0">
                    <a:pos x="43" y="24"/>
                  </a:cxn>
                  <a:cxn ang="0">
                    <a:pos x="33" y="57"/>
                  </a:cxn>
                  <a:cxn ang="0">
                    <a:pos x="0" y="109"/>
                  </a:cxn>
                  <a:cxn ang="0">
                    <a:pos x="2" y="91"/>
                  </a:cxn>
                </a:cxnLst>
                <a:rect l="0" t="0" r="r" b="b"/>
                <a:pathLst>
                  <a:path w="120" h="573">
                    <a:moveTo>
                      <a:pt x="2" y="91"/>
                    </a:moveTo>
                    <a:lnTo>
                      <a:pt x="27" y="0"/>
                    </a:lnTo>
                    <a:lnTo>
                      <a:pt x="43" y="2"/>
                    </a:lnTo>
                    <a:lnTo>
                      <a:pt x="56" y="8"/>
                    </a:lnTo>
                    <a:lnTo>
                      <a:pt x="67" y="33"/>
                    </a:lnTo>
                    <a:lnTo>
                      <a:pt x="94" y="106"/>
                    </a:lnTo>
                    <a:lnTo>
                      <a:pt x="103" y="139"/>
                    </a:lnTo>
                    <a:lnTo>
                      <a:pt x="110" y="171"/>
                    </a:lnTo>
                    <a:lnTo>
                      <a:pt x="116" y="268"/>
                    </a:lnTo>
                    <a:lnTo>
                      <a:pt x="119" y="297"/>
                    </a:lnTo>
                    <a:lnTo>
                      <a:pt x="116" y="336"/>
                    </a:lnTo>
                    <a:lnTo>
                      <a:pt x="111" y="375"/>
                    </a:lnTo>
                    <a:lnTo>
                      <a:pt x="101" y="436"/>
                    </a:lnTo>
                    <a:lnTo>
                      <a:pt x="92" y="475"/>
                    </a:lnTo>
                    <a:lnTo>
                      <a:pt x="79" y="518"/>
                    </a:lnTo>
                    <a:lnTo>
                      <a:pt x="52" y="572"/>
                    </a:lnTo>
                    <a:lnTo>
                      <a:pt x="65" y="505"/>
                    </a:lnTo>
                    <a:lnTo>
                      <a:pt x="77" y="444"/>
                    </a:lnTo>
                    <a:lnTo>
                      <a:pt x="83" y="388"/>
                    </a:lnTo>
                    <a:lnTo>
                      <a:pt x="80" y="336"/>
                    </a:lnTo>
                    <a:lnTo>
                      <a:pt x="79" y="297"/>
                    </a:lnTo>
                    <a:lnTo>
                      <a:pt x="83" y="251"/>
                    </a:lnTo>
                    <a:lnTo>
                      <a:pt x="86" y="214"/>
                    </a:lnTo>
                    <a:lnTo>
                      <a:pt x="74" y="139"/>
                    </a:lnTo>
                    <a:lnTo>
                      <a:pt x="71" y="97"/>
                    </a:lnTo>
                    <a:lnTo>
                      <a:pt x="63" y="66"/>
                    </a:lnTo>
                    <a:lnTo>
                      <a:pt x="43" y="24"/>
                    </a:lnTo>
                    <a:lnTo>
                      <a:pt x="33" y="57"/>
                    </a:lnTo>
                    <a:lnTo>
                      <a:pt x="0" y="109"/>
                    </a:lnTo>
                    <a:lnTo>
                      <a:pt x="2" y="91"/>
                    </a:lnTo>
                  </a:path>
                </a:pathLst>
              </a:custGeom>
              <a:solidFill>
                <a:srgbClr val="CEDA9D"/>
              </a:solidFill>
              <a:ln w="9525" cap="rnd">
                <a:noFill/>
                <a:round/>
              </a:ln>
              <a:effectLst/>
            </p:spPr>
            <p:txBody>
              <a:bodyPr/>
              <a:lstStyle/>
              <a:p>
                <a:endParaRPr lang="zh-CN" altLang="en-US"/>
              </a:p>
            </p:txBody>
          </p:sp>
          <p:sp>
            <p:nvSpPr>
              <p:cNvPr id="2139" name="Freeform 91"/>
              <p:cNvSpPr/>
              <p:nvPr/>
            </p:nvSpPr>
            <p:spPr bwMode="ltGray">
              <a:xfrm>
                <a:off x="5256" y="3745"/>
                <a:ext cx="50" cy="585"/>
              </a:xfrm>
              <a:custGeom>
                <a:avLst/>
                <a:gdLst/>
                <a:ahLst/>
                <a:cxnLst>
                  <a:cxn ang="0">
                    <a:pos x="39" y="0"/>
                  </a:cxn>
                  <a:cxn ang="0">
                    <a:pos x="35" y="11"/>
                  </a:cxn>
                  <a:cxn ang="0">
                    <a:pos x="19" y="115"/>
                  </a:cxn>
                  <a:cxn ang="0">
                    <a:pos x="9" y="212"/>
                  </a:cxn>
                  <a:cxn ang="0">
                    <a:pos x="0" y="335"/>
                  </a:cxn>
                  <a:cxn ang="0">
                    <a:pos x="0" y="467"/>
                  </a:cxn>
                  <a:cxn ang="0">
                    <a:pos x="4" y="584"/>
                  </a:cxn>
                  <a:cxn ang="0">
                    <a:pos x="9" y="584"/>
                  </a:cxn>
                  <a:cxn ang="0">
                    <a:pos x="4" y="467"/>
                  </a:cxn>
                  <a:cxn ang="0">
                    <a:pos x="4" y="371"/>
                  </a:cxn>
                  <a:cxn ang="0">
                    <a:pos x="14" y="264"/>
                  </a:cxn>
                  <a:cxn ang="0">
                    <a:pos x="29" y="159"/>
                  </a:cxn>
                  <a:cxn ang="0">
                    <a:pos x="49" y="25"/>
                  </a:cxn>
                  <a:cxn ang="0">
                    <a:pos x="39" y="0"/>
                  </a:cxn>
                </a:cxnLst>
                <a:rect l="0" t="0" r="r" b="b"/>
                <a:pathLst>
                  <a:path w="50" h="585">
                    <a:moveTo>
                      <a:pt x="39" y="0"/>
                    </a:moveTo>
                    <a:lnTo>
                      <a:pt x="35" y="11"/>
                    </a:lnTo>
                    <a:lnTo>
                      <a:pt x="19" y="115"/>
                    </a:lnTo>
                    <a:lnTo>
                      <a:pt x="9" y="212"/>
                    </a:lnTo>
                    <a:lnTo>
                      <a:pt x="0" y="335"/>
                    </a:lnTo>
                    <a:lnTo>
                      <a:pt x="0" y="467"/>
                    </a:lnTo>
                    <a:lnTo>
                      <a:pt x="4" y="584"/>
                    </a:lnTo>
                    <a:lnTo>
                      <a:pt x="9" y="584"/>
                    </a:lnTo>
                    <a:lnTo>
                      <a:pt x="4" y="467"/>
                    </a:lnTo>
                    <a:lnTo>
                      <a:pt x="4" y="371"/>
                    </a:lnTo>
                    <a:lnTo>
                      <a:pt x="14" y="264"/>
                    </a:lnTo>
                    <a:lnTo>
                      <a:pt x="29" y="159"/>
                    </a:lnTo>
                    <a:lnTo>
                      <a:pt x="49" y="25"/>
                    </a:lnTo>
                    <a:lnTo>
                      <a:pt x="39" y="0"/>
                    </a:lnTo>
                  </a:path>
                </a:pathLst>
              </a:custGeom>
              <a:solidFill>
                <a:srgbClr val="CEDA9D"/>
              </a:solidFill>
              <a:ln w="9525" cap="rnd">
                <a:noFill/>
                <a:round/>
              </a:ln>
              <a:effectLst/>
            </p:spPr>
            <p:txBody>
              <a:bodyPr/>
              <a:lstStyle/>
              <a:p>
                <a:endParaRPr lang="zh-CN" altLang="en-US"/>
              </a:p>
            </p:txBody>
          </p:sp>
          <p:sp>
            <p:nvSpPr>
              <p:cNvPr id="2140" name="Freeform 92"/>
              <p:cNvSpPr/>
              <p:nvPr/>
            </p:nvSpPr>
            <p:spPr bwMode="ltGray">
              <a:xfrm>
                <a:off x="5661" y="3596"/>
                <a:ext cx="45" cy="354"/>
              </a:xfrm>
              <a:custGeom>
                <a:avLst/>
                <a:gdLst/>
                <a:ahLst/>
                <a:cxnLst>
                  <a:cxn ang="0">
                    <a:pos x="8" y="0"/>
                  </a:cxn>
                  <a:cxn ang="0">
                    <a:pos x="17" y="25"/>
                  </a:cxn>
                  <a:cxn ang="0">
                    <a:pos x="26" y="69"/>
                  </a:cxn>
                  <a:cxn ang="0">
                    <a:pos x="35" y="128"/>
                  </a:cxn>
                  <a:cxn ang="0">
                    <a:pos x="44" y="203"/>
                  </a:cxn>
                  <a:cxn ang="0">
                    <a:pos x="44" y="282"/>
                  </a:cxn>
                  <a:cxn ang="0">
                    <a:pos x="39" y="353"/>
                  </a:cxn>
                  <a:cxn ang="0">
                    <a:pos x="35" y="353"/>
                  </a:cxn>
                  <a:cxn ang="0">
                    <a:pos x="39" y="282"/>
                  </a:cxn>
                  <a:cxn ang="0">
                    <a:pos x="39" y="224"/>
                  </a:cxn>
                  <a:cxn ang="0">
                    <a:pos x="30" y="159"/>
                  </a:cxn>
                  <a:cxn ang="0">
                    <a:pos x="17" y="96"/>
                  </a:cxn>
                  <a:cxn ang="0">
                    <a:pos x="0" y="15"/>
                  </a:cxn>
                  <a:cxn ang="0">
                    <a:pos x="8" y="0"/>
                  </a:cxn>
                </a:cxnLst>
                <a:rect l="0" t="0" r="r" b="b"/>
                <a:pathLst>
                  <a:path w="45" h="354">
                    <a:moveTo>
                      <a:pt x="8" y="0"/>
                    </a:moveTo>
                    <a:lnTo>
                      <a:pt x="17" y="25"/>
                    </a:lnTo>
                    <a:lnTo>
                      <a:pt x="26" y="69"/>
                    </a:lnTo>
                    <a:lnTo>
                      <a:pt x="35" y="128"/>
                    </a:lnTo>
                    <a:lnTo>
                      <a:pt x="44" y="203"/>
                    </a:lnTo>
                    <a:lnTo>
                      <a:pt x="44" y="282"/>
                    </a:lnTo>
                    <a:lnTo>
                      <a:pt x="39" y="353"/>
                    </a:lnTo>
                    <a:lnTo>
                      <a:pt x="35" y="353"/>
                    </a:lnTo>
                    <a:lnTo>
                      <a:pt x="39" y="282"/>
                    </a:lnTo>
                    <a:lnTo>
                      <a:pt x="39" y="224"/>
                    </a:lnTo>
                    <a:lnTo>
                      <a:pt x="30" y="159"/>
                    </a:lnTo>
                    <a:lnTo>
                      <a:pt x="17" y="96"/>
                    </a:lnTo>
                    <a:lnTo>
                      <a:pt x="0" y="15"/>
                    </a:lnTo>
                    <a:lnTo>
                      <a:pt x="8" y="0"/>
                    </a:lnTo>
                  </a:path>
                </a:pathLst>
              </a:custGeom>
              <a:solidFill>
                <a:srgbClr val="CEDA9D"/>
              </a:solidFill>
              <a:ln w="9525" cap="rnd">
                <a:noFill/>
                <a:round/>
              </a:ln>
              <a:effectLst/>
            </p:spPr>
            <p:txBody>
              <a:bodyPr/>
              <a:lstStyle/>
              <a:p>
                <a:endParaRPr lang="zh-CN" altLang="en-US"/>
              </a:p>
            </p:txBody>
          </p:sp>
          <p:sp>
            <p:nvSpPr>
              <p:cNvPr id="2141" name="Freeform 93"/>
              <p:cNvSpPr/>
              <p:nvPr/>
            </p:nvSpPr>
            <p:spPr bwMode="ltGray">
              <a:xfrm>
                <a:off x="5439" y="3408"/>
                <a:ext cx="76" cy="353"/>
              </a:xfrm>
              <a:custGeom>
                <a:avLst/>
                <a:gdLst/>
                <a:ahLst/>
                <a:cxnLst>
                  <a:cxn ang="0">
                    <a:pos x="73" y="54"/>
                  </a:cxn>
                  <a:cxn ang="0">
                    <a:pos x="57" y="0"/>
                  </a:cxn>
                  <a:cxn ang="0">
                    <a:pos x="47" y="1"/>
                  </a:cxn>
                  <a:cxn ang="0">
                    <a:pos x="38" y="4"/>
                  </a:cxn>
                  <a:cxn ang="0">
                    <a:pos x="32" y="18"/>
                  </a:cxn>
                  <a:cxn ang="0">
                    <a:pos x="15" y="64"/>
                  </a:cxn>
                  <a:cxn ang="0">
                    <a:pos x="8" y="85"/>
                  </a:cxn>
                  <a:cxn ang="0">
                    <a:pos x="6" y="105"/>
                  </a:cxn>
                  <a:cxn ang="0">
                    <a:pos x="0" y="165"/>
                  </a:cxn>
                  <a:cxn ang="0">
                    <a:pos x="0" y="183"/>
                  </a:cxn>
                  <a:cxn ang="0">
                    <a:pos x="0" y="206"/>
                  </a:cxn>
                  <a:cxn ang="0">
                    <a:pos x="4" y="230"/>
                  </a:cxn>
                  <a:cxn ang="0">
                    <a:pos x="10" y="268"/>
                  </a:cxn>
                  <a:cxn ang="0">
                    <a:pos x="16" y="292"/>
                  </a:cxn>
                  <a:cxn ang="0">
                    <a:pos x="25" y="320"/>
                  </a:cxn>
                  <a:cxn ang="0">
                    <a:pos x="42" y="352"/>
                  </a:cxn>
                  <a:cxn ang="0">
                    <a:pos x="33" y="311"/>
                  </a:cxn>
                  <a:cxn ang="0">
                    <a:pos x="26" y="274"/>
                  </a:cxn>
                  <a:cxn ang="0">
                    <a:pos x="22" y="239"/>
                  </a:cxn>
                  <a:cxn ang="0">
                    <a:pos x="23" y="206"/>
                  </a:cxn>
                  <a:cxn ang="0">
                    <a:pos x="25" y="183"/>
                  </a:cxn>
                  <a:cxn ang="0">
                    <a:pos x="22" y="154"/>
                  </a:cxn>
                  <a:cxn ang="0">
                    <a:pos x="21" y="131"/>
                  </a:cxn>
                  <a:cxn ang="0">
                    <a:pos x="27" y="85"/>
                  </a:cxn>
                  <a:cxn ang="0">
                    <a:pos x="29" y="60"/>
                  </a:cxn>
                  <a:cxn ang="0">
                    <a:pos x="35" y="40"/>
                  </a:cxn>
                  <a:cxn ang="0">
                    <a:pos x="47" y="14"/>
                  </a:cxn>
                  <a:cxn ang="0">
                    <a:pos x="53" y="34"/>
                  </a:cxn>
                  <a:cxn ang="0">
                    <a:pos x="75" y="66"/>
                  </a:cxn>
                  <a:cxn ang="0">
                    <a:pos x="73" y="54"/>
                  </a:cxn>
                </a:cxnLst>
                <a:rect l="0" t="0" r="r" b="b"/>
                <a:pathLst>
                  <a:path w="76" h="353">
                    <a:moveTo>
                      <a:pt x="73" y="54"/>
                    </a:moveTo>
                    <a:lnTo>
                      <a:pt x="57" y="0"/>
                    </a:lnTo>
                    <a:lnTo>
                      <a:pt x="47" y="1"/>
                    </a:lnTo>
                    <a:lnTo>
                      <a:pt x="38" y="4"/>
                    </a:lnTo>
                    <a:lnTo>
                      <a:pt x="32" y="18"/>
                    </a:lnTo>
                    <a:lnTo>
                      <a:pt x="15" y="64"/>
                    </a:lnTo>
                    <a:lnTo>
                      <a:pt x="8" y="85"/>
                    </a:lnTo>
                    <a:lnTo>
                      <a:pt x="6" y="105"/>
                    </a:lnTo>
                    <a:lnTo>
                      <a:pt x="0" y="165"/>
                    </a:lnTo>
                    <a:lnTo>
                      <a:pt x="0" y="183"/>
                    </a:lnTo>
                    <a:lnTo>
                      <a:pt x="0" y="206"/>
                    </a:lnTo>
                    <a:lnTo>
                      <a:pt x="4" y="230"/>
                    </a:lnTo>
                    <a:lnTo>
                      <a:pt x="10" y="268"/>
                    </a:lnTo>
                    <a:lnTo>
                      <a:pt x="16" y="292"/>
                    </a:lnTo>
                    <a:lnTo>
                      <a:pt x="25" y="320"/>
                    </a:lnTo>
                    <a:lnTo>
                      <a:pt x="42" y="352"/>
                    </a:lnTo>
                    <a:lnTo>
                      <a:pt x="33" y="311"/>
                    </a:lnTo>
                    <a:lnTo>
                      <a:pt x="26" y="274"/>
                    </a:lnTo>
                    <a:lnTo>
                      <a:pt x="22" y="239"/>
                    </a:lnTo>
                    <a:lnTo>
                      <a:pt x="23" y="206"/>
                    </a:lnTo>
                    <a:lnTo>
                      <a:pt x="25" y="183"/>
                    </a:lnTo>
                    <a:lnTo>
                      <a:pt x="22" y="154"/>
                    </a:lnTo>
                    <a:lnTo>
                      <a:pt x="21" y="131"/>
                    </a:lnTo>
                    <a:lnTo>
                      <a:pt x="27" y="85"/>
                    </a:lnTo>
                    <a:lnTo>
                      <a:pt x="29" y="60"/>
                    </a:lnTo>
                    <a:lnTo>
                      <a:pt x="35" y="40"/>
                    </a:lnTo>
                    <a:lnTo>
                      <a:pt x="47" y="14"/>
                    </a:lnTo>
                    <a:lnTo>
                      <a:pt x="53" y="34"/>
                    </a:lnTo>
                    <a:lnTo>
                      <a:pt x="75" y="66"/>
                    </a:lnTo>
                    <a:lnTo>
                      <a:pt x="73" y="54"/>
                    </a:lnTo>
                  </a:path>
                </a:pathLst>
              </a:custGeom>
              <a:solidFill>
                <a:srgbClr val="CEDA9D"/>
              </a:solidFill>
              <a:ln w="9525" cap="rnd">
                <a:noFill/>
                <a:round/>
              </a:ln>
              <a:effectLst/>
            </p:spPr>
            <p:txBody>
              <a:bodyPr/>
              <a:lstStyle/>
              <a:p>
                <a:endParaRPr lang="zh-CN" altLang="en-US"/>
              </a:p>
            </p:txBody>
          </p:sp>
          <p:sp>
            <p:nvSpPr>
              <p:cNvPr id="2142" name="Freeform 94"/>
              <p:cNvSpPr/>
              <p:nvPr/>
            </p:nvSpPr>
            <p:spPr bwMode="ltGray">
              <a:xfrm>
                <a:off x="5568" y="3094"/>
                <a:ext cx="185" cy="636"/>
              </a:xfrm>
              <a:custGeom>
                <a:avLst/>
                <a:gdLst/>
                <a:ahLst/>
                <a:cxnLst>
                  <a:cxn ang="0">
                    <a:pos x="60" y="7"/>
                  </a:cxn>
                  <a:cxn ang="0">
                    <a:pos x="64" y="27"/>
                  </a:cxn>
                  <a:cxn ang="0">
                    <a:pos x="105" y="24"/>
                  </a:cxn>
                  <a:cxn ang="0">
                    <a:pos x="89" y="33"/>
                  </a:cxn>
                  <a:cxn ang="0">
                    <a:pos x="72" y="43"/>
                  </a:cxn>
                  <a:cxn ang="0">
                    <a:pos x="111" y="59"/>
                  </a:cxn>
                  <a:cxn ang="0">
                    <a:pos x="80" y="64"/>
                  </a:cxn>
                  <a:cxn ang="0">
                    <a:pos x="78" y="83"/>
                  </a:cxn>
                  <a:cxn ang="0">
                    <a:pos x="165" y="172"/>
                  </a:cxn>
                  <a:cxn ang="0">
                    <a:pos x="85" y="107"/>
                  </a:cxn>
                  <a:cxn ang="0">
                    <a:pos x="102" y="145"/>
                  </a:cxn>
                  <a:cxn ang="0">
                    <a:pos x="90" y="148"/>
                  </a:cxn>
                  <a:cxn ang="0">
                    <a:pos x="105" y="198"/>
                  </a:cxn>
                  <a:cxn ang="0">
                    <a:pos x="137" y="251"/>
                  </a:cxn>
                  <a:cxn ang="0">
                    <a:pos x="102" y="213"/>
                  </a:cxn>
                  <a:cxn ang="0">
                    <a:pos x="132" y="293"/>
                  </a:cxn>
                  <a:cxn ang="0">
                    <a:pos x="104" y="240"/>
                  </a:cxn>
                  <a:cxn ang="0">
                    <a:pos x="98" y="240"/>
                  </a:cxn>
                  <a:cxn ang="0">
                    <a:pos x="108" y="287"/>
                  </a:cxn>
                  <a:cxn ang="0">
                    <a:pos x="99" y="287"/>
                  </a:cxn>
                  <a:cxn ang="0">
                    <a:pos x="117" y="342"/>
                  </a:cxn>
                  <a:cxn ang="0">
                    <a:pos x="107" y="328"/>
                  </a:cxn>
                  <a:cxn ang="0">
                    <a:pos x="115" y="380"/>
                  </a:cxn>
                  <a:cxn ang="0">
                    <a:pos x="108" y="362"/>
                  </a:cxn>
                  <a:cxn ang="0">
                    <a:pos x="100" y="358"/>
                  </a:cxn>
                  <a:cxn ang="0">
                    <a:pos x="105" y="395"/>
                  </a:cxn>
                  <a:cxn ang="0">
                    <a:pos x="123" y="465"/>
                  </a:cxn>
                  <a:cxn ang="0">
                    <a:pos x="100" y="411"/>
                  </a:cxn>
                  <a:cxn ang="0">
                    <a:pos x="95" y="403"/>
                  </a:cxn>
                  <a:cxn ang="0">
                    <a:pos x="96" y="460"/>
                  </a:cxn>
                  <a:cxn ang="0">
                    <a:pos x="89" y="489"/>
                  </a:cxn>
                  <a:cxn ang="0">
                    <a:pos x="87" y="456"/>
                  </a:cxn>
                  <a:cxn ang="0">
                    <a:pos x="21" y="544"/>
                  </a:cxn>
                  <a:cxn ang="0">
                    <a:pos x="80" y="417"/>
                  </a:cxn>
                  <a:cxn ang="0">
                    <a:pos x="69" y="444"/>
                  </a:cxn>
                  <a:cxn ang="0">
                    <a:pos x="86" y="374"/>
                  </a:cxn>
                  <a:cxn ang="0">
                    <a:pos x="13" y="429"/>
                  </a:cxn>
                  <a:cxn ang="0">
                    <a:pos x="86" y="351"/>
                  </a:cxn>
                  <a:cxn ang="0">
                    <a:pos x="76" y="334"/>
                  </a:cxn>
                  <a:cxn ang="0">
                    <a:pos x="83" y="305"/>
                  </a:cxn>
                  <a:cxn ang="0">
                    <a:pos x="72" y="305"/>
                  </a:cxn>
                  <a:cxn ang="0">
                    <a:pos x="40" y="359"/>
                  </a:cxn>
                  <a:cxn ang="0">
                    <a:pos x="71" y="256"/>
                  </a:cxn>
                  <a:cxn ang="0">
                    <a:pos x="77" y="218"/>
                  </a:cxn>
                  <a:cxn ang="0">
                    <a:pos x="69" y="211"/>
                  </a:cxn>
                  <a:cxn ang="0">
                    <a:pos x="70" y="175"/>
                  </a:cxn>
                  <a:cxn ang="0">
                    <a:pos x="65" y="171"/>
                  </a:cxn>
                  <a:cxn ang="0">
                    <a:pos x="43" y="203"/>
                  </a:cxn>
                  <a:cxn ang="0">
                    <a:pos x="61" y="152"/>
                  </a:cxn>
                  <a:cxn ang="0">
                    <a:pos x="60" y="106"/>
                  </a:cxn>
                  <a:cxn ang="0">
                    <a:pos x="61" y="80"/>
                  </a:cxn>
                  <a:cxn ang="0">
                    <a:pos x="42" y="79"/>
                  </a:cxn>
                  <a:cxn ang="0">
                    <a:pos x="48" y="43"/>
                  </a:cxn>
                  <a:cxn ang="0">
                    <a:pos x="39" y="34"/>
                  </a:cxn>
                  <a:cxn ang="0">
                    <a:pos x="40" y="0"/>
                  </a:cxn>
                </a:cxnLst>
                <a:rect l="0" t="0" r="r" b="b"/>
                <a:pathLst>
                  <a:path w="185" h="636">
                    <a:moveTo>
                      <a:pt x="40" y="0"/>
                    </a:moveTo>
                    <a:lnTo>
                      <a:pt x="48" y="1"/>
                    </a:lnTo>
                    <a:lnTo>
                      <a:pt x="60" y="7"/>
                    </a:lnTo>
                    <a:lnTo>
                      <a:pt x="52" y="10"/>
                    </a:lnTo>
                    <a:lnTo>
                      <a:pt x="58" y="18"/>
                    </a:lnTo>
                    <a:lnTo>
                      <a:pt x="64" y="27"/>
                    </a:lnTo>
                    <a:lnTo>
                      <a:pt x="74" y="30"/>
                    </a:lnTo>
                    <a:lnTo>
                      <a:pt x="89" y="28"/>
                    </a:lnTo>
                    <a:lnTo>
                      <a:pt x="105" y="24"/>
                    </a:lnTo>
                    <a:lnTo>
                      <a:pt x="147" y="28"/>
                    </a:lnTo>
                    <a:lnTo>
                      <a:pt x="107" y="24"/>
                    </a:lnTo>
                    <a:lnTo>
                      <a:pt x="89" y="33"/>
                    </a:lnTo>
                    <a:lnTo>
                      <a:pt x="74" y="30"/>
                    </a:lnTo>
                    <a:lnTo>
                      <a:pt x="64" y="35"/>
                    </a:lnTo>
                    <a:lnTo>
                      <a:pt x="72" y="43"/>
                    </a:lnTo>
                    <a:lnTo>
                      <a:pt x="67" y="47"/>
                    </a:lnTo>
                    <a:lnTo>
                      <a:pt x="80" y="61"/>
                    </a:lnTo>
                    <a:lnTo>
                      <a:pt x="111" y="59"/>
                    </a:lnTo>
                    <a:lnTo>
                      <a:pt x="150" y="109"/>
                    </a:lnTo>
                    <a:lnTo>
                      <a:pt x="111" y="61"/>
                    </a:lnTo>
                    <a:lnTo>
                      <a:pt x="80" y="64"/>
                    </a:lnTo>
                    <a:lnTo>
                      <a:pt x="72" y="66"/>
                    </a:lnTo>
                    <a:lnTo>
                      <a:pt x="88" y="83"/>
                    </a:lnTo>
                    <a:lnTo>
                      <a:pt x="78" y="83"/>
                    </a:lnTo>
                    <a:lnTo>
                      <a:pt x="95" y="103"/>
                    </a:lnTo>
                    <a:lnTo>
                      <a:pt x="128" y="128"/>
                    </a:lnTo>
                    <a:lnTo>
                      <a:pt x="165" y="172"/>
                    </a:lnTo>
                    <a:lnTo>
                      <a:pt x="127" y="132"/>
                    </a:lnTo>
                    <a:lnTo>
                      <a:pt x="94" y="106"/>
                    </a:lnTo>
                    <a:lnTo>
                      <a:pt x="85" y="107"/>
                    </a:lnTo>
                    <a:lnTo>
                      <a:pt x="99" y="122"/>
                    </a:lnTo>
                    <a:lnTo>
                      <a:pt x="89" y="126"/>
                    </a:lnTo>
                    <a:lnTo>
                      <a:pt x="102" y="145"/>
                    </a:lnTo>
                    <a:lnTo>
                      <a:pt x="180" y="298"/>
                    </a:lnTo>
                    <a:lnTo>
                      <a:pt x="102" y="148"/>
                    </a:lnTo>
                    <a:lnTo>
                      <a:pt x="90" y="148"/>
                    </a:lnTo>
                    <a:lnTo>
                      <a:pt x="103" y="171"/>
                    </a:lnTo>
                    <a:lnTo>
                      <a:pt x="94" y="169"/>
                    </a:lnTo>
                    <a:lnTo>
                      <a:pt x="105" y="198"/>
                    </a:lnTo>
                    <a:lnTo>
                      <a:pt x="137" y="251"/>
                    </a:lnTo>
                    <a:lnTo>
                      <a:pt x="171" y="326"/>
                    </a:lnTo>
                    <a:lnTo>
                      <a:pt x="137" y="251"/>
                    </a:lnTo>
                    <a:lnTo>
                      <a:pt x="104" y="200"/>
                    </a:lnTo>
                    <a:lnTo>
                      <a:pt x="94" y="194"/>
                    </a:lnTo>
                    <a:lnTo>
                      <a:pt x="102" y="213"/>
                    </a:lnTo>
                    <a:lnTo>
                      <a:pt x="95" y="208"/>
                    </a:lnTo>
                    <a:lnTo>
                      <a:pt x="105" y="239"/>
                    </a:lnTo>
                    <a:lnTo>
                      <a:pt x="132" y="293"/>
                    </a:lnTo>
                    <a:lnTo>
                      <a:pt x="184" y="365"/>
                    </a:lnTo>
                    <a:lnTo>
                      <a:pt x="133" y="295"/>
                    </a:lnTo>
                    <a:lnTo>
                      <a:pt x="104" y="240"/>
                    </a:lnTo>
                    <a:lnTo>
                      <a:pt x="100" y="240"/>
                    </a:lnTo>
                    <a:lnTo>
                      <a:pt x="149" y="403"/>
                    </a:lnTo>
                    <a:lnTo>
                      <a:pt x="98" y="240"/>
                    </a:lnTo>
                    <a:lnTo>
                      <a:pt x="104" y="262"/>
                    </a:lnTo>
                    <a:lnTo>
                      <a:pt x="98" y="254"/>
                    </a:lnTo>
                    <a:lnTo>
                      <a:pt x="108" y="287"/>
                    </a:lnTo>
                    <a:lnTo>
                      <a:pt x="142" y="362"/>
                    </a:lnTo>
                    <a:lnTo>
                      <a:pt x="108" y="293"/>
                    </a:lnTo>
                    <a:lnTo>
                      <a:pt x="99" y="287"/>
                    </a:lnTo>
                    <a:lnTo>
                      <a:pt x="108" y="309"/>
                    </a:lnTo>
                    <a:lnTo>
                      <a:pt x="148" y="456"/>
                    </a:lnTo>
                    <a:lnTo>
                      <a:pt x="117" y="342"/>
                    </a:lnTo>
                    <a:lnTo>
                      <a:pt x="105" y="309"/>
                    </a:lnTo>
                    <a:lnTo>
                      <a:pt x="99" y="305"/>
                    </a:lnTo>
                    <a:lnTo>
                      <a:pt x="107" y="328"/>
                    </a:lnTo>
                    <a:lnTo>
                      <a:pt x="100" y="325"/>
                    </a:lnTo>
                    <a:lnTo>
                      <a:pt x="111" y="354"/>
                    </a:lnTo>
                    <a:lnTo>
                      <a:pt x="115" y="380"/>
                    </a:lnTo>
                    <a:lnTo>
                      <a:pt x="167" y="465"/>
                    </a:lnTo>
                    <a:lnTo>
                      <a:pt x="114" y="381"/>
                    </a:lnTo>
                    <a:lnTo>
                      <a:pt x="108" y="362"/>
                    </a:lnTo>
                    <a:lnTo>
                      <a:pt x="102" y="358"/>
                    </a:lnTo>
                    <a:lnTo>
                      <a:pt x="114" y="406"/>
                    </a:lnTo>
                    <a:lnTo>
                      <a:pt x="100" y="358"/>
                    </a:lnTo>
                    <a:lnTo>
                      <a:pt x="108" y="381"/>
                    </a:lnTo>
                    <a:lnTo>
                      <a:pt x="99" y="375"/>
                    </a:lnTo>
                    <a:lnTo>
                      <a:pt x="105" y="395"/>
                    </a:lnTo>
                    <a:lnTo>
                      <a:pt x="123" y="465"/>
                    </a:lnTo>
                    <a:lnTo>
                      <a:pt x="140" y="508"/>
                    </a:lnTo>
                    <a:lnTo>
                      <a:pt x="123" y="465"/>
                    </a:lnTo>
                    <a:lnTo>
                      <a:pt x="104" y="398"/>
                    </a:lnTo>
                    <a:lnTo>
                      <a:pt x="98" y="395"/>
                    </a:lnTo>
                    <a:lnTo>
                      <a:pt x="100" y="411"/>
                    </a:lnTo>
                    <a:lnTo>
                      <a:pt x="114" y="456"/>
                    </a:lnTo>
                    <a:lnTo>
                      <a:pt x="99" y="417"/>
                    </a:lnTo>
                    <a:lnTo>
                      <a:pt x="95" y="403"/>
                    </a:lnTo>
                    <a:lnTo>
                      <a:pt x="102" y="439"/>
                    </a:lnTo>
                    <a:lnTo>
                      <a:pt x="94" y="431"/>
                    </a:lnTo>
                    <a:lnTo>
                      <a:pt x="96" y="460"/>
                    </a:lnTo>
                    <a:lnTo>
                      <a:pt x="92" y="447"/>
                    </a:lnTo>
                    <a:lnTo>
                      <a:pt x="88" y="459"/>
                    </a:lnTo>
                    <a:lnTo>
                      <a:pt x="89" y="489"/>
                    </a:lnTo>
                    <a:lnTo>
                      <a:pt x="121" y="635"/>
                    </a:lnTo>
                    <a:lnTo>
                      <a:pt x="87" y="489"/>
                    </a:lnTo>
                    <a:lnTo>
                      <a:pt x="87" y="456"/>
                    </a:lnTo>
                    <a:lnTo>
                      <a:pt x="87" y="437"/>
                    </a:lnTo>
                    <a:lnTo>
                      <a:pt x="80" y="447"/>
                    </a:lnTo>
                    <a:lnTo>
                      <a:pt x="21" y="544"/>
                    </a:lnTo>
                    <a:lnTo>
                      <a:pt x="81" y="439"/>
                    </a:lnTo>
                    <a:lnTo>
                      <a:pt x="87" y="411"/>
                    </a:lnTo>
                    <a:lnTo>
                      <a:pt x="80" y="417"/>
                    </a:lnTo>
                    <a:lnTo>
                      <a:pt x="89" y="384"/>
                    </a:lnTo>
                    <a:lnTo>
                      <a:pt x="81" y="397"/>
                    </a:lnTo>
                    <a:lnTo>
                      <a:pt x="69" y="444"/>
                    </a:lnTo>
                    <a:lnTo>
                      <a:pt x="80" y="394"/>
                    </a:lnTo>
                    <a:lnTo>
                      <a:pt x="87" y="374"/>
                    </a:lnTo>
                    <a:lnTo>
                      <a:pt x="86" y="374"/>
                    </a:lnTo>
                    <a:lnTo>
                      <a:pt x="78" y="384"/>
                    </a:lnTo>
                    <a:lnTo>
                      <a:pt x="64" y="410"/>
                    </a:lnTo>
                    <a:lnTo>
                      <a:pt x="13" y="429"/>
                    </a:lnTo>
                    <a:lnTo>
                      <a:pt x="64" y="406"/>
                    </a:lnTo>
                    <a:lnTo>
                      <a:pt x="80" y="375"/>
                    </a:lnTo>
                    <a:lnTo>
                      <a:pt x="86" y="351"/>
                    </a:lnTo>
                    <a:lnTo>
                      <a:pt x="78" y="351"/>
                    </a:lnTo>
                    <a:lnTo>
                      <a:pt x="86" y="328"/>
                    </a:lnTo>
                    <a:lnTo>
                      <a:pt x="76" y="334"/>
                    </a:lnTo>
                    <a:lnTo>
                      <a:pt x="40" y="380"/>
                    </a:lnTo>
                    <a:lnTo>
                      <a:pt x="76" y="332"/>
                    </a:lnTo>
                    <a:lnTo>
                      <a:pt x="83" y="305"/>
                    </a:lnTo>
                    <a:lnTo>
                      <a:pt x="74" y="312"/>
                    </a:lnTo>
                    <a:lnTo>
                      <a:pt x="80" y="290"/>
                    </a:lnTo>
                    <a:lnTo>
                      <a:pt x="72" y="305"/>
                    </a:lnTo>
                    <a:lnTo>
                      <a:pt x="78" y="272"/>
                    </a:lnTo>
                    <a:lnTo>
                      <a:pt x="71" y="289"/>
                    </a:lnTo>
                    <a:lnTo>
                      <a:pt x="40" y="359"/>
                    </a:lnTo>
                    <a:lnTo>
                      <a:pt x="72" y="289"/>
                    </a:lnTo>
                    <a:lnTo>
                      <a:pt x="80" y="247"/>
                    </a:lnTo>
                    <a:lnTo>
                      <a:pt x="71" y="256"/>
                    </a:lnTo>
                    <a:lnTo>
                      <a:pt x="20" y="296"/>
                    </a:lnTo>
                    <a:lnTo>
                      <a:pt x="71" y="254"/>
                    </a:lnTo>
                    <a:lnTo>
                      <a:pt x="77" y="218"/>
                    </a:lnTo>
                    <a:lnTo>
                      <a:pt x="70" y="224"/>
                    </a:lnTo>
                    <a:lnTo>
                      <a:pt x="76" y="203"/>
                    </a:lnTo>
                    <a:lnTo>
                      <a:pt x="69" y="211"/>
                    </a:lnTo>
                    <a:lnTo>
                      <a:pt x="44" y="311"/>
                    </a:lnTo>
                    <a:lnTo>
                      <a:pt x="70" y="203"/>
                    </a:lnTo>
                    <a:lnTo>
                      <a:pt x="70" y="175"/>
                    </a:lnTo>
                    <a:lnTo>
                      <a:pt x="62" y="188"/>
                    </a:lnTo>
                    <a:lnTo>
                      <a:pt x="48" y="243"/>
                    </a:lnTo>
                    <a:lnTo>
                      <a:pt x="65" y="171"/>
                    </a:lnTo>
                    <a:lnTo>
                      <a:pt x="69" y="148"/>
                    </a:lnTo>
                    <a:lnTo>
                      <a:pt x="62" y="158"/>
                    </a:lnTo>
                    <a:lnTo>
                      <a:pt x="43" y="203"/>
                    </a:lnTo>
                    <a:lnTo>
                      <a:pt x="0" y="228"/>
                    </a:lnTo>
                    <a:lnTo>
                      <a:pt x="44" y="200"/>
                    </a:lnTo>
                    <a:lnTo>
                      <a:pt x="61" y="152"/>
                    </a:lnTo>
                    <a:lnTo>
                      <a:pt x="64" y="120"/>
                    </a:lnTo>
                    <a:lnTo>
                      <a:pt x="56" y="135"/>
                    </a:lnTo>
                    <a:lnTo>
                      <a:pt x="60" y="106"/>
                    </a:lnTo>
                    <a:lnTo>
                      <a:pt x="31" y="182"/>
                    </a:lnTo>
                    <a:lnTo>
                      <a:pt x="58" y="103"/>
                    </a:lnTo>
                    <a:lnTo>
                      <a:pt x="61" y="80"/>
                    </a:lnTo>
                    <a:lnTo>
                      <a:pt x="52" y="97"/>
                    </a:lnTo>
                    <a:lnTo>
                      <a:pt x="53" y="63"/>
                    </a:lnTo>
                    <a:lnTo>
                      <a:pt x="42" y="79"/>
                    </a:lnTo>
                    <a:lnTo>
                      <a:pt x="2" y="139"/>
                    </a:lnTo>
                    <a:lnTo>
                      <a:pt x="42" y="77"/>
                    </a:lnTo>
                    <a:lnTo>
                      <a:pt x="48" y="43"/>
                    </a:lnTo>
                    <a:lnTo>
                      <a:pt x="40" y="53"/>
                    </a:lnTo>
                    <a:lnTo>
                      <a:pt x="44" y="27"/>
                    </a:lnTo>
                    <a:lnTo>
                      <a:pt x="39" y="34"/>
                    </a:lnTo>
                    <a:lnTo>
                      <a:pt x="37" y="14"/>
                    </a:lnTo>
                    <a:lnTo>
                      <a:pt x="39" y="5"/>
                    </a:lnTo>
                    <a:lnTo>
                      <a:pt x="40" y="0"/>
                    </a:lnTo>
                  </a:path>
                </a:pathLst>
              </a:custGeom>
              <a:solidFill>
                <a:srgbClr val="CEDA9D"/>
              </a:solidFill>
              <a:ln w="9525" cap="rnd">
                <a:noFill/>
                <a:round/>
              </a:ln>
              <a:effectLst/>
            </p:spPr>
            <p:txBody>
              <a:bodyPr/>
              <a:lstStyle/>
              <a:p>
                <a:endParaRPr lang="zh-CN" altLang="en-US"/>
              </a:p>
            </p:txBody>
          </p:sp>
          <p:sp>
            <p:nvSpPr>
              <p:cNvPr id="2143" name="Freeform 95"/>
              <p:cNvSpPr/>
              <p:nvPr/>
            </p:nvSpPr>
            <p:spPr bwMode="ltGray">
              <a:xfrm>
                <a:off x="5348" y="3757"/>
                <a:ext cx="38" cy="246"/>
              </a:xfrm>
              <a:custGeom>
                <a:avLst/>
                <a:gdLst/>
                <a:ahLst/>
                <a:cxnLst>
                  <a:cxn ang="0">
                    <a:pos x="29" y="0"/>
                  </a:cxn>
                  <a:cxn ang="0">
                    <a:pos x="22" y="18"/>
                  </a:cxn>
                  <a:cxn ang="0">
                    <a:pos x="14" y="48"/>
                  </a:cxn>
                  <a:cxn ang="0">
                    <a:pos x="7" y="88"/>
                  </a:cxn>
                  <a:cxn ang="0">
                    <a:pos x="0" y="140"/>
                  </a:cxn>
                  <a:cxn ang="0">
                    <a:pos x="0" y="196"/>
                  </a:cxn>
                  <a:cxn ang="0">
                    <a:pos x="3" y="245"/>
                  </a:cxn>
                  <a:cxn ang="0">
                    <a:pos x="7" y="245"/>
                  </a:cxn>
                  <a:cxn ang="0">
                    <a:pos x="3" y="196"/>
                  </a:cxn>
                  <a:cxn ang="0">
                    <a:pos x="3" y="156"/>
                  </a:cxn>
                  <a:cxn ang="0">
                    <a:pos x="10" y="111"/>
                  </a:cxn>
                  <a:cxn ang="0">
                    <a:pos x="22" y="67"/>
                  </a:cxn>
                  <a:cxn ang="0">
                    <a:pos x="37" y="11"/>
                  </a:cxn>
                  <a:cxn ang="0">
                    <a:pos x="29" y="0"/>
                  </a:cxn>
                </a:cxnLst>
                <a:rect l="0" t="0" r="r" b="b"/>
                <a:pathLst>
                  <a:path w="38" h="246">
                    <a:moveTo>
                      <a:pt x="29" y="0"/>
                    </a:moveTo>
                    <a:lnTo>
                      <a:pt x="22" y="18"/>
                    </a:lnTo>
                    <a:lnTo>
                      <a:pt x="14" y="48"/>
                    </a:lnTo>
                    <a:lnTo>
                      <a:pt x="7" y="88"/>
                    </a:lnTo>
                    <a:lnTo>
                      <a:pt x="0" y="140"/>
                    </a:lnTo>
                    <a:lnTo>
                      <a:pt x="0" y="196"/>
                    </a:lnTo>
                    <a:lnTo>
                      <a:pt x="3" y="245"/>
                    </a:lnTo>
                    <a:lnTo>
                      <a:pt x="7" y="245"/>
                    </a:lnTo>
                    <a:lnTo>
                      <a:pt x="3" y="196"/>
                    </a:lnTo>
                    <a:lnTo>
                      <a:pt x="3" y="156"/>
                    </a:lnTo>
                    <a:lnTo>
                      <a:pt x="10" y="111"/>
                    </a:lnTo>
                    <a:lnTo>
                      <a:pt x="22" y="67"/>
                    </a:lnTo>
                    <a:lnTo>
                      <a:pt x="37" y="11"/>
                    </a:lnTo>
                    <a:lnTo>
                      <a:pt x="29" y="0"/>
                    </a:lnTo>
                  </a:path>
                </a:pathLst>
              </a:custGeom>
              <a:solidFill>
                <a:srgbClr val="CEDA9D"/>
              </a:solidFill>
              <a:ln w="9525" cap="rnd">
                <a:noFill/>
                <a:round/>
              </a:ln>
              <a:effectLst/>
            </p:spPr>
            <p:txBody>
              <a:bodyPr/>
              <a:lstStyle/>
              <a:p>
                <a:endParaRPr lang="zh-CN" altLang="en-US"/>
              </a:p>
            </p:txBody>
          </p:sp>
          <p:sp>
            <p:nvSpPr>
              <p:cNvPr id="2144" name="Freeform 96"/>
              <p:cNvSpPr/>
              <p:nvPr/>
            </p:nvSpPr>
            <p:spPr bwMode="ltGray">
              <a:xfrm>
                <a:off x="5507" y="3623"/>
                <a:ext cx="63" cy="247"/>
              </a:xfrm>
              <a:custGeom>
                <a:avLst/>
                <a:gdLst/>
                <a:ahLst/>
                <a:cxnLst>
                  <a:cxn ang="0">
                    <a:pos x="1" y="39"/>
                  </a:cxn>
                  <a:cxn ang="0">
                    <a:pos x="14" y="0"/>
                  </a:cxn>
                  <a:cxn ang="0">
                    <a:pos x="23" y="0"/>
                  </a:cxn>
                  <a:cxn ang="0">
                    <a:pos x="29" y="2"/>
                  </a:cxn>
                  <a:cxn ang="0">
                    <a:pos x="35" y="13"/>
                  </a:cxn>
                  <a:cxn ang="0">
                    <a:pos x="49" y="44"/>
                  </a:cxn>
                  <a:cxn ang="0">
                    <a:pos x="54" y="59"/>
                  </a:cxn>
                  <a:cxn ang="0">
                    <a:pos x="57" y="73"/>
                  </a:cxn>
                  <a:cxn ang="0">
                    <a:pos x="61" y="115"/>
                  </a:cxn>
                  <a:cxn ang="0">
                    <a:pos x="62" y="128"/>
                  </a:cxn>
                  <a:cxn ang="0">
                    <a:pos x="61" y="144"/>
                  </a:cxn>
                  <a:cxn ang="0">
                    <a:pos x="58" y="162"/>
                  </a:cxn>
                  <a:cxn ang="0">
                    <a:pos x="53" y="188"/>
                  </a:cxn>
                  <a:cxn ang="0">
                    <a:pos x="47" y="205"/>
                  </a:cxn>
                  <a:cxn ang="0">
                    <a:pos x="40" y="222"/>
                  </a:cxn>
                  <a:cxn ang="0">
                    <a:pos x="27" y="246"/>
                  </a:cxn>
                  <a:cxn ang="0">
                    <a:pos x="34" y="217"/>
                  </a:cxn>
                  <a:cxn ang="0">
                    <a:pos x="39" y="191"/>
                  </a:cxn>
                  <a:cxn ang="0">
                    <a:pos x="43" y="167"/>
                  </a:cxn>
                  <a:cxn ang="0">
                    <a:pos x="42" y="144"/>
                  </a:cxn>
                  <a:cxn ang="0">
                    <a:pos x="40" y="128"/>
                  </a:cxn>
                  <a:cxn ang="0">
                    <a:pos x="43" y="108"/>
                  </a:cxn>
                  <a:cxn ang="0">
                    <a:pos x="45" y="91"/>
                  </a:cxn>
                  <a:cxn ang="0">
                    <a:pos x="38" y="59"/>
                  </a:cxn>
                  <a:cxn ang="0">
                    <a:pos x="38" y="41"/>
                  </a:cxn>
                  <a:cxn ang="0">
                    <a:pos x="32" y="27"/>
                  </a:cxn>
                  <a:cxn ang="0">
                    <a:pos x="23" y="10"/>
                  </a:cxn>
                  <a:cxn ang="0">
                    <a:pos x="17" y="24"/>
                  </a:cxn>
                  <a:cxn ang="0">
                    <a:pos x="0" y="46"/>
                  </a:cxn>
                  <a:cxn ang="0">
                    <a:pos x="1" y="39"/>
                  </a:cxn>
                </a:cxnLst>
                <a:rect l="0" t="0" r="r" b="b"/>
                <a:pathLst>
                  <a:path w="63" h="247">
                    <a:moveTo>
                      <a:pt x="1" y="39"/>
                    </a:moveTo>
                    <a:lnTo>
                      <a:pt x="14" y="0"/>
                    </a:lnTo>
                    <a:lnTo>
                      <a:pt x="23" y="0"/>
                    </a:lnTo>
                    <a:lnTo>
                      <a:pt x="29" y="2"/>
                    </a:lnTo>
                    <a:lnTo>
                      <a:pt x="35" y="13"/>
                    </a:lnTo>
                    <a:lnTo>
                      <a:pt x="49" y="44"/>
                    </a:lnTo>
                    <a:lnTo>
                      <a:pt x="54" y="59"/>
                    </a:lnTo>
                    <a:lnTo>
                      <a:pt x="57" y="73"/>
                    </a:lnTo>
                    <a:lnTo>
                      <a:pt x="61" y="115"/>
                    </a:lnTo>
                    <a:lnTo>
                      <a:pt x="62" y="128"/>
                    </a:lnTo>
                    <a:lnTo>
                      <a:pt x="61" y="144"/>
                    </a:lnTo>
                    <a:lnTo>
                      <a:pt x="58" y="162"/>
                    </a:lnTo>
                    <a:lnTo>
                      <a:pt x="53" y="188"/>
                    </a:lnTo>
                    <a:lnTo>
                      <a:pt x="47" y="205"/>
                    </a:lnTo>
                    <a:lnTo>
                      <a:pt x="40" y="222"/>
                    </a:lnTo>
                    <a:lnTo>
                      <a:pt x="27" y="246"/>
                    </a:lnTo>
                    <a:lnTo>
                      <a:pt x="34" y="217"/>
                    </a:lnTo>
                    <a:lnTo>
                      <a:pt x="39" y="191"/>
                    </a:lnTo>
                    <a:lnTo>
                      <a:pt x="43" y="167"/>
                    </a:lnTo>
                    <a:lnTo>
                      <a:pt x="42" y="144"/>
                    </a:lnTo>
                    <a:lnTo>
                      <a:pt x="40" y="128"/>
                    </a:lnTo>
                    <a:lnTo>
                      <a:pt x="43" y="108"/>
                    </a:lnTo>
                    <a:lnTo>
                      <a:pt x="45" y="91"/>
                    </a:lnTo>
                    <a:lnTo>
                      <a:pt x="38" y="59"/>
                    </a:lnTo>
                    <a:lnTo>
                      <a:pt x="38" y="41"/>
                    </a:lnTo>
                    <a:lnTo>
                      <a:pt x="32" y="27"/>
                    </a:lnTo>
                    <a:lnTo>
                      <a:pt x="23" y="10"/>
                    </a:lnTo>
                    <a:lnTo>
                      <a:pt x="17" y="24"/>
                    </a:lnTo>
                    <a:lnTo>
                      <a:pt x="0" y="46"/>
                    </a:lnTo>
                    <a:lnTo>
                      <a:pt x="1" y="39"/>
                    </a:lnTo>
                  </a:path>
                </a:pathLst>
              </a:custGeom>
              <a:solidFill>
                <a:srgbClr val="CEDA9D"/>
              </a:solidFill>
              <a:ln w="9525" cap="rnd">
                <a:noFill/>
                <a:round/>
              </a:ln>
              <a:effectLst/>
            </p:spPr>
            <p:txBody>
              <a:bodyPr/>
              <a:lstStyle/>
              <a:p>
                <a:endParaRPr lang="zh-CN" altLang="en-US"/>
              </a:p>
            </p:txBody>
          </p:sp>
          <p:sp>
            <p:nvSpPr>
              <p:cNvPr id="2145" name="Freeform 97"/>
              <p:cNvSpPr/>
              <p:nvPr/>
            </p:nvSpPr>
            <p:spPr bwMode="ltGray">
              <a:xfrm>
                <a:off x="5309" y="3405"/>
                <a:ext cx="154" cy="444"/>
              </a:xfrm>
              <a:custGeom>
                <a:avLst/>
                <a:gdLst/>
                <a:ahLst/>
                <a:cxnLst>
                  <a:cxn ang="0">
                    <a:pos x="103" y="5"/>
                  </a:cxn>
                  <a:cxn ang="0">
                    <a:pos x="98" y="18"/>
                  </a:cxn>
                  <a:cxn ang="0">
                    <a:pos x="64" y="17"/>
                  </a:cxn>
                  <a:cxn ang="0">
                    <a:pos x="78" y="23"/>
                  </a:cxn>
                  <a:cxn ang="0">
                    <a:pos x="92" y="30"/>
                  </a:cxn>
                  <a:cxn ang="0">
                    <a:pos x="60" y="41"/>
                  </a:cxn>
                  <a:cxn ang="0">
                    <a:pos x="85" y="46"/>
                  </a:cxn>
                  <a:cxn ang="0">
                    <a:pos x="88" y="57"/>
                  </a:cxn>
                  <a:cxn ang="0">
                    <a:pos x="16" y="120"/>
                  </a:cxn>
                  <a:cxn ang="0">
                    <a:pos x="82" y="74"/>
                  </a:cxn>
                  <a:cxn ang="0">
                    <a:pos x="68" y="102"/>
                  </a:cxn>
                  <a:cxn ang="0">
                    <a:pos x="77" y="103"/>
                  </a:cxn>
                  <a:cxn ang="0">
                    <a:pos x="64" y="138"/>
                  </a:cxn>
                  <a:cxn ang="0">
                    <a:pos x="38" y="175"/>
                  </a:cxn>
                  <a:cxn ang="0">
                    <a:pos x="68" y="148"/>
                  </a:cxn>
                  <a:cxn ang="0">
                    <a:pos x="43" y="204"/>
                  </a:cxn>
                  <a:cxn ang="0">
                    <a:pos x="65" y="166"/>
                  </a:cxn>
                  <a:cxn ang="0">
                    <a:pos x="71" y="166"/>
                  </a:cxn>
                  <a:cxn ang="0">
                    <a:pos x="63" y="201"/>
                  </a:cxn>
                  <a:cxn ang="0">
                    <a:pos x="70" y="201"/>
                  </a:cxn>
                  <a:cxn ang="0">
                    <a:pos x="55" y="238"/>
                  </a:cxn>
                  <a:cxn ang="0">
                    <a:pos x="64" y="230"/>
                  </a:cxn>
                  <a:cxn ang="0">
                    <a:pos x="56" y="264"/>
                  </a:cxn>
                  <a:cxn ang="0">
                    <a:pos x="63" y="253"/>
                  </a:cxn>
                  <a:cxn ang="0">
                    <a:pos x="69" y="250"/>
                  </a:cxn>
                  <a:cxn ang="0">
                    <a:pos x="64" y="276"/>
                  </a:cxn>
                  <a:cxn ang="0">
                    <a:pos x="50" y="325"/>
                  </a:cxn>
                  <a:cxn ang="0">
                    <a:pos x="69" y="287"/>
                  </a:cxn>
                  <a:cxn ang="0">
                    <a:pos x="73" y="280"/>
                  </a:cxn>
                  <a:cxn ang="0">
                    <a:pos x="72" y="322"/>
                  </a:cxn>
                  <a:cxn ang="0">
                    <a:pos x="78" y="340"/>
                  </a:cxn>
                  <a:cxn ang="0">
                    <a:pos x="80" y="319"/>
                  </a:cxn>
                  <a:cxn ang="0">
                    <a:pos x="135" y="379"/>
                  </a:cxn>
                  <a:cxn ang="0">
                    <a:pos x="85" y="290"/>
                  </a:cxn>
                  <a:cxn ang="0">
                    <a:pos x="96" y="310"/>
                  </a:cxn>
                  <a:cxn ang="0">
                    <a:pos x="81" y="260"/>
                  </a:cxn>
                  <a:cxn ang="0">
                    <a:pos x="141" y="299"/>
                  </a:cxn>
                  <a:cxn ang="0">
                    <a:pos x="81" y="245"/>
                  </a:cxn>
                  <a:cxn ang="0">
                    <a:pos x="89" y="233"/>
                  </a:cxn>
                  <a:cxn ang="0">
                    <a:pos x="83" y="212"/>
                  </a:cxn>
                  <a:cxn ang="0">
                    <a:pos x="92" y="212"/>
                  </a:cxn>
                  <a:cxn ang="0">
                    <a:pos x="120" y="250"/>
                  </a:cxn>
                  <a:cxn ang="0">
                    <a:pos x="93" y="178"/>
                  </a:cxn>
                  <a:cxn ang="0">
                    <a:pos x="88" y="152"/>
                  </a:cxn>
                  <a:cxn ang="0">
                    <a:pos x="96" y="148"/>
                  </a:cxn>
                  <a:cxn ang="0">
                    <a:pos x="94" y="122"/>
                  </a:cxn>
                  <a:cxn ang="0">
                    <a:pos x="97" y="119"/>
                  </a:cxn>
                  <a:cxn ang="0">
                    <a:pos x="116" y="142"/>
                  </a:cxn>
                  <a:cxn ang="0">
                    <a:pos x="102" y="106"/>
                  </a:cxn>
                  <a:cxn ang="0">
                    <a:pos x="103" y="74"/>
                  </a:cxn>
                  <a:cxn ang="0">
                    <a:pos x="102" y="56"/>
                  </a:cxn>
                  <a:cxn ang="0">
                    <a:pos x="117" y="56"/>
                  </a:cxn>
                  <a:cxn ang="0">
                    <a:pos x="112" y="30"/>
                  </a:cxn>
                  <a:cxn ang="0">
                    <a:pos x="120" y="24"/>
                  </a:cxn>
                  <a:cxn ang="0">
                    <a:pos x="118" y="0"/>
                  </a:cxn>
                </a:cxnLst>
                <a:rect l="0" t="0" r="r" b="b"/>
                <a:pathLst>
                  <a:path w="154" h="444">
                    <a:moveTo>
                      <a:pt x="118" y="0"/>
                    </a:moveTo>
                    <a:lnTo>
                      <a:pt x="112" y="1"/>
                    </a:lnTo>
                    <a:lnTo>
                      <a:pt x="103" y="5"/>
                    </a:lnTo>
                    <a:lnTo>
                      <a:pt x="109" y="7"/>
                    </a:lnTo>
                    <a:lnTo>
                      <a:pt x="104" y="12"/>
                    </a:lnTo>
                    <a:lnTo>
                      <a:pt x="98" y="18"/>
                    </a:lnTo>
                    <a:lnTo>
                      <a:pt x="90" y="21"/>
                    </a:lnTo>
                    <a:lnTo>
                      <a:pt x="78" y="20"/>
                    </a:lnTo>
                    <a:lnTo>
                      <a:pt x="64" y="17"/>
                    </a:lnTo>
                    <a:lnTo>
                      <a:pt x="30" y="20"/>
                    </a:lnTo>
                    <a:lnTo>
                      <a:pt x="64" y="17"/>
                    </a:lnTo>
                    <a:lnTo>
                      <a:pt x="78" y="23"/>
                    </a:lnTo>
                    <a:lnTo>
                      <a:pt x="90" y="21"/>
                    </a:lnTo>
                    <a:lnTo>
                      <a:pt x="98" y="25"/>
                    </a:lnTo>
                    <a:lnTo>
                      <a:pt x="92" y="30"/>
                    </a:lnTo>
                    <a:lnTo>
                      <a:pt x="96" y="33"/>
                    </a:lnTo>
                    <a:lnTo>
                      <a:pt x="85" y="43"/>
                    </a:lnTo>
                    <a:lnTo>
                      <a:pt x="60" y="41"/>
                    </a:lnTo>
                    <a:lnTo>
                      <a:pt x="28" y="76"/>
                    </a:lnTo>
                    <a:lnTo>
                      <a:pt x="60" y="43"/>
                    </a:lnTo>
                    <a:lnTo>
                      <a:pt x="85" y="46"/>
                    </a:lnTo>
                    <a:lnTo>
                      <a:pt x="92" y="46"/>
                    </a:lnTo>
                    <a:lnTo>
                      <a:pt x="79" y="57"/>
                    </a:lnTo>
                    <a:lnTo>
                      <a:pt x="88" y="57"/>
                    </a:lnTo>
                    <a:lnTo>
                      <a:pt x="73" y="71"/>
                    </a:lnTo>
                    <a:lnTo>
                      <a:pt x="46" y="89"/>
                    </a:lnTo>
                    <a:lnTo>
                      <a:pt x="16" y="120"/>
                    </a:lnTo>
                    <a:lnTo>
                      <a:pt x="47" y="92"/>
                    </a:lnTo>
                    <a:lnTo>
                      <a:pt x="74" y="74"/>
                    </a:lnTo>
                    <a:lnTo>
                      <a:pt x="82" y="74"/>
                    </a:lnTo>
                    <a:lnTo>
                      <a:pt x="70" y="84"/>
                    </a:lnTo>
                    <a:lnTo>
                      <a:pt x="78" y="87"/>
                    </a:lnTo>
                    <a:lnTo>
                      <a:pt x="68" y="102"/>
                    </a:lnTo>
                    <a:lnTo>
                      <a:pt x="2" y="208"/>
                    </a:lnTo>
                    <a:lnTo>
                      <a:pt x="68" y="103"/>
                    </a:lnTo>
                    <a:lnTo>
                      <a:pt x="77" y="103"/>
                    </a:lnTo>
                    <a:lnTo>
                      <a:pt x="67" y="119"/>
                    </a:lnTo>
                    <a:lnTo>
                      <a:pt x="74" y="117"/>
                    </a:lnTo>
                    <a:lnTo>
                      <a:pt x="64" y="138"/>
                    </a:lnTo>
                    <a:lnTo>
                      <a:pt x="38" y="175"/>
                    </a:lnTo>
                    <a:lnTo>
                      <a:pt x="10" y="228"/>
                    </a:lnTo>
                    <a:lnTo>
                      <a:pt x="38" y="175"/>
                    </a:lnTo>
                    <a:lnTo>
                      <a:pt x="65" y="139"/>
                    </a:lnTo>
                    <a:lnTo>
                      <a:pt x="74" y="135"/>
                    </a:lnTo>
                    <a:lnTo>
                      <a:pt x="68" y="148"/>
                    </a:lnTo>
                    <a:lnTo>
                      <a:pt x="73" y="146"/>
                    </a:lnTo>
                    <a:lnTo>
                      <a:pt x="64" y="166"/>
                    </a:lnTo>
                    <a:lnTo>
                      <a:pt x="43" y="204"/>
                    </a:lnTo>
                    <a:lnTo>
                      <a:pt x="0" y="254"/>
                    </a:lnTo>
                    <a:lnTo>
                      <a:pt x="41" y="205"/>
                    </a:lnTo>
                    <a:lnTo>
                      <a:pt x="65" y="166"/>
                    </a:lnTo>
                    <a:lnTo>
                      <a:pt x="69" y="166"/>
                    </a:lnTo>
                    <a:lnTo>
                      <a:pt x="29" y="280"/>
                    </a:lnTo>
                    <a:lnTo>
                      <a:pt x="71" y="166"/>
                    </a:lnTo>
                    <a:lnTo>
                      <a:pt x="65" y="182"/>
                    </a:lnTo>
                    <a:lnTo>
                      <a:pt x="71" y="176"/>
                    </a:lnTo>
                    <a:lnTo>
                      <a:pt x="63" y="201"/>
                    </a:lnTo>
                    <a:lnTo>
                      <a:pt x="34" y="253"/>
                    </a:lnTo>
                    <a:lnTo>
                      <a:pt x="63" y="204"/>
                    </a:lnTo>
                    <a:lnTo>
                      <a:pt x="70" y="201"/>
                    </a:lnTo>
                    <a:lnTo>
                      <a:pt x="63" y="215"/>
                    </a:lnTo>
                    <a:lnTo>
                      <a:pt x="29" y="319"/>
                    </a:lnTo>
                    <a:lnTo>
                      <a:pt x="55" y="238"/>
                    </a:lnTo>
                    <a:lnTo>
                      <a:pt x="64" y="215"/>
                    </a:lnTo>
                    <a:lnTo>
                      <a:pt x="70" y="212"/>
                    </a:lnTo>
                    <a:lnTo>
                      <a:pt x="64" y="230"/>
                    </a:lnTo>
                    <a:lnTo>
                      <a:pt x="69" y="227"/>
                    </a:lnTo>
                    <a:lnTo>
                      <a:pt x="60" y="247"/>
                    </a:lnTo>
                    <a:lnTo>
                      <a:pt x="56" y="264"/>
                    </a:lnTo>
                    <a:lnTo>
                      <a:pt x="14" y="323"/>
                    </a:lnTo>
                    <a:lnTo>
                      <a:pt x="57" y="266"/>
                    </a:lnTo>
                    <a:lnTo>
                      <a:pt x="63" y="253"/>
                    </a:lnTo>
                    <a:lnTo>
                      <a:pt x="68" y="250"/>
                    </a:lnTo>
                    <a:lnTo>
                      <a:pt x="57" y="283"/>
                    </a:lnTo>
                    <a:lnTo>
                      <a:pt x="69" y="250"/>
                    </a:lnTo>
                    <a:lnTo>
                      <a:pt x="63" y="266"/>
                    </a:lnTo>
                    <a:lnTo>
                      <a:pt x="70" y="261"/>
                    </a:lnTo>
                    <a:lnTo>
                      <a:pt x="64" y="276"/>
                    </a:lnTo>
                    <a:lnTo>
                      <a:pt x="50" y="325"/>
                    </a:lnTo>
                    <a:lnTo>
                      <a:pt x="36" y="353"/>
                    </a:lnTo>
                    <a:lnTo>
                      <a:pt x="50" y="325"/>
                    </a:lnTo>
                    <a:lnTo>
                      <a:pt x="65" y="277"/>
                    </a:lnTo>
                    <a:lnTo>
                      <a:pt x="71" y="276"/>
                    </a:lnTo>
                    <a:lnTo>
                      <a:pt x="69" y="287"/>
                    </a:lnTo>
                    <a:lnTo>
                      <a:pt x="57" y="319"/>
                    </a:lnTo>
                    <a:lnTo>
                      <a:pt x="70" y="290"/>
                    </a:lnTo>
                    <a:lnTo>
                      <a:pt x="73" y="280"/>
                    </a:lnTo>
                    <a:lnTo>
                      <a:pt x="68" y="306"/>
                    </a:lnTo>
                    <a:lnTo>
                      <a:pt x="74" y="302"/>
                    </a:lnTo>
                    <a:lnTo>
                      <a:pt x="72" y="322"/>
                    </a:lnTo>
                    <a:lnTo>
                      <a:pt x="76" y="313"/>
                    </a:lnTo>
                    <a:lnTo>
                      <a:pt x="79" y="320"/>
                    </a:lnTo>
                    <a:lnTo>
                      <a:pt x="78" y="340"/>
                    </a:lnTo>
                    <a:lnTo>
                      <a:pt x="51" y="443"/>
                    </a:lnTo>
                    <a:lnTo>
                      <a:pt x="80" y="340"/>
                    </a:lnTo>
                    <a:lnTo>
                      <a:pt x="80" y="319"/>
                    </a:lnTo>
                    <a:lnTo>
                      <a:pt x="80" y="304"/>
                    </a:lnTo>
                    <a:lnTo>
                      <a:pt x="86" y="313"/>
                    </a:lnTo>
                    <a:lnTo>
                      <a:pt x="135" y="379"/>
                    </a:lnTo>
                    <a:lnTo>
                      <a:pt x="84" y="306"/>
                    </a:lnTo>
                    <a:lnTo>
                      <a:pt x="80" y="287"/>
                    </a:lnTo>
                    <a:lnTo>
                      <a:pt x="85" y="290"/>
                    </a:lnTo>
                    <a:lnTo>
                      <a:pt x="78" y="267"/>
                    </a:lnTo>
                    <a:lnTo>
                      <a:pt x="84" y="277"/>
                    </a:lnTo>
                    <a:lnTo>
                      <a:pt x="96" y="310"/>
                    </a:lnTo>
                    <a:lnTo>
                      <a:pt x="85" y="274"/>
                    </a:lnTo>
                    <a:lnTo>
                      <a:pt x="80" y="260"/>
                    </a:lnTo>
                    <a:lnTo>
                      <a:pt x="81" y="260"/>
                    </a:lnTo>
                    <a:lnTo>
                      <a:pt x="88" y="267"/>
                    </a:lnTo>
                    <a:lnTo>
                      <a:pt x="99" y="286"/>
                    </a:lnTo>
                    <a:lnTo>
                      <a:pt x="141" y="299"/>
                    </a:lnTo>
                    <a:lnTo>
                      <a:pt x="98" y="283"/>
                    </a:lnTo>
                    <a:lnTo>
                      <a:pt x="85" y="261"/>
                    </a:lnTo>
                    <a:lnTo>
                      <a:pt x="81" y="245"/>
                    </a:lnTo>
                    <a:lnTo>
                      <a:pt x="88" y="245"/>
                    </a:lnTo>
                    <a:lnTo>
                      <a:pt x="81" y="230"/>
                    </a:lnTo>
                    <a:lnTo>
                      <a:pt x="89" y="233"/>
                    </a:lnTo>
                    <a:lnTo>
                      <a:pt x="118" y="264"/>
                    </a:lnTo>
                    <a:lnTo>
                      <a:pt x="89" y="231"/>
                    </a:lnTo>
                    <a:lnTo>
                      <a:pt x="83" y="212"/>
                    </a:lnTo>
                    <a:lnTo>
                      <a:pt x="90" y="218"/>
                    </a:lnTo>
                    <a:lnTo>
                      <a:pt x="85" y="202"/>
                    </a:lnTo>
                    <a:lnTo>
                      <a:pt x="92" y="212"/>
                    </a:lnTo>
                    <a:lnTo>
                      <a:pt x="88" y="189"/>
                    </a:lnTo>
                    <a:lnTo>
                      <a:pt x="93" y="201"/>
                    </a:lnTo>
                    <a:lnTo>
                      <a:pt x="120" y="250"/>
                    </a:lnTo>
                    <a:lnTo>
                      <a:pt x="92" y="201"/>
                    </a:lnTo>
                    <a:lnTo>
                      <a:pt x="86" y="172"/>
                    </a:lnTo>
                    <a:lnTo>
                      <a:pt x="93" y="178"/>
                    </a:lnTo>
                    <a:lnTo>
                      <a:pt x="136" y="207"/>
                    </a:lnTo>
                    <a:lnTo>
                      <a:pt x="93" y="176"/>
                    </a:lnTo>
                    <a:lnTo>
                      <a:pt x="88" y="152"/>
                    </a:lnTo>
                    <a:lnTo>
                      <a:pt x="94" y="156"/>
                    </a:lnTo>
                    <a:lnTo>
                      <a:pt x="89" y="142"/>
                    </a:lnTo>
                    <a:lnTo>
                      <a:pt x="96" y="148"/>
                    </a:lnTo>
                    <a:lnTo>
                      <a:pt x="115" y="217"/>
                    </a:lnTo>
                    <a:lnTo>
                      <a:pt x="94" y="140"/>
                    </a:lnTo>
                    <a:lnTo>
                      <a:pt x="94" y="122"/>
                    </a:lnTo>
                    <a:lnTo>
                      <a:pt x="101" y="130"/>
                    </a:lnTo>
                    <a:lnTo>
                      <a:pt x="112" y="169"/>
                    </a:lnTo>
                    <a:lnTo>
                      <a:pt x="97" y="119"/>
                    </a:lnTo>
                    <a:lnTo>
                      <a:pt x="96" y="103"/>
                    </a:lnTo>
                    <a:lnTo>
                      <a:pt x="101" y="110"/>
                    </a:lnTo>
                    <a:lnTo>
                      <a:pt x="116" y="142"/>
                    </a:lnTo>
                    <a:lnTo>
                      <a:pt x="153" y="159"/>
                    </a:lnTo>
                    <a:lnTo>
                      <a:pt x="115" y="139"/>
                    </a:lnTo>
                    <a:lnTo>
                      <a:pt x="102" y="106"/>
                    </a:lnTo>
                    <a:lnTo>
                      <a:pt x="99" y="84"/>
                    </a:lnTo>
                    <a:lnTo>
                      <a:pt x="106" y="94"/>
                    </a:lnTo>
                    <a:lnTo>
                      <a:pt x="103" y="74"/>
                    </a:lnTo>
                    <a:lnTo>
                      <a:pt x="127" y="128"/>
                    </a:lnTo>
                    <a:lnTo>
                      <a:pt x="104" y="71"/>
                    </a:lnTo>
                    <a:lnTo>
                      <a:pt x="102" y="56"/>
                    </a:lnTo>
                    <a:lnTo>
                      <a:pt x="109" y="69"/>
                    </a:lnTo>
                    <a:lnTo>
                      <a:pt x="108" y="44"/>
                    </a:lnTo>
                    <a:lnTo>
                      <a:pt x="117" y="56"/>
                    </a:lnTo>
                    <a:lnTo>
                      <a:pt x="151" y="97"/>
                    </a:lnTo>
                    <a:lnTo>
                      <a:pt x="117" y="54"/>
                    </a:lnTo>
                    <a:lnTo>
                      <a:pt x="112" y="30"/>
                    </a:lnTo>
                    <a:lnTo>
                      <a:pt x="118" y="37"/>
                    </a:lnTo>
                    <a:lnTo>
                      <a:pt x="115" y="18"/>
                    </a:lnTo>
                    <a:lnTo>
                      <a:pt x="120" y="24"/>
                    </a:lnTo>
                    <a:lnTo>
                      <a:pt x="121" y="10"/>
                    </a:lnTo>
                    <a:lnTo>
                      <a:pt x="120" y="4"/>
                    </a:lnTo>
                    <a:lnTo>
                      <a:pt x="118" y="0"/>
                    </a:lnTo>
                  </a:path>
                </a:pathLst>
              </a:custGeom>
              <a:solidFill>
                <a:srgbClr val="CEDA9D"/>
              </a:solidFill>
              <a:ln w="9525" cap="rnd">
                <a:noFill/>
                <a:round/>
              </a:ln>
              <a:effectLst/>
            </p:spPr>
            <p:txBody>
              <a:bodyPr/>
              <a:lstStyle/>
              <a:p>
                <a:endParaRPr lang="zh-CN" altLang="en-US"/>
              </a:p>
            </p:txBody>
          </p:sp>
          <p:sp>
            <p:nvSpPr>
              <p:cNvPr id="2146" name="Freeform 98"/>
              <p:cNvSpPr/>
              <p:nvPr/>
            </p:nvSpPr>
            <p:spPr bwMode="ltGray">
              <a:xfrm>
                <a:off x="5642" y="3851"/>
                <a:ext cx="42" cy="254"/>
              </a:xfrm>
              <a:custGeom>
                <a:avLst/>
                <a:gdLst/>
                <a:ahLst/>
                <a:cxnLst>
                  <a:cxn ang="0">
                    <a:pos x="8" y="0"/>
                  </a:cxn>
                  <a:cxn ang="0">
                    <a:pos x="10" y="4"/>
                  </a:cxn>
                  <a:cxn ang="0">
                    <a:pos x="24" y="50"/>
                  </a:cxn>
                  <a:cxn ang="0">
                    <a:pos x="32" y="92"/>
                  </a:cxn>
                  <a:cxn ang="0">
                    <a:pos x="41" y="145"/>
                  </a:cxn>
                  <a:cxn ang="0">
                    <a:pos x="41" y="202"/>
                  </a:cxn>
                  <a:cxn ang="0">
                    <a:pos x="36" y="253"/>
                  </a:cxn>
                  <a:cxn ang="0">
                    <a:pos x="32" y="253"/>
                  </a:cxn>
                  <a:cxn ang="0">
                    <a:pos x="36" y="202"/>
                  </a:cxn>
                  <a:cxn ang="0">
                    <a:pos x="36" y="161"/>
                  </a:cxn>
                  <a:cxn ang="0">
                    <a:pos x="28" y="115"/>
                  </a:cxn>
                  <a:cxn ang="0">
                    <a:pos x="16" y="69"/>
                  </a:cxn>
                  <a:cxn ang="0">
                    <a:pos x="0" y="11"/>
                  </a:cxn>
                  <a:cxn ang="0">
                    <a:pos x="8" y="0"/>
                  </a:cxn>
                </a:cxnLst>
                <a:rect l="0" t="0" r="r" b="b"/>
                <a:pathLst>
                  <a:path w="42" h="254">
                    <a:moveTo>
                      <a:pt x="8" y="0"/>
                    </a:moveTo>
                    <a:lnTo>
                      <a:pt x="10" y="4"/>
                    </a:lnTo>
                    <a:lnTo>
                      <a:pt x="24" y="50"/>
                    </a:lnTo>
                    <a:lnTo>
                      <a:pt x="32" y="92"/>
                    </a:lnTo>
                    <a:lnTo>
                      <a:pt x="41" y="145"/>
                    </a:lnTo>
                    <a:lnTo>
                      <a:pt x="41" y="202"/>
                    </a:lnTo>
                    <a:lnTo>
                      <a:pt x="36" y="253"/>
                    </a:lnTo>
                    <a:lnTo>
                      <a:pt x="32" y="253"/>
                    </a:lnTo>
                    <a:lnTo>
                      <a:pt x="36" y="202"/>
                    </a:lnTo>
                    <a:lnTo>
                      <a:pt x="36" y="161"/>
                    </a:lnTo>
                    <a:lnTo>
                      <a:pt x="28" y="115"/>
                    </a:lnTo>
                    <a:lnTo>
                      <a:pt x="16" y="69"/>
                    </a:lnTo>
                    <a:lnTo>
                      <a:pt x="0" y="11"/>
                    </a:lnTo>
                    <a:lnTo>
                      <a:pt x="8" y="0"/>
                    </a:lnTo>
                  </a:path>
                </a:pathLst>
              </a:custGeom>
              <a:solidFill>
                <a:srgbClr val="CEDA9D"/>
              </a:solidFill>
              <a:ln w="9525" cap="rnd">
                <a:noFill/>
                <a:round/>
              </a:ln>
              <a:effectLst/>
            </p:spPr>
            <p:txBody>
              <a:bodyPr/>
              <a:lstStyle/>
              <a:p>
                <a:endParaRPr lang="zh-CN" altLang="en-US"/>
              </a:p>
            </p:txBody>
          </p:sp>
          <p:sp>
            <p:nvSpPr>
              <p:cNvPr id="2147" name="Freeform 99"/>
              <p:cNvSpPr/>
              <p:nvPr/>
            </p:nvSpPr>
            <p:spPr bwMode="ltGray">
              <a:xfrm>
                <a:off x="4706" y="3391"/>
                <a:ext cx="37" cy="433"/>
              </a:xfrm>
              <a:custGeom>
                <a:avLst/>
                <a:gdLst/>
                <a:ahLst/>
                <a:cxnLst>
                  <a:cxn ang="0">
                    <a:pos x="28" y="0"/>
                  </a:cxn>
                  <a:cxn ang="0">
                    <a:pos x="36" y="15"/>
                  </a:cxn>
                  <a:cxn ang="0">
                    <a:pos x="25" y="180"/>
                  </a:cxn>
                  <a:cxn ang="0">
                    <a:pos x="27" y="227"/>
                  </a:cxn>
                  <a:cxn ang="0">
                    <a:pos x="31" y="432"/>
                  </a:cxn>
                  <a:cxn ang="0">
                    <a:pos x="9" y="269"/>
                  </a:cxn>
                  <a:cxn ang="0">
                    <a:pos x="5" y="221"/>
                  </a:cxn>
                  <a:cxn ang="0">
                    <a:pos x="1" y="184"/>
                  </a:cxn>
                  <a:cxn ang="0">
                    <a:pos x="0" y="146"/>
                  </a:cxn>
                  <a:cxn ang="0">
                    <a:pos x="4" y="109"/>
                  </a:cxn>
                  <a:cxn ang="0">
                    <a:pos x="8" y="61"/>
                  </a:cxn>
                  <a:cxn ang="0">
                    <a:pos x="28" y="0"/>
                  </a:cxn>
                </a:cxnLst>
                <a:rect l="0" t="0" r="r" b="b"/>
                <a:pathLst>
                  <a:path w="37" h="433">
                    <a:moveTo>
                      <a:pt x="28" y="0"/>
                    </a:moveTo>
                    <a:lnTo>
                      <a:pt x="36" y="15"/>
                    </a:lnTo>
                    <a:lnTo>
                      <a:pt x="25" y="180"/>
                    </a:lnTo>
                    <a:lnTo>
                      <a:pt x="27" y="227"/>
                    </a:lnTo>
                    <a:lnTo>
                      <a:pt x="31" y="432"/>
                    </a:lnTo>
                    <a:lnTo>
                      <a:pt x="9" y="269"/>
                    </a:lnTo>
                    <a:lnTo>
                      <a:pt x="5" y="221"/>
                    </a:lnTo>
                    <a:lnTo>
                      <a:pt x="1" y="184"/>
                    </a:lnTo>
                    <a:lnTo>
                      <a:pt x="0" y="146"/>
                    </a:lnTo>
                    <a:lnTo>
                      <a:pt x="4" y="109"/>
                    </a:lnTo>
                    <a:lnTo>
                      <a:pt x="8" y="61"/>
                    </a:lnTo>
                    <a:lnTo>
                      <a:pt x="28" y="0"/>
                    </a:lnTo>
                  </a:path>
                </a:pathLst>
              </a:custGeom>
              <a:solidFill>
                <a:srgbClr val="CEDA9D"/>
              </a:solidFill>
              <a:ln w="9525" cap="rnd">
                <a:noFill/>
                <a:round/>
              </a:ln>
              <a:effectLst/>
            </p:spPr>
            <p:txBody>
              <a:bodyPr/>
              <a:lstStyle/>
              <a:p>
                <a:endParaRPr lang="zh-CN" altLang="en-US"/>
              </a:p>
            </p:txBody>
          </p:sp>
          <p:sp>
            <p:nvSpPr>
              <p:cNvPr id="2148" name="Freeform 100"/>
              <p:cNvSpPr/>
              <p:nvPr/>
            </p:nvSpPr>
            <p:spPr bwMode="ltGray">
              <a:xfrm>
                <a:off x="4368" y="3258"/>
                <a:ext cx="224" cy="609"/>
              </a:xfrm>
              <a:custGeom>
                <a:avLst/>
                <a:gdLst/>
                <a:ahLst/>
                <a:cxnLst>
                  <a:cxn ang="0">
                    <a:pos x="124" y="24"/>
                  </a:cxn>
                  <a:cxn ang="0">
                    <a:pos x="115" y="45"/>
                  </a:cxn>
                  <a:cxn ang="0">
                    <a:pos x="41" y="61"/>
                  </a:cxn>
                  <a:cxn ang="0">
                    <a:pos x="110" y="61"/>
                  </a:cxn>
                  <a:cxn ang="0">
                    <a:pos x="90" y="106"/>
                  </a:cxn>
                  <a:cxn ang="0">
                    <a:pos x="79" y="129"/>
                  </a:cxn>
                  <a:cxn ang="0">
                    <a:pos x="89" y="132"/>
                  </a:cxn>
                  <a:cxn ang="0">
                    <a:pos x="54" y="168"/>
                  </a:cxn>
                  <a:cxn ang="0">
                    <a:pos x="81" y="168"/>
                  </a:cxn>
                  <a:cxn ang="0">
                    <a:pos x="73" y="183"/>
                  </a:cxn>
                  <a:cxn ang="0">
                    <a:pos x="79" y="195"/>
                  </a:cxn>
                  <a:cxn ang="0">
                    <a:pos x="14" y="258"/>
                  </a:cxn>
                  <a:cxn ang="0">
                    <a:pos x="74" y="242"/>
                  </a:cxn>
                  <a:cxn ang="0">
                    <a:pos x="80" y="263"/>
                  </a:cxn>
                  <a:cxn ang="0">
                    <a:pos x="31" y="321"/>
                  </a:cxn>
                  <a:cxn ang="0">
                    <a:pos x="49" y="311"/>
                  </a:cxn>
                  <a:cxn ang="0">
                    <a:pos x="64" y="326"/>
                  </a:cxn>
                  <a:cxn ang="0">
                    <a:pos x="0" y="439"/>
                  </a:cxn>
                  <a:cxn ang="0">
                    <a:pos x="55" y="376"/>
                  </a:cxn>
                  <a:cxn ang="0">
                    <a:pos x="63" y="399"/>
                  </a:cxn>
                  <a:cxn ang="0">
                    <a:pos x="49" y="425"/>
                  </a:cxn>
                  <a:cxn ang="0">
                    <a:pos x="57" y="444"/>
                  </a:cxn>
                  <a:cxn ang="0">
                    <a:pos x="50" y="487"/>
                  </a:cxn>
                  <a:cxn ang="0">
                    <a:pos x="42" y="573"/>
                  </a:cxn>
                  <a:cxn ang="0">
                    <a:pos x="63" y="503"/>
                  </a:cxn>
                  <a:cxn ang="0">
                    <a:pos x="103" y="606"/>
                  </a:cxn>
                  <a:cxn ang="0">
                    <a:pos x="89" y="461"/>
                  </a:cxn>
                  <a:cxn ang="0">
                    <a:pos x="83" y="412"/>
                  </a:cxn>
                  <a:cxn ang="0">
                    <a:pos x="178" y="606"/>
                  </a:cxn>
                  <a:cxn ang="0">
                    <a:pos x="91" y="385"/>
                  </a:cxn>
                  <a:cxn ang="0">
                    <a:pos x="103" y="376"/>
                  </a:cxn>
                  <a:cxn ang="0">
                    <a:pos x="113" y="419"/>
                  </a:cxn>
                  <a:cxn ang="0">
                    <a:pos x="107" y="337"/>
                  </a:cxn>
                  <a:cxn ang="0">
                    <a:pos x="158" y="526"/>
                  </a:cxn>
                  <a:cxn ang="0">
                    <a:pos x="121" y="274"/>
                  </a:cxn>
                  <a:cxn ang="0">
                    <a:pos x="115" y="234"/>
                  </a:cxn>
                  <a:cxn ang="0">
                    <a:pos x="118" y="199"/>
                  </a:cxn>
                  <a:cxn ang="0">
                    <a:pos x="124" y="168"/>
                  </a:cxn>
                  <a:cxn ang="0">
                    <a:pos x="189" y="336"/>
                  </a:cxn>
                  <a:cxn ang="0">
                    <a:pos x="148" y="240"/>
                  </a:cxn>
                  <a:cxn ang="0">
                    <a:pos x="139" y="148"/>
                  </a:cxn>
                  <a:cxn ang="0">
                    <a:pos x="149" y="163"/>
                  </a:cxn>
                  <a:cxn ang="0">
                    <a:pos x="144" y="132"/>
                  </a:cxn>
                  <a:cxn ang="0">
                    <a:pos x="158" y="132"/>
                  </a:cxn>
                  <a:cxn ang="0">
                    <a:pos x="151" y="87"/>
                  </a:cxn>
                  <a:cxn ang="0">
                    <a:pos x="156" y="47"/>
                  </a:cxn>
                  <a:cxn ang="0">
                    <a:pos x="145" y="18"/>
                  </a:cxn>
                </a:cxnLst>
                <a:rect l="0" t="0" r="r" b="b"/>
                <a:pathLst>
                  <a:path w="224" h="609">
                    <a:moveTo>
                      <a:pt x="152" y="0"/>
                    </a:moveTo>
                    <a:lnTo>
                      <a:pt x="140" y="18"/>
                    </a:lnTo>
                    <a:lnTo>
                      <a:pt x="124" y="24"/>
                    </a:lnTo>
                    <a:lnTo>
                      <a:pt x="115" y="28"/>
                    </a:lnTo>
                    <a:lnTo>
                      <a:pt x="107" y="44"/>
                    </a:lnTo>
                    <a:lnTo>
                      <a:pt x="115" y="45"/>
                    </a:lnTo>
                    <a:lnTo>
                      <a:pt x="103" y="56"/>
                    </a:lnTo>
                    <a:lnTo>
                      <a:pt x="84" y="61"/>
                    </a:lnTo>
                    <a:lnTo>
                      <a:pt x="41" y="61"/>
                    </a:lnTo>
                    <a:lnTo>
                      <a:pt x="85" y="66"/>
                    </a:lnTo>
                    <a:lnTo>
                      <a:pt x="103" y="57"/>
                    </a:lnTo>
                    <a:lnTo>
                      <a:pt x="110" y="61"/>
                    </a:lnTo>
                    <a:lnTo>
                      <a:pt x="91" y="81"/>
                    </a:lnTo>
                    <a:lnTo>
                      <a:pt x="105" y="87"/>
                    </a:lnTo>
                    <a:lnTo>
                      <a:pt x="90" y="106"/>
                    </a:lnTo>
                    <a:lnTo>
                      <a:pt x="79" y="125"/>
                    </a:lnTo>
                    <a:lnTo>
                      <a:pt x="12" y="132"/>
                    </a:lnTo>
                    <a:lnTo>
                      <a:pt x="79" y="129"/>
                    </a:lnTo>
                    <a:lnTo>
                      <a:pt x="90" y="112"/>
                    </a:lnTo>
                    <a:lnTo>
                      <a:pt x="101" y="116"/>
                    </a:lnTo>
                    <a:lnTo>
                      <a:pt x="89" y="132"/>
                    </a:lnTo>
                    <a:lnTo>
                      <a:pt x="54" y="166"/>
                    </a:lnTo>
                    <a:lnTo>
                      <a:pt x="17" y="176"/>
                    </a:lnTo>
                    <a:lnTo>
                      <a:pt x="54" y="168"/>
                    </a:lnTo>
                    <a:lnTo>
                      <a:pt x="89" y="139"/>
                    </a:lnTo>
                    <a:lnTo>
                      <a:pt x="95" y="148"/>
                    </a:lnTo>
                    <a:lnTo>
                      <a:pt x="81" y="168"/>
                    </a:lnTo>
                    <a:lnTo>
                      <a:pt x="73" y="182"/>
                    </a:lnTo>
                    <a:lnTo>
                      <a:pt x="26" y="209"/>
                    </a:lnTo>
                    <a:lnTo>
                      <a:pt x="73" y="183"/>
                    </a:lnTo>
                    <a:lnTo>
                      <a:pt x="81" y="172"/>
                    </a:lnTo>
                    <a:lnTo>
                      <a:pt x="92" y="175"/>
                    </a:lnTo>
                    <a:lnTo>
                      <a:pt x="79" y="195"/>
                    </a:lnTo>
                    <a:lnTo>
                      <a:pt x="90" y="196"/>
                    </a:lnTo>
                    <a:lnTo>
                      <a:pt x="69" y="219"/>
                    </a:lnTo>
                    <a:lnTo>
                      <a:pt x="14" y="258"/>
                    </a:lnTo>
                    <a:lnTo>
                      <a:pt x="69" y="224"/>
                    </a:lnTo>
                    <a:lnTo>
                      <a:pt x="88" y="221"/>
                    </a:lnTo>
                    <a:lnTo>
                      <a:pt x="74" y="242"/>
                    </a:lnTo>
                    <a:lnTo>
                      <a:pt x="84" y="240"/>
                    </a:lnTo>
                    <a:lnTo>
                      <a:pt x="69" y="265"/>
                    </a:lnTo>
                    <a:lnTo>
                      <a:pt x="80" y="263"/>
                    </a:lnTo>
                    <a:lnTo>
                      <a:pt x="68" y="287"/>
                    </a:lnTo>
                    <a:lnTo>
                      <a:pt x="49" y="309"/>
                    </a:lnTo>
                    <a:lnTo>
                      <a:pt x="31" y="321"/>
                    </a:lnTo>
                    <a:lnTo>
                      <a:pt x="4" y="326"/>
                    </a:lnTo>
                    <a:lnTo>
                      <a:pt x="30" y="326"/>
                    </a:lnTo>
                    <a:lnTo>
                      <a:pt x="49" y="311"/>
                    </a:lnTo>
                    <a:lnTo>
                      <a:pt x="68" y="294"/>
                    </a:lnTo>
                    <a:lnTo>
                      <a:pt x="80" y="297"/>
                    </a:lnTo>
                    <a:lnTo>
                      <a:pt x="64" y="326"/>
                    </a:lnTo>
                    <a:lnTo>
                      <a:pt x="76" y="326"/>
                    </a:lnTo>
                    <a:lnTo>
                      <a:pt x="60" y="347"/>
                    </a:lnTo>
                    <a:lnTo>
                      <a:pt x="0" y="439"/>
                    </a:lnTo>
                    <a:lnTo>
                      <a:pt x="62" y="350"/>
                    </a:lnTo>
                    <a:lnTo>
                      <a:pt x="72" y="353"/>
                    </a:lnTo>
                    <a:lnTo>
                      <a:pt x="55" y="376"/>
                    </a:lnTo>
                    <a:lnTo>
                      <a:pt x="66" y="382"/>
                    </a:lnTo>
                    <a:lnTo>
                      <a:pt x="51" y="403"/>
                    </a:lnTo>
                    <a:lnTo>
                      <a:pt x="63" y="399"/>
                    </a:lnTo>
                    <a:lnTo>
                      <a:pt x="26" y="472"/>
                    </a:lnTo>
                    <a:lnTo>
                      <a:pt x="64" y="403"/>
                    </a:lnTo>
                    <a:lnTo>
                      <a:pt x="49" y="425"/>
                    </a:lnTo>
                    <a:lnTo>
                      <a:pt x="59" y="425"/>
                    </a:lnTo>
                    <a:lnTo>
                      <a:pt x="49" y="449"/>
                    </a:lnTo>
                    <a:lnTo>
                      <a:pt x="57" y="444"/>
                    </a:lnTo>
                    <a:lnTo>
                      <a:pt x="46" y="472"/>
                    </a:lnTo>
                    <a:lnTo>
                      <a:pt x="57" y="452"/>
                    </a:lnTo>
                    <a:lnTo>
                      <a:pt x="50" y="487"/>
                    </a:lnTo>
                    <a:lnTo>
                      <a:pt x="41" y="573"/>
                    </a:lnTo>
                    <a:lnTo>
                      <a:pt x="46" y="608"/>
                    </a:lnTo>
                    <a:lnTo>
                      <a:pt x="42" y="573"/>
                    </a:lnTo>
                    <a:lnTo>
                      <a:pt x="51" y="488"/>
                    </a:lnTo>
                    <a:lnTo>
                      <a:pt x="60" y="478"/>
                    </a:lnTo>
                    <a:lnTo>
                      <a:pt x="63" y="503"/>
                    </a:lnTo>
                    <a:lnTo>
                      <a:pt x="69" y="472"/>
                    </a:lnTo>
                    <a:lnTo>
                      <a:pt x="77" y="482"/>
                    </a:lnTo>
                    <a:lnTo>
                      <a:pt x="103" y="606"/>
                    </a:lnTo>
                    <a:lnTo>
                      <a:pt x="79" y="472"/>
                    </a:lnTo>
                    <a:lnTo>
                      <a:pt x="79" y="444"/>
                    </a:lnTo>
                    <a:lnTo>
                      <a:pt x="89" y="461"/>
                    </a:lnTo>
                    <a:lnTo>
                      <a:pt x="89" y="551"/>
                    </a:lnTo>
                    <a:lnTo>
                      <a:pt x="89" y="454"/>
                    </a:lnTo>
                    <a:lnTo>
                      <a:pt x="83" y="412"/>
                    </a:lnTo>
                    <a:lnTo>
                      <a:pt x="93" y="434"/>
                    </a:lnTo>
                    <a:lnTo>
                      <a:pt x="110" y="503"/>
                    </a:lnTo>
                    <a:lnTo>
                      <a:pt x="178" y="606"/>
                    </a:lnTo>
                    <a:lnTo>
                      <a:pt x="111" y="498"/>
                    </a:lnTo>
                    <a:lnTo>
                      <a:pt x="93" y="428"/>
                    </a:lnTo>
                    <a:lnTo>
                      <a:pt x="91" y="385"/>
                    </a:lnTo>
                    <a:lnTo>
                      <a:pt x="100" y="406"/>
                    </a:lnTo>
                    <a:lnTo>
                      <a:pt x="95" y="357"/>
                    </a:lnTo>
                    <a:lnTo>
                      <a:pt x="103" y="376"/>
                    </a:lnTo>
                    <a:lnTo>
                      <a:pt x="111" y="421"/>
                    </a:lnTo>
                    <a:lnTo>
                      <a:pt x="152" y="574"/>
                    </a:lnTo>
                    <a:lnTo>
                      <a:pt x="113" y="419"/>
                    </a:lnTo>
                    <a:lnTo>
                      <a:pt x="103" y="376"/>
                    </a:lnTo>
                    <a:lnTo>
                      <a:pt x="101" y="321"/>
                    </a:lnTo>
                    <a:lnTo>
                      <a:pt x="107" y="337"/>
                    </a:lnTo>
                    <a:lnTo>
                      <a:pt x="106" y="301"/>
                    </a:lnTo>
                    <a:lnTo>
                      <a:pt x="113" y="311"/>
                    </a:lnTo>
                    <a:lnTo>
                      <a:pt x="158" y="526"/>
                    </a:lnTo>
                    <a:lnTo>
                      <a:pt x="115" y="306"/>
                    </a:lnTo>
                    <a:lnTo>
                      <a:pt x="113" y="263"/>
                    </a:lnTo>
                    <a:lnTo>
                      <a:pt x="121" y="274"/>
                    </a:lnTo>
                    <a:lnTo>
                      <a:pt x="135" y="439"/>
                    </a:lnTo>
                    <a:lnTo>
                      <a:pt x="123" y="268"/>
                    </a:lnTo>
                    <a:lnTo>
                      <a:pt x="115" y="234"/>
                    </a:lnTo>
                    <a:lnTo>
                      <a:pt x="115" y="222"/>
                    </a:lnTo>
                    <a:lnTo>
                      <a:pt x="122" y="245"/>
                    </a:lnTo>
                    <a:lnTo>
                      <a:pt x="118" y="199"/>
                    </a:lnTo>
                    <a:lnTo>
                      <a:pt x="120" y="186"/>
                    </a:lnTo>
                    <a:lnTo>
                      <a:pt x="124" y="212"/>
                    </a:lnTo>
                    <a:lnTo>
                      <a:pt x="124" y="168"/>
                    </a:lnTo>
                    <a:lnTo>
                      <a:pt x="132" y="176"/>
                    </a:lnTo>
                    <a:lnTo>
                      <a:pt x="147" y="244"/>
                    </a:lnTo>
                    <a:lnTo>
                      <a:pt x="189" y="336"/>
                    </a:lnTo>
                    <a:lnTo>
                      <a:pt x="204" y="399"/>
                    </a:lnTo>
                    <a:lnTo>
                      <a:pt x="189" y="330"/>
                    </a:lnTo>
                    <a:lnTo>
                      <a:pt x="148" y="240"/>
                    </a:lnTo>
                    <a:lnTo>
                      <a:pt x="133" y="173"/>
                    </a:lnTo>
                    <a:lnTo>
                      <a:pt x="130" y="132"/>
                    </a:lnTo>
                    <a:lnTo>
                      <a:pt x="139" y="148"/>
                    </a:lnTo>
                    <a:lnTo>
                      <a:pt x="135" y="107"/>
                    </a:lnTo>
                    <a:lnTo>
                      <a:pt x="143" y="132"/>
                    </a:lnTo>
                    <a:lnTo>
                      <a:pt x="149" y="163"/>
                    </a:lnTo>
                    <a:lnTo>
                      <a:pt x="223" y="255"/>
                    </a:lnTo>
                    <a:lnTo>
                      <a:pt x="152" y="163"/>
                    </a:lnTo>
                    <a:lnTo>
                      <a:pt x="144" y="132"/>
                    </a:lnTo>
                    <a:lnTo>
                      <a:pt x="145" y="77"/>
                    </a:lnTo>
                    <a:lnTo>
                      <a:pt x="149" y="91"/>
                    </a:lnTo>
                    <a:lnTo>
                      <a:pt x="158" y="132"/>
                    </a:lnTo>
                    <a:lnTo>
                      <a:pt x="207" y="227"/>
                    </a:lnTo>
                    <a:lnTo>
                      <a:pt x="158" y="127"/>
                    </a:lnTo>
                    <a:lnTo>
                      <a:pt x="151" y="87"/>
                    </a:lnTo>
                    <a:lnTo>
                      <a:pt x="148" y="50"/>
                    </a:lnTo>
                    <a:lnTo>
                      <a:pt x="160" y="70"/>
                    </a:lnTo>
                    <a:lnTo>
                      <a:pt x="156" y="47"/>
                    </a:lnTo>
                    <a:lnTo>
                      <a:pt x="154" y="34"/>
                    </a:lnTo>
                    <a:lnTo>
                      <a:pt x="151" y="22"/>
                    </a:lnTo>
                    <a:lnTo>
                      <a:pt x="145" y="18"/>
                    </a:lnTo>
                    <a:lnTo>
                      <a:pt x="152" y="0"/>
                    </a:lnTo>
                  </a:path>
                </a:pathLst>
              </a:custGeom>
              <a:solidFill>
                <a:srgbClr val="CEDA9D"/>
              </a:solidFill>
              <a:ln w="9525" cap="rnd">
                <a:noFill/>
                <a:round/>
              </a:ln>
              <a:effectLst/>
            </p:spPr>
            <p:txBody>
              <a:bodyPr/>
              <a:lstStyle/>
              <a:p>
                <a:endParaRPr lang="zh-CN" altLang="en-US"/>
              </a:p>
            </p:txBody>
          </p:sp>
          <p:sp>
            <p:nvSpPr>
              <p:cNvPr id="2149" name="Freeform 101"/>
              <p:cNvSpPr/>
              <p:nvPr/>
            </p:nvSpPr>
            <p:spPr bwMode="ltGray">
              <a:xfrm>
                <a:off x="4566" y="3358"/>
                <a:ext cx="109" cy="423"/>
              </a:xfrm>
              <a:custGeom>
                <a:avLst/>
                <a:gdLst/>
                <a:ahLst/>
                <a:cxnLst>
                  <a:cxn ang="0">
                    <a:pos x="106" y="44"/>
                  </a:cxn>
                  <a:cxn ang="0">
                    <a:pos x="68" y="0"/>
                  </a:cxn>
                  <a:cxn ang="0">
                    <a:pos x="56" y="1"/>
                  </a:cxn>
                  <a:cxn ang="0">
                    <a:pos x="46" y="5"/>
                  </a:cxn>
                  <a:cxn ang="0">
                    <a:pos x="38" y="23"/>
                  </a:cxn>
                  <a:cxn ang="0">
                    <a:pos x="18" y="79"/>
                  </a:cxn>
                  <a:cxn ang="0">
                    <a:pos x="11" y="102"/>
                  </a:cxn>
                  <a:cxn ang="0">
                    <a:pos x="6" y="125"/>
                  </a:cxn>
                  <a:cxn ang="0">
                    <a:pos x="1" y="198"/>
                  </a:cxn>
                  <a:cxn ang="0">
                    <a:pos x="0" y="220"/>
                  </a:cxn>
                  <a:cxn ang="0">
                    <a:pos x="1" y="247"/>
                  </a:cxn>
                  <a:cxn ang="0">
                    <a:pos x="4" y="276"/>
                  </a:cxn>
                  <a:cxn ang="0">
                    <a:pos x="12" y="322"/>
                  </a:cxn>
                  <a:cxn ang="0">
                    <a:pos x="19" y="351"/>
                  </a:cxn>
                  <a:cxn ang="0">
                    <a:pos x="29" y="383"/>
                  </a:cxn>
                  <a:cxn ang="0">
                    <a:pos x="49" y="422"/>
                  </a:cxn>
                  <a:cxn ang="0">
                    <a:pos x="39" y="373"/>
                  </a:cxn>
                  <a:cxn ang="0">
                    <a:pos x="31" y="326"/>
                  </a:cxn>
                  <a:cxn ang="0">
                    <a:pos x="26" y="286"/>
                  </a:cxn>
                  <a:cxn ang="0">
                    <a:pos x="28" y="247"/>
                  </a:cxn>
                  <a:cxn ang="0">
                    <a:pos x="29" y="220"/>
                  </a:cxn>
                  <a:cxn ang="0">
                    <a:pos x="26" y="187"/>
                  </a:cxn>
                  <a:cxn ang="0">
                    <a:pos x="24" y="158"/>
                  </a:cxn>
                  <a:cxn ang="0">
                    <a:pos x="32" y="102"/>
                  </a:cxn>
                  <a:cxn ang="0">
                    <a:pos x="34" y="73"/>
                  </a:cxn>
                  <a:cxn ang="0">
                    <a:pos x="41" y="48"/>
                  </a:cxn>
                  <a:cxn ang="0">
                    <a:pos x="56" y="18"/>
                  </a:cxn>
                  <a:cxn ang="0">
                    <a:pos x="71" y="18"/>
                  </a:cxn>
                  <a:cxn ang="0">
                    <a:pos x="108" y="59"/>
                  </a:cxn>
                  <a:cxn ang="0">
                    <a:pos x="106" y="44"/>
                  </a:cxn>
                </a:cxnLst>
                <a:rect l="0" t="0" r="r" b="b"/>
                <a:pathLst>
                  <a:path w="109" h="423">
                    <a:moveTo>
                      <a:pt x="106" y="44"/>
                    </a:moveTo>
                    <a:lnTo>
                      <a:pt x="68" y="0"/>
                    </a:lnTo>
                    <a:lnTo>
                      <a:pt x="56" y="1"/>
                    </a:lnTo>
                    <a:lnTo>
                      <a:pt x="46" y="5"/>
                    </a:lnTo>
                    <a:lnTo>
                      <a:pt x="38" y="23"/>
                    </a:lnTo>
                    <a:lnTo>
                      <a:pt x="18" y="79"/>
                    </a:lnTo>
                    <a:lnTo>
                      <a:pt x="11" y="102"/>
                    </a:lnTo>
                    <a:lnTo>
                      <a:pt x="6" y="125"/>
                    </a:lnTo>
                    <a:lnTo>
                      <a:pt x="1" y="198"/>
                    </a:lnTo>
                    <a:lnTo>
                      <a:pt x="0" y="220"/>
                    </a:lnTo>
                    <a:lnTo>
                      <a:pt x="1" y="247"/>
                    </a:lnTo>
                    <a:lnTo>
                      <a:pt x="4" y="276"/>
                    </a:lnTo>
                    <a:lnTo>
                      <a:pt x="12" y="322"/>
                    </a:lnTo>
                    <a:lnTo>
                      <a:pt x="19" y="351"/>
                    </a:lnTo>
                    <a:lnTo>
                      <a:pt x="29" y="383"/>
                    </a:lnTo>
                    <a:lnTo>
                      <a:pt x="49" y="422"/>
                    </a:lnTo>
                    <a:lnTo>
                      <a:pt x="39" y="373"/>
                    </a:lnTo>
                    <a:lnTo>
                      <a:pt x="31" y="326"/>
                    </a:lnTo>
                    <a:lnTo>
                      <a:pt x="26" y="286"/>
                    </a:lnTo>
                    <a:lnTo>
                      <a:pt x="28" y="247"/>
                    </a:lnTo>
                    <a:lnTo>
                      <a:pt x="29" y="220"/>
                    </a:lnTo>
                    <a:lnTo>
                      <a:pt x="26" y="187"/>
                    </a:lnTo>
                    <a:lnTo>
                      <a:pt x="24" y="158"/>
                    </a:lnTo>
                    <a:lnTo>
                      <a:pt x="32" y="102"/>
                    </a:lnTo>
                    <a:lnTo>
                      <a:pt x="34" y="73"/>
                    </a:lnTo>
                    <a:lnTo>
                      <a:pt x="41" y="48"/>
                    </a:lnTo>
                    <a:lnTo>
                      <a:pt x="56" y="18"/>
                    </a:lnTo>
                    <a:lnTo>
                      <a:pt x="71" y="18"/>
                    </a:lnTo>
                    <a:lnTo>
                      <a:pt x="108" y="59"/>
                    </a:lnTo>
                    <a:lnTo>
                      <a:pt x="106" y="44"/>
                    </a:lnTo>
                  </a:path>
                </a:pathLst>
              </a:custGeom>
              <a:solidFill>
                <a:srgbClr val="CEDA9D"/>
              </a:solidFill>
              <a:ln w="9525" cap="rnd">
                <a:noFill/>
                <a:round/>
              </a:ln>
              <a:effectLst/>
            </p:spPr>
            <p:txBody>
              <a:bodyPr/>
              <a:lstStyle/>
              <a:p>
                <a:endParaRPr lang="zh-CN" altLang="en-US"/>
              </a:p>
            </p:txBody>
          </p:sp>
          <p:sp>
            <p:nvSpPr>
              <p:cNvPr id="2150" name="Freeform 102"/>
              <p:cNvSpPr/>
              <p:nvPr/>
            </p:nvSpPr>
            <p:spPr bwMode="ltGray">
              <a:xfrm>
                <a:off x="4808" y="3156"/>
                <a:ext cx="194" cy="455"/>
              </a:xfrm>
              <a:custGeom>
                <a:avLst/>
                <a:gdLst/>
                <a:ahLst/>
                <a:cxnLst>
                  <a:cxn ang="0">
                    <a:pos x="135" y="454"/>
                  </a:cxn>
                  <a:cxn ang="0">
                    <a:pos x="150" y="376"/>
                  </a:cxn>
                  <a:cxn ang="0">
                    <a:pos x="155" y="343"/>
                  </a:cxn>
                  <a:cxn ang="0">
                    <a:pos x="168" y="301"/>
                  </a:cxn>
                  <a:cxn ang="0">
                    <a:pos x="183" y="262"/>
                  </a:cxn>
                  <a:cxn ang="0">
                    <a:pos x="191" y="239"/>
                  </a:cxn>
                  <a:cxn ang="0">
                    <a:pos x="193" y="216"/>
                  </a:cxn>
                  <a:cxn ang="0">
                    <a:pos x="188" y="182"/>
                  </a:cxn>
                  <a:cxn ang="0">
                    <a:pos x="186" y="147"/>
                  </a:cxn>
                  <a:cxn ang="0">
                    <a:pos x="165" y="61"/>
                  </a:cxn>
                  <a:cxn ang="0">
                    <a:pos x="155" y="41"/>
                  </a:cxn>
                  <a:cxn ang="0">
                    <a:pos x="138" y="18"/>
                  </a:cxn>
                  <a:cxn ang="0">
                    <a:pos x="122" y="4"/>
                  </a:cxn>
                  <a:cxn ang="0">
                    <a:pos x="103" y="0"/>
                  </a:cxn>
                  <a:cxn ang="0">
                    <a:pos x="87" y="10"/>
                  </a:cxn>
                  <a:cxn ang="0">
                    <a:pos x="68" y="18"/>
                  </a:cxn>
                  <a:cxn ang="0">
                    <a:pos x="48" y="45"/>
                  </a:cxn>
                  <a:cxn ang="0">
                    <a:pos x="41" y="64"/>
                  </a:cxn>
                  <a:cxn ang="0">
                    <a:pos x="29" y="91"/>
                  </a:cxn>
                  <a:cxn ang="0">
                    <a:pos x="19" y="116"/>
                  </a:cxn>
                  <a:cxn ang="0">
                    <a:pos x="1" y="235"/>
                  </a:cxn>
                  <a:cxn ang="0">
                    <a:pos x="0" y="258"/>
                  </a:cxn>
                  <a:cxn ang="0">
                    <a:pos x="4" y="297"/>
                  </a:cxn>
                  <a:cxn ang="0">
                    <a:pos x="14" y="409"/>
                  </a:cxn>
                  <a:cxn ang="0">
                    <a:pos x="13" y="298"/>
                  </a:cxn>
                  <a:cxn ang="0">
                    <a:pos x="19" y="251"/>
                  </a:cxn>
                  <a:cxn ang="0">
                    <a:pos x="23" y="221"/>
                  </a:cxn>
                  <a:cxn ang="0">
                    <a:pos x="31" y="182"/>
                  </a:cxn>
                  <a:cxn ang="0">
                    <a:pos x="38" y="143"/>
                  </a:cxn>
                  <a:cxn ang="0">
                    <a:pos x="50" y="103"/>
                  </a:cxn>
                  <a:cxn ang="0">
                    <a:pos x="64" y="68"/>
                  </a:cxn>
                  <a:cxn ang="0">
                    <a:pos x="75" y="37"/>
                  </a:cxn>
                  <a:cxn ang="0">
                    <a:pos x="87" y="18"/>
                  </a:cxn>
                  <a:cxn ang="0">
                    <a:pos x="101" y="11"/>
                  </a:cxn>
                  <a:cxn ang="0">
                    <a:pos x="115" y="18"/>
                  </a:cxn>
                  <a:cxn ang="0">
                    <a:pos x="124" y="34"/>
                  </a:cxn>
                  <a:cxn ang="0">
                    <a:pos x="130" y="64"/>
                  </a:cxn>
                  <a:cxn ang="0">
                    <a:pos x="130" y="87"/>
                  </a:cxn>
                  <a:cxn ang="0">
                    <a:pos x="134" y="129"/>
                  </a:cxn>
                  <a:cxn ang="0">
                    <a:pos x="140" y="155"/>
                  </a:cxn>
                  <a:cxn ang="0">
                    <a:pos x="153" y="195"/>
                  </a:cxn>
                  <a:cxn ang="0">
                    <a:pos x="155" y="216"/>
                  </a:cxn>
                  <a:cxn ang="0">
                    <a:pos x="158" y="237"/>
                  </a:cxn>
                  <a:cxn ang="0">
                    <a:pos x="158" y="267"/>
                  </a:cxn>
                  <a:cxn ang="0">
                    <a:pos x="134" y="369"/>
                  </a:cxn>
                  <a:cxn ang="0">
                    <a:pos x="135" y="454"/>
                  </a:cxn>
                </a:cxnLst>
                <a:rect l="0" t="0" r="r" b="b"/>
                <a:pathLst>
                  <a:path w="194" h="455">
                    <a:moveTo>
                      <a:pt x="135" y="454"/>
                    </a:moveTo>
                    <a:lnTo>
                      <a:pt x="150" y="376"/>
                    </a:lnTo>
                    <a:lnTo>
                      <a:pt x="155" y="343"/>
                    </a:lnTo>
                    <a:lnTo>
                      <a:pt x="168" y="301"/>
                    </a:lnTo>
                    <a:lnTo>
                      <a:pt x="183" y="262"/>
                    </a:lnTo>
                    <a:lnTo>
                      <a:pt x="191" y="239"/>
                    </a:lnTo>
                    <a:lnTo>
                      <a:pt x="193" y="216"/>
                    </a:lnTo>
                    <a:lnTo>
                      <a:pt x="188" y="182"/>
                    </a:lnTo>
                    <a:lnTo>
                      <a:pt x="186" y="147"/>
                    </a:lnTo>
                    <a:lnTo>
                      <a:pt x="165" y="61"/>
                    </a:lnTo>
                    <a:lnTo>
                      <a:pt x="155" y="41"/>
                    </a:lnTo>
                    <a:lnTo>
                      <a:pt x="138" y="18"/>
                    </a:lnTo>
                    <a:lnTo>
                      <a:pt x="122" y="4"/>
                    </a:lnTo>
                    <a:lnTo>
                      <a:pt x="103" y="0"/>
                    </a:lnTo>
                    <a:lnTo>
                      <a:pt x="87" y="10"/>
                    </a:lnTo>
                    <a:lnTo>
                      <a:pt x="68" y="18"/>
                    </a:lnTo>
                    <a:lnTo>
                      <a:pt x="48" y="45"/>
                    </a:lnTo>
                    <a:lnTo>
                      <a:pt x="41" y="64"/>
                    </a:lnTo>
                    <a:lnTo>
                      <a:pt x="29" y="91"/>
                    </a:lnTo>
                    <a:lnTo>
                      <a:pt x="19" y="116"/>
                    </a:lnTo>
                    <a:lnTo>
                      <a:pt x="1" y="235"/>
                    </a:lnTo>
                    <a:lnTo>
                      <a:pt x="0" y="258"/>
                    </a:lnTo>
                    <a:lnTo>
                      <a:pt x="4" y="297"/>
                    </a:lnTo>
                    <a:lnTo>
                      <a:pt x="14" y="409"/>
                    </a:lnTo>
                    <a:lnTo>
                      <a:pt x="13" y="298"/>
                    </a:lnTo>
                    <a:lnTo>
                      <a:pt x="19" y="251"/>
                    </a:lnTo>
                    <a:lnTo>
                      <a:pt x="23" y="221"/>
                    </a:lnTo>
                    <a:lnTo>
                      <a:pt x="31" y="182"/>
                    </a:lnTo>
                    <a:lnTo>
                      <a:pt x="38" y="143"/>
                    </a:lnTo>
                    <a:lnTo>
                      <a:pt x="50" y="103"/>
                    </a:lnTo>
                    <a:lnTo>
                      <a:pt x="64" y="68"/>
                    </a:lnTo>
                    <a:lnTo>
                      <a:pt x="75" y="37"/>
                    </a:lnTo>
                    <a:lnTo>
                      <a:pt x="87" y="18"/>
                    </a:lnTo>
                    <a:lnTo>
                      <a:pt x="101" y="11"/>
                    </a:lnTo>
                    <a:lnTo>
                      <a:pt x="115" y="18"/>
                    </a:lnTo>
                    <a:lnTo>
                      <a:pt x="124" y="34"/>
                    </a:lnTo>
                    <a:lnTo>
                      <a:pt x="130" y="64"/>
                    </a:lnTo>
                    <a:lnTo>
                      <a:pt x="130" y="87"/>
                    </a:lnTo>
                    <a:lnTo>
                      <a:pt x="134" y="129"/>
                    </a:lnTo>
                    <a:lnTo>
                      <a:pt x="140" y="155"/>
                    </a:lnTo>
                    <a:lnTo>
                      <a:pt x="153" y="195"/>
                    </a:lnTo>
                    <a:lnTo>
                      <a:pt x="155" y="216"/>
                    </a:lnTo>
                    <a:lnTo>
                      <a:pt x="158" y="237"/>
                    </a:lnTo>
                    <a:lnTo>
                      <a:pt x="158" y="267"/>
                    </a:lnTo>
                    <a:lnTo>
                      <a:pt x="134" y="369"/>
                    </a:lnTo>
                    <a:lnTo>
                      <a:pt x="135" y="454"/>
                    </a:lnTo>
                  </a:path>
                </a:pathLst>
              </a:custGeom>
              <a:solidFill>
                <a:srgbClr val="CEDA9D"/>
              </a:solidFill>
              <a:ln w="9525" cap="rnd">
                <a:noFill/>
                <a:round/>
              </a:ln>
              <a:effectLst/>
            </p:spPr>
            <p:txBody>
              <a:bodyPr/>
              <a:lstStyle/>
              <a:p>
                <a:endParaRPr lang="zh-CN" altLang="en-US"/>
              </a:p>
            </p:txBody>
          </p:sp>
          <p:sp>
            <p:nvSpPr>
              <p:cNvPr id="2151" name="Freeform 103"/>
              <p:cNvSpPr/>
              <p:nvPr/>
            </p:nvSpPr>
            <p:spPr bwMode="ltGray">
              <a:xfrm>
                <a:off x="4624" y="3675"/>
                <a:ext cx="162" cy="414"/>
              </a:xfrm>
              <a:custGeom>
                <a:avLst/>
                <a:gdLst/>
                <a:ahLst/>
                <a:cxnLst>
                  <a:cxn ang="0">
                    <a:pos x="157" y="66"/>
                  </a:cxn>
                  <a:cxn ang="0">
                    <a:pos x="124" y="0"/>
                  </a:cxn>
                  <a:cxn ang="0">
                    <a:pos x="102" y="1"/>
                  </a:cxn>
                  <a:cxn ang="0">
                    <a:pos x="84" y="5"/>
                  </a:cxn>
                  <a:cxn ang="0">
                    <a:pos x="69" y="23"/>
                  </a:cxn>
                  <a:cxn ang="0">
                    <a:pos x="33" y="76"/>
                  </a:cxn>
                  <a:cxn ang="0">
                    <a:pos x="20" y="100"/>
                  </a:cxn>
                  <a:cxn ang="0">
                    <a:pos x="11" y="123"/>
                  </a:cxn>
                  <a:cxn ang="0">
                    <a:pos x="3" y="194"/>
                  </a:cxn>
                  <a:cxn ang="0">
                    <a:pos x="0" y="214"/>
                  </a:cxn>
                  <a:cxn ang="0">
                    <a:pos x="3" y="241"/>
                  </a:cxn>
                  <a:cxn ang="0">
                    <a:pos x="8" y="270"/>
                  </a:cxn>
                  <a:cxn ang="0">
                    <a:pos x="24" y="315"/>
                  </a:cxn>
                  <a:cxn ang="0">
                    <a:pos x="35" y="343"/>
                  </a:cxn>
                  <a:cxn ang="0">
                    <a:pos x="53" y="375"/>
                  </a:cxn>
                  <a:cxn ang="0">
                    <a:pos x="90" y="413"/>
                  </a:cxn>
                  <a:cxn ang="0">
                    <a:pos x="72" y="364"/>
                  </a:cxn>
                  <a:cxn ang="0">
                    <a:pos x="56" y="320"/>
                  </a:cxn>
                  <a:cxn ang="0">
                    <a:pos x="47" y="280"/>
                  </a:cxn>
                  <a:cxn ang="0">
                    <a:pos x="51" y="241"/>
                  </a:cxn>
                  <a:cxn ang="0">
                    <a:pos x="53" y="214"/>
                  </a:cxn>
                  <a:cxn ang="0">
                    <a:pos x="47" y="182"/>
                  </a:cxn>
                  <a:cxn ang="0">
                    <a:pos x="44" y="153"/>
                  </a:cxn>
                  <a:cxn ang="0">
                    <a:pos x="60" y="100"/>
                  </a:cxn>
                  <a:cxn ang="0">
                    <a:pos x="62" y="70"/>
                  </a:cxn>
                  <a:cxn ang="0">
                    <a:pos x="75" y="48"/>
                  </a:cxn>
                  <a:cxn ang="0">
                    <a:pos x="102" y="17"/>
                  </a:cxn>
                  <a:cxn ang="0">
                    <a:pos x="115" y="41"/>
                  </a:cxn>
                  <a:cxn ang="0">
                    <a:pos x="161" y="79"/>
                  </a:cxn>
                  <a:cxn ang="0">
                    <a:pos x="157" y="66"/>
                  </a:cxn>
                </a:cxnLst>
                <a:rect l="0" t="0" r="r" b="b"/>
                <a:pathLst>
                  <a:path w="162" h="414">
                    <a:moveTo>
                      <a:pt x="157" y="66"/>
                    </a:moveTo>
                    <a:lnTo>
                      <a:pt x="124" y="0"/>
                    </a:lnTo>
                    <a:lnTo>
                      <a:pt x="102" y="1"/>
                    </a:lnTo>
                    <a:lnTo>
                      <a:pt x="84" y="5"/>
                    </a:lnTo>
                    <a:lnTo>
                      <a:pt x="69" y="23"/>
                    </a:lnTo>
                    <a:lnTo>
                      <a:pt x="33" y="76"/>
                    </a:lnTo>
                    <a:lnTo>
                      <a:pt x="20" y="100"/>
                    </a:lnTo>
                    <a:lnTo>
                      <a:pt x="11" y="123"/>
                    </a:lnTo>
                    <a:lnTo>
                      <a:pt x="3" y="194"/>
                    </a:lnTo>
                    <a:lnTo>
                      <a:pt x="0" y="214"/>
                    </a:lnTo>
                    <a:lnTo>
                      <a:pt x="3" y="241"/>
                    </a:lnTo>
                    <a:lnTo>
                      <a:pt x="8" y="270"/>
                    </a:lnTo>
                    <a:lnTo>
                      <a:pt x="24" y="315"/>
                    </a:lnTo>
                    <a:lnTo>
                      <a:pt x="35" y="343"/>
                    </a:lnTo>
                    <a:lnTo>
                      <a:pt x="53" y="375"/>
                    </a:lnTo>
                    <a:lnTo>
                      <a:pt x="90" y="413"/>
                    </a:lnTo>
                    <a:lnTo>
                      <a:pt x="72" y="364"/>
                    </a:lnTo>
                    <a:lnTo>
                      <a:pt x="56" y="320"/>
                    </a:lnTo>
                    <a:lnTo>
                      <a:pt x="47" y="280"/>
                    </a:lnTo>
                    <a:lnTo>
                      <a:pt x="51" y="241"/>
                    </a:lnTo>
                    <a:lnTo>
                      <a:pt x="53" y="214"/>
                    </a:lnTo>
                    <a:lnTo>
                      <a:pt x="47" y="182"/>
                    </a:lnTo>
                    <a:lnTo>
                      <a:pt x="44" y="153"/>
                    </a:lnTo>
                    <a:lnTo>
                      <a:pt x="60" y="100"/>
                    </a:lnTo>
                    <a:lnTo>
                      <a:pt x="62" y="70"/>
                    </a:lnTo>
                    <a:lnTo>
                      <a:pt x="75" y="48"/>
                    </a:lnTo>
                    <a:lnTo>
                      <a:pt x="102" y="17"/>
                    </a:lnTo>
                    <a:lnTo>
                      <a:pt x="115" y="41"/>
                    </a:lnTo>
                    <a:lnTo>
                      <a:pt x="161" y="79"/>
                    </a:lnTo>
                    <a:lnTo>
                      <a:pt x="157" y="66"/>
                    </a:lnTo>
                  </a:path>
                </a:pathLst>
              </a:custGeom>
              <a:solidFill>
                <a:srgbClr val="CEDA9D"/>
              </a:solidFill>
              <a:ln w="9525" cap="rnd">
                <a:noFill/>
                <a:round/>
              </a:ln>
              <a:effectLst/>
            </p:spPr>
            <p:txBody>
              <a:bodyPr/>
              <a:lstStyle/>
              <a:p>
                <a:endParaRPr lang="zh-CN" altLang="en-US"/>
              </a:p>
            </p:txBody>
          </p:sp>
          <p:sp>
            <p:nvSpPr>
              <p:cNvPr id="2152" name="Freeform 104"/>
              <p:cNvSpPr/>
              <p:nvPr/>
            </p:nvSpPr>
            <p:spPr bwMode="ltGray">
              <a:xfrm>
                <a:off x="4815" y="3813"/>
                <a:ext cx="163" cy="279"/>
              </a:xfrm>
              <a:custGeom>
                <a:avLst/>
                <a:gdLst/>
                <a:ahLst/>
                <a:cxnLst>
                  <a:cxn ang="0">
                    <a:pos x="3" y="44"/>
                  </a:cxn>
                  <a:cxn ang="0">
                    <a:pos x="37" y="0"/>
                  </a:cxn>
                  <a:cxn ang="0">
                    <a:pos x="58" y="1"/>
                  </a:cxn>
                  <a:cxn ang="0">
                    <a:pos x="77" y="4"/>
                  </a:cxn>
                  <a:cxn ang="0">
                    <a:pos x="91" y="15"/>
                  </a:cxn>
                  <a:cxn ang="0">
                    <a:pos x="129" y="51"/>
                  </a:cxn>
                  <a:cxn ang="0">
                    <a:pos x="140" y="67"/>
                  </a:cxn>
                  <a:cxn ang="0">
                    <a:pos x="149" y="83"/>
                  </a:cxn>
                  <a:cxn ang="0">
                    <a:pos x="158" y="130"/>
                  </a:cxn>
                  <a:cxn ang="0">
                    <a:pos x="162" y="144"/>
                  </a:cxn>
                  <a:cxn ang="0">
                    <a:pos x="158" y="163"/>
                  </a:cxn>
                  <a:cxn ang="0">
                    <a:pos x="153" y="181"/>
                  </a:cxn>
                  <a:cxn ang="0">
                    <a:pos x="137" y="212"/>
                  </a:cxn>
                  <a:cxn ang="0">
                    <a:pos x="125" y="232"/>
                  </a:cxn>
                  <a:cxn ang="0">
                    <a:pos x="107" y="252"/>
                  </a:cxn>
                  <a:cxn ang="0">
                    <a:pos x="70" y="278"/>
                  </a:cxn>
                  <a:cxn ang="0">
                    <a:pos x="89" y="245"/>
                  </a:cxn>
                  <a:cxn ang="0">
                    <a:pos x="105" y="216"/>
                  </a:cxn>
                  <a:cxn ang="0">
                    <a:pos x="113" y="189"/>
                  </a:cxn>
                  <a:cxn ang="0">
                    <a:pos x="110" y="163"/>
                  </a:cxn>
                  <a:cxn ang="0">
                    <a:pos x="107" y="144"/>
                  </a:cxn>
                  <a:cxn ang="0">
                    <a:pos x="113" y="123"/>
                  </a:cxn>
                  <a:cxn ang="0">
                    <a:pos x="116" y="103"/>
                  </a:cxn>
                  <a:cxn ang="0">
                    <a:pos x="101" y="67"/>
                  </a:cxn>
                  <a:cxn ang="0">
                    <a:pos x="97" y="47"/>
                  </a:cxn>
                  <a:cxn ang="0">
                    <a:pos x="85" y="32"/>
                  </a:cxn>
                  <a:cxn ang="0">
                    <a:pos x="58" y="11"/>
                  </a:cxn>
                  <a:cxn ang="0">
                    <a:pos x="46" y="27"/>
                  </a:cxn>
                  <a:cxn ang="0">
                    <a:pos x="0" y="53"/>
                  </a:cxn>
                  <a:cxn ang="0">
                    <a:pos x="3" y="44"/>
                  </a:cxn>
                </a:cxnLst>
                <a:rect l="0" t="0" r="r" b="b"/>
                <a:pathLst>
                  <a:path w="163" h="279">
                    <a:moveTo>
                      <a:pt x="3" y="44"/>
                    </a:moveTo>
                    <a:lnTo>
                      <a:pt x="37" y="0"/>
                    </a:lnTo>
                    <a:lnTo>
                      <a:pt x="58" y="1"/>
                    </a:lnTo>
                    <a:lnTo>
                      <a:pt x="77" y="4"/>
                    </a:lnTo>
                    <a:lnTo>
                      <a:pt x="91" y="15"/>
                    </a:lnTo>
                    <a:lnTo>
                      <a:pt x="129" y="51"/>
                    </a:lnTo>
                    <a:lnTo>
                      <a:pt x="140" y="67"/>
                    </a:lnTo>
                    <a:lnTo>
                      <a:pt x="149" y="83"/>
                    </a:lnTo>
                    <a:lnTo>
                      <a:pt x="158" y="130"/>
                    </a:lnTo>
                    <a:lnTo>
                      <a:pt x="162" y="144"/>
                    </a:lnTo>
                    <a:lnTo>
                      <a:pt x="158" y="163"/>
                    </a:lnTo>
                    <a:lnTo>
                      <a:pt x="153" y="181"/>
                    </a:lnTo>
                    <a:lnTo>
                      <a:pt x="137" y="212"/>
                    </a:lnTo>
                    <a:lnTo>
                      <a:pt x="125" y="232"/>
                    </a:lnTo>
                    <a:lnTo>
                      <a:pt x="107" y="252"/>
                    </a:lnTo>
                    <a:lnTo>
                      <a:pt x="70" y="278"/>
                    </a:lnTo>
                    <a:lnTo>
                      <a:pt x="89" y="245"/>
                    </a:lnTo>
                    <a:lnTo>
                      <a:pt x="105" y="216"/>
                    </a:lnTo>
                    <a:lnTo>
                      <a:pt x="113" y="189"/>
                    </a:lnTo>
                    <a:lnTo>
                      <a:pt x="110" y="163"/>
                    </a:lnTo>
                    <a:lnTo>
                      <a:pt x="107" y="144"/>
                    </a:lnTo>
                    <a:lnTo>
                      <a:pt x="113" y="123"/>
                    </a:lnTo>
                    <a:lnTo>
                      <a:pt x="116" y="103"/>
                    </a:lnTo>
                    <a:lnTo>
                      <a:pt x="101" y="67"/>
                    </a:lnTo>
                    <a:lnTo>
                      <a:pt x="97" y="47"/>
                    </a:lnTo>
                    <a:lnTo>
                      <a:pt x="85" y="32"/>
                    </a:lnTo>
                    <a:lnTo>
                      <a:pt x="58" y="11"/>
                    </a:lnTo>
                    <a:lnTo>
                      <a:pt x="46" y="27"/>
                    </a:lnTo>
                    <a:lnTo>
                      <a:pt x="0" y="53"/>
                    </a:lnTo>
                    <a:lnTo>
                      <a:pt x="3" y="44"/>
                    </a:lnTo>
                  </a:path>
                </a:pathLst>
              </a:custGeom>
              <a:solidFill>
                <a:srgbClr val="CEDA9D"/>
              </a:solidFill>
              <a:ln w="9525" cap="rnd">
                <a:noFill/>
                <a:round/>
              </a:ln>
              <a:effectLst/>
            </p:spPr>
            <p:txBody>
              <a:bodyPr/>
              <a:lstStyle/>
              <a:p>
                <a:endParaRPr lang="zh-CN" altLang="en-US"/>
              </a:p>
            </p:txBody>
          </p:sp>
          <p:sp>
            <p:nvSpPr>
              <p:cNvPr id="2153" name="Freeform 105"/>
              <p:cNvSpPr/>
              <p:nvPr/>
            </p:nvSpPr>
            <p:spPr bwMode="ltGray">
              <a:xfrm>
                <a:off x="5184" y="2633"/>
                <a:ext cx="313" cy="637"/>
              </a:xfrm>
              <a:custGeom>
                <a:avLst/>
                <a:gdLst/>
                <a:ahLst/>
                <a:cxnLst>
                  <a:cxn ang="0">
                    <a:pos x="294" y="14"/>
                  </a:cxn>
                  <a:cxn ang="0">
                    <a:pos x="292" y="0"/>
                  </a:cxn>
                  <a:cxn ang="0">
                    <a:pos x="269" y="5"/>
                  </a:cxn>
                  <a:cxn ang="0">
                    <a:pos x="256" y="23"/>
                  </a:cxn>
                  <a:cxn ang="0">
                    <a:pos x="8" y="139"/>
                  </a:cxn>
                  <a:cxn ang="0">
                    <a:pos x="229" y="56"/>
                  </a:cxn>
                  <a:cxn ang="0">
                    <a:pos x="232" y="71"/>
                  </a:cxn>
                  <a:cxn ang="0">
                    <a:pos x="124" y="172"/>
                  </a:cxn>
                  <a:cxn ang="0">
                    <a:pos x="258" y="92"/>
                  </a:cxn>
                  <a:cxn ang="0">
                    <a:pos x="241" y="125"/>
                  </a:cxn>
                  <a:cxn ang="0">
                    <a:pos x="198" y="179"/>
                  </a:cxn>
                  <a:cxn ang="0">
                    <a:pos x="67" y="325"/>
                  </a:cxn>
                  <a:cxn ang="0">
                    <a:pos x="73" y="313"/>
                  </a:cxn>
                  <a:cxn ang="0">
                    <a:pos x="158" y="223"/>
                  </a:cxn>
                  <a:cxn ang="0">
                    <a:pos x="225" y="152"/>
                  </a:cxn>
                  <a:cxn ang="0">
                    <a:pos x="256" y="119"/>
                  </a:cxn>
                  <a:cxn ang="0">
                    <a:pos x="261" y="130"/>
                  </a:cxn>
                  <a:cxn ang="0">
                    <a:pos x="225" y="175"/>
                  </a:cxn>
                  <a:cxn ang="0">
                    <a:pos x="172" y="235"/>
                  </a:cxn>
                  <a:cxn ang="0">
                    <a:pos x="241" y="152"/>
                  </a:cxn>
                  <a:cxn ang="0">
                    <a:pos x="261" y="130"/>
                  </a:cxn>
                  <a:cxn ang="0">
                    <a:pos x="264" y="155"/>
                  </a:cxn>
                  <a:cxn ang="0">
                    <a:pos x="241" y="197"/>
                  </a:cxn>
                  <a:cxn ang="0">
                    <a:pos x="172" y="253"/>
                  </a:cxn>
                  <a:cxn ang="0">
                    <a:pos x="114" y="303"/>
                  </a:cxn>
                  <a:cxn ang="0">
                    <a:pos x="182" y="251"/>
                  </a:cxn>
                  <a:cxn ang="0">
                    <a:pos x="251" y="191"/>
                  </a:cxn>
                  <a:cxn ang="0">
                    <a:pos x="248" y="211"/>
                  </a:cxn>
                  <a:cxn ang="0">
                    <a:pos x="251" y="247"/>
                  </a:cxn>
                  <a:cxn ang="0">
                    <a:pos x="240" y="264"/>
                  </a:cxn>
                  <a:cxn ang="0">
                    <a:pos x="184" y="315"/>
                  </a:cxn>
                  <a:cxn ang="0">
                    <a:pos x="77" y="397"/>
                  </a:cxn>
                  <a:cxn ang="0">
                    <a:pos x="93" y="379"/>
                  </a:cxn>
                  <a:cxn ang="0">
                    <a:pos x="225" y="280"/>
                  </a:cxn>
                  <a:cxn ang="0">
                    <a:pos x="266" y="237"/>
                  </a:cxn>
                  <a:cxn ang="0">
                    <a:pos x="161" y="365"/>
                  </a:cxn>
                  <a:cxn ang="0">
                    <a:pos x="265" y="276"/>
                  </a:cxn>
                  <a:cxn ang="0">
                    <a:pos x="262" y="312"/>
                  </a:cxn>
                  <a:cxn ang="0">
                    <a:pos x="210" y="397"/>
                  </a:cxn>
                  <a:cxn ang="0">
                    <a:pos x="120" y="457"/>
                  </a:cxn>
                  <a:cxn ang="0">
                    <a:pos x="36" y="512"/>
                  </a:cxn>
                  <a:cxn ang="0">
                    <a:pos x="162" y="435"/>
                  </a:cxn>
                  <a:cxn ang="0">
                    <a:pos x="214" y="391"/>
                  </a:cxn>
                  <a:cxn ang="0">
                    <a:pos x="261" y="326"/>
                  </a:cxn>
                  <a:cxn ang="0">
                    <a:pos x="256" y="355"/>
                  </a:cxn>
                  <a:cxn ang="0">
                    <a:pos x="253" y="384"/>
                  </a:cxn>
                  <a:cxn ang="0">
                    <a:pos x="256" y="412"/>
                  </a:cxn>
                  <a:cxn ang="0">
                    <a:pos x="210" y="467"/>
                  </a:cxn>
                  <a:cxn ang="0">
                    <a:pos x="123" y="518"/>
                  </a:cxn>
                  <a:cxn ang="0">
                    <a:pos x="128" y="513"/>
                  </a:cxn>
                  <a:cxn ang="0">
                    <a:pos x="236" y="446"/>
                  </a:cxn>
                  <a:cxn ang="0">
                    <a:pos x="230" y="463"/>
                  </a:cxn>
                  <a:cxn ang="0">
                    <a:pos x="236" y="473"/>
                  </a:cxn>
                  <a:cxn ang="0">
                    <a:pos x="241" y="490"/>
                  </a:cxn>
                  <a:cxn ang="0">
                    <a:pos x="188" y="541"/>
                  </a:cxn>
                  <a:cxn ang="0">
                    <a:pos x="130" y="551"/>
                  </a:cxn>
                  <a:cxn ang="0">
                    <a:pos x="236" y="506"/>
                  </a:cxn>
                  <a:cxn ang="0">
                    <a:pos x="230" y="532"/>
                  </a:cxn>
                  <a:cxn ang="0">
                    <a:pos x="237" y="546"/>
                  </a:cxn>
                  <a:cxn ang="0">
                    <a:pos x="114" y="636"/>
                  </a:cxn>
                  <a:cxn ang="0">
                    <a:pos x="230" y="568"/>
                  </a:cxn>
                  <a:cxn ang="0">
                    <a:pos x="255" y="543"/>
                  </a:cxn>
                  <a:cxn ang="0">
                    <a:pos x="270" y="520"/>
                  </a:cxn>
                </a:cxnLst>
                <a:rect l="0" t="0" r="r" b="b"/>
                <a:pathLst>
                  <a:path w="313" h="637">
                    <a:moveTo>
                      <a:pt x="289" y="48"/>
                    </a:moveTo>
                    <a:lnTo>
                      <a:pt x="294" y="14"/>
                    </a:lnTo>
                    <a:lnTo>
                      <a:pt x="312" y="11"/>
                    </a:lnTo>
                    <a:lnTo>
                      <a:pt x="292" y="0"/>
                    </a:lnTo>
                    <a:lnTo>
                      <a:pt x="283" y="1"/>
                    </a:lnTo>
                    <a:lnTo>
                      <a:pt x="269" y="5"/>
                    </a:lnTo>
                    <a:lnTo>
                      <a:pt x="269" y="15"/>
                    </a:lnTo>
                    <a:lnTo>
                      <a:pt x="256" y="23"/>
                    </a:lnTo>
                    <a:lnTo>
                      <a:pt x="151" y="113"/>
                    </a:lnTo>
                    <a:lnTo>
                      <a:pt x="8" y="139"/>
                    </a:lnTo>
                    <a:lnTo>
                      <a:pt x="150" y="112"/>
                    </a:lnTo>
                    <a:lnTo>
                      <a:pt x="229" y="56"/>
                    </a:lnTo>
                    <a:lnTo>
                      <a:pt x="256" y="48"/>
                    </a:lnTo>
                    <a:lnTo>
                      <a:pt x="232" y="71"/>
                    </a:lnTo>
                    <a:lnTo>
                      <a:pt x="256" y="74"/>
                    </a:lnTo>
                    <a:lnTo>
                      <a:pt x="124" y="172"/>
                    </a:lnTo>
                    <a:lnTo>
                      <a:pt x="214" y="110"/>
                    </a:lnTo>
                    <a:lnTo>
                      <a:pt x="258" y="92"/>
                    </a:lnTo>
                    <a:lnTo>
                      <a:pt x="256" y="106"/>
                    </a:lnTo>
                    <a:lnTo>
                      <a:pt x="241" y="125"/>
                    </a:lnTo>
                    <a:lnTo>
                      <a:pt x="229" y="142"/>
                    </a:lnTo>
                    <a:lnTo>
                      <a:pt x="198" y="179"/>
                    </a:lnTo>
                    <a:lnTo>
                      <a:pt x="141" y="247"/>
                    </a:lnTo>
                    <a:lnTo>
                      <a:pt x="67" y="325"/>
                    </a:lnTo>
                    <a:lnTo>
                      <a:pt x="9" y="379"/>
                    </a:lnTo>
                    <a:lnTo>
                      <a:pt x="73" y="313"/>
                    </a:lnTo>
                    <a:lnTo>
                      <a:pt x="110" y="273"/>
                    </a:lnTo>
                    <a:lnTo>
                      <a:pt x="158" y="223"/>
                    </a:lnTo>
                    <a:lnTo>
                      <a:pt x="183" y="191"/>
                    </a:lnTo>
                    <a:lnTo>
                      <a:pt x="225" y="152"/>
                    </a:lnTo>
                    <a:lnTo>
                      <a:pt x="241" y="136"/>
                    </a:lnTo>
                    <a:lnTo>
                      <a:pt x="256" y="119"/>
                    </a:lnTo>
                    <a:lnTo>
                      <a:pt x="248" y="122"/>
                    </a:lnTo>
                    <a:lnTo>
                      <a:pt x="261" y="130"/>
                    </a:lnTo>
                    <a:lnTo>
                      <a:pt x="246" y="142"/>
                    </a:lnTo>
                    <a:lnTo>
                      <a:pt x="225" y="175"/>
                    </a:lnTo>
                    <a:lnTo>
                      <a:pt x="201" y="210"/>
                    </a:lnTo>
                    <a:lnTo>
                      <a:pt x="172" y="235"/>
                    </a:lnTo>
                    <a:lnTo>
                      <a:pt x="219" y="179"/>
                    </a:lnTo>
                    <a:lnTo>
                      <a:pt x="241" y="152"/>
                    </a:lnTo>
                    <a:lnTo>
                      <a:pt x="256" y="130"/>
                    </a:lnTo>
                    <a:lnTo>
                      <a:pt x="261" y="130"/>
                    </a:lnTo>
                    <a:lnTo>
                      <a:pt x="250" y="164"/>
                    </a:lnTo>
                    <a:lnTo>
                      <a:pt x="264" y="155"/>
                    </a:lnTo>
                    <a:lnTo>
                      <a:pt x="256" y="175"/>
                    </a:lnTo>
                    <a:lnTo>
                      <a:pt x="241" y="197"/>
                    </a:lnTo>
                    <a:lnTo>
                      <a:pt x="210" y="230"/>
                    </a:lnTo>
                    <a:lnTo>
                      <a:pt x="172" y="253"/>
                    </a:lnTo>
                    <a:lnTo>
                      <a:pt x="141" y="280"/>
                    </a:lnTo>
                    <a:lnTo>
                      <a:pt x="114" y="303"/>
                    </a:lnTo>
                    <a:lnTo>
                      <a:pt x="130" y="292"/>
                    </a:lnTo>
                    <a:lnTo>
                      <a:pt x="182" y="251"/>
                    </a:lnTo>
                    <a:lnTo>
                      <a:pt x="241" y="202"/>
                    </a:lnTo>
                    <a:lnTo>
                      <a:pt x="251" y="191"/>
                    </a:lnTo>
                    <a:lnTo>
                      <a:pt x="261" y="175"/>
                    </a:lnTo>
                    <a:lnTo>
                      <a:pt x="248" y="211"/>
                    </a:lnTo>
                    <a:lnTo>
                      <a:pt x="270" y="198"/>
                    </a:lnTo>
                    <a:lnTo>
                      <a:pt x="251" y="247"/>
                    </a:lnTo>
                    <a:lnTo>
                      <a:pt x="246" y="257"/>
                    </a:lnTo>
                    <a:lnTo>
                      <a:pt x="240" y="264"/>
                    </a:lnTo>
                    <a:lnTo>
                      <a:pt x="213" y="290"/>
                    </a:lnTo>
                    <a:lnTo>
                      <a:pt x="184" y="315"/>
                    </a:lnTo>
                    <a:lnTo>
                      <a:pt x="129" y="358"/>
                    </a:lnTo>
                    <a:lnTo>
                      <a:pt x="77" y="397"/>
                    </a:lnTo>
                    <a:lnTo>
                      <a:pt x="0" y="451"/>
                    </a:lnTo>
                    <a:lnTo>
                      <a:pt x="93" y="379"/>
                    </a:lnTo>
                    <a:lnTo>
                      <a:pt x="188" y="307"/>
                    </a:lnTo>
                    <a:lnTo>
                      <a:pt x="225" y="280"/>
                    </a:lnTo>
                    <a:lnTo>
                      <a:pt x="248" y="250"/>
                    </a:lnTo>
                    <a:lnTo>
                      <a:pt x="266" y="237"/>
                    </a:lnTo>
                    <a:lnTo>
                      <a:pt x="269" y="238"/>
                    </a:lnTo>
                    <a:lnTo>
                      <a:pt x="161" y="365"/>
                    </a:lnTo>
                    <a:lnTo>
                      <a:pt x="244" y="279"/>
                    </a:lnTo>
                    <a:lnTo>
                      <a:pt x="265" y="276"/>
                    </a:lnTo>
                    <a:lnTo>
                      <a:pt x="241" y="322"/>
                    </a:lnTo>
                    <a:lnTo>
                      <a:pt x="262" y="312"/>
                    </a:lnTo>
                    <a:lnTo>
                      <a:pt x="230" y="364"/>
                    </a:lnTo>
                    <a:lnTo>
                      <a:pt x="210" y="397"/>
                    </a:lnTo>
                    <a:lnTo>
                      <a:pt x="172" y="424"/>
                    </a:lnTo>
                    <a:lnTo>
                      <a:pt x="120" y="457"/>
                    </a:lnTo>
                    <a:lnTo>
                      <a:pt x="73" y="490"/>
                    </a:lnTo>
                    <a:lnTo>
                      <a:pt x="36" y="512"/>
                    </a:lnTo>
                    <a:lnTo>
                      <a:pt x="9" y="523"/>
                    </a:lnTo>
                    <a:lnTo>
                      <a:pt x="162" y="435"/>
                    </a:lnTo>
                    <a:lnTo>
                      <a:pt x="197" y="410"/>
                    </a:lnTo>
                    <a:lnTo>
                      <a:pt x="214" y="391"/>
                    </a:lnTo>
                    <a:lnTo>
                      <a:pt x="238" y="358"/>
                    </a:lnTo>
                    <a:lnTo>
                      <a:pt x="261" y="326"/>
                    </a:lnTo>
                    <a:lnTo>
                      <a:pt x="237" y="371"/>
                    </a:lnTo>
                    <a:lnTo>
                      <a:pt x="256" y="355"/>
                    </a:lnTo>
                    <a:lnTo>
                      <a:pt x="236" y="392"/>
                    </a:lnTo>
                    <a:lnTo>
                      <a:pt x="253" y="384"/>
                    </a:lnTo>
                    <a:lnTo>
                      <a:pt x="234" y="427"/>
                    </a:lnTo>
                    <a:lnTo>
                      <a:pt x="256" y="412"/>
                    </a:lnTo>
                    <a:lnTo>
                      <a:pt x="236" y="435"/>
                    </a:lnTo>
                    <a:lnTo>
                      <a:pt x="210" y="467"/>
                    </a:lnTo>
                    <a:lnTo>
                      <a:pt x="188" y="477"/>
                    </a:lnTo>
                    <a:lnTo>
                      <a:pt x="123" y="518"/>
                    </a:lnTo>
                    <a:lnTo>
                      <a:pt x="63" y="541"/>
                    </a:lnTo>
                    <a:lnTo>
                      <a:pt x="128" y="513"/>
                    </a:lnTo>
                    <a:lnTo>
                      <a:pt x="183" y="479"/>
                    </a:lnTo>
                    <a:lnTo>
                      <a:pt x="236" y="446"/>
                    </a:lnTo>
                    <a:lnTo>
                      <a:pt x="251" y="430"/>
                    </a:lnTo>
                    <a:lnTo>
                      <a:pt x="230" y="463"/>
                    </a:lnTo>
                    <a:lnTo>
                      <a:pt x="246" y="457"/>
                    </a:lnTo>
                    <a:lnTo>
                      <a:pt x="236" y="473"/>
                    </a:lnTo>
                    <a:lnTo>
                      <a:pt x="230" y="496"/>
                    </a:lnTo>
                    <a:lnTo>
                      <a:pt x="241" y="490"/>
                    </a:lnTo>
                    <a:lnTo>
                      <a:pt x="227" y="509"/>
                    </a:lnTo>
                    <a:lnTo>
                      <a:pt x="188" y="541"/>
                    </a:lnTo>
                    <a:lnTo>
                      <a:pt x="162" y="545"/>
                    </a:lnTo>
                    <a:lnTo>
                      <a:pt x="130" y="551"/>
                    </a:lnTo>
                    <a:lnTo>
                      <a:pt x="193" y="535"/>
                    </a:lnTo>
                    <a:lnTo>
                      <a:pt x="236" y="506"/>
                    </a:lnTo>
                    <a:lnTo>
                      <a:pt x="246" y="484"/>
                    </a:lnTo>
                    <a:lnTo>
                      <a:pt x="230" y="532"/>
                    </a:lnTo>
                    <a:lnTo>
                      <a:pt x="248" y="520"/>
                    </a:lnTo>
                    <a:lnTo>
                      <a:pt x="237" y="546"/>
                    </a:lnTo>
                    <a:lnTo>
                      <a:pt x="219" y="581"/>
                    </a:lnTo>
                    <a:lnTo>
                      <a:pt x="114" y="636"/>
                    </a:lnTo>
                    <a:lnTo>
                      <a:pt x="220" y="585"/>
                    </a:lnTo>
                    <a:lnTo>
                      <a:pt x="230" y="568"/>
                    </a:lnTo>
                    <a:lnTo>
                      <a:pt x="237" y="556"/>
                    </a:lnTo>
                    <a:lnTo>
                      <a:pt x="255" y="543"/>
                    </a:lnTo>
                    <a:lnTo>
                      <a:pt x="266" y="569"/>
                    </a:lnTo>
                    <a:lnTo>
                      <a:pt x="270" y="520"/>
                    </a:lnTo>
                    <a:lnTo>
                      <a:pt x="289" y="48"/>
                    </a:lnTo>
                  </a:path>
                </a:pathLst>
              </a:custGeom>
              <a:solidFill>
                <a:srgbClr val="CEDA9D"/>
              </a:solidFill>
              <a:ln w="9525" cap="rnd">
                <a:noFill/>
                <a:round/>
              </a:ln>
              <a:effectLst/>
            </p:spPr>
            <p:txBody>
              <a:bodyPr/>
              <a:lstStyle/>
              <a:p>
                <a:endParaRPr lang="zh-CN" altLang="en-US"/>
              </a:p>
            </p:txBody>
          </p:sp>
          <p:sp>
            <p:nvSpPr>
              <p:cNvPr id="2154" name="Freeform 106"/>
              <p:cNvSpPr/>
              <p:nvPr/>
            </p:nvSpPr>
            <p:spPr bwMode="ltGray">
              <a:xfrm>
                <a:off x="4701" y="3326"/>
                <a:ext cx="277" cy="472"/>
              </a:xfrm>
              <a:custGeom>
                <a:avLst/>
                <a:gdLst/>
                <a:ahLst/>
                <a:cxnLst>
                  <a:cxn ang="0">
                    <a:pos x="126" y="12"/>
                  </a:cxn>
                  <a:cxn ang="0">
                    <a:pos x="19" y="21"/>
                  </a:cxn>
                  <a:cxn ang="0">
                    <a:pos x="118" y="21"/>
                  </a:cxn>
                  <a:cxn ang="0">
                    <a:pos x="102" y="41"/>
                  </a:cxn>
                  <a:cxn ang="0">
                    <a:pos x="102" y="50"/>
                  </a:cxn>
                  <a:cxn ang="0">
                    <a:pos x="54" y="70"/>
                  </a:cxn>
                  <a:cxn ang="0">
                    <a:pos x="90" y="63"/>
                  </a:cxn>
                  <a:cxn ang="0">
                    <a:pos x="90" y="74"/>
                  </a:cxn>
                  <a:cxn ang="0">
                    <a:pos x="98" y="79"/>
                  </a:cxn>
                  <a:cxn ang="0">
                    <a:pos x="11" y="128"/>
                  </a:cxn>
                  <a:cxn ang="0">
                    <a:pos x="94" y="103"/>
                  </a:cxn>
                  <a:cxn ang="0">
                    <a:pos x="74" y="136"/>
                  </a:cxn>
                  <a:cxn ang="0">
                    <a:pos x="11" y="157"/>
                  </a:cxn>
                  <a:cxn ang="0">
                    <a:pos x="78" y="141"/>
                  </a:cxn>
                  <a:cxn ang="0">
                    <a:pos x="27" y="178"/>
                  </a:cxn>
                  <a:cxn ang="0">
                    <a:pos x="58" y="161"/>
                  </a:cxn>
                  <a:cxn ang="0">
                    <a:pos x="78" y="157"/>
                  </a:cxn>
                  <a:cxn ang="0">
                    <a:pos x="78" y="169"/>
                  </a:cxn>
                  <a:cxn ang="0">
                    <a:pos x="66" y="194"/>
                  </a:cxn>
                  <a:cxn ang="0">
                    <a:pos x="7" y="223"/>
                  </a:cxn>
                  <a:cxn ang="0">
                    <a:pos x="74" y="198"/>
                  </a:cxn>
                  <a:cxn ang="0">
                    <a:pos x="62" y="231"/>
                  </a:cxn>
                  <a:cxn ang="0">
                    <a:pos x="47" y="252"/>
                  </a:cxn>
                  <a:cxn ang="0">
                    <a:pos x="54" y="252"/>
                  </a:cxn>
                  <a:cxn ang="0">
                    <a:pos x="54" y="265"/>
                  </a:cxn>
                  <a:cxn ang="0">
                    <a:pos x="11" y="293"/>
                  </a:cxn>
                  <a:cxn ang="0">
                    <a:pos x="47" y="289"/>
                  </a:cxn>
                  <a:cxn ang="0">
                    <a:pos x="47" y="293"/>
                  </a:cxn>
                  <a:cxn ang="0">
                    <a:pos x="51" y="306"/>
                  </a:cxn>
                  <a:cxn ang="0">
                    <a:pos x="42" y="331"/>
                  </a:cxn>
                  <a:cxn ang="0">
                    <a:pos x="51" y="342"/>
                  </a:cxn>
                  <a:cxn ang="0">
                    <a:pos x="54" y="397"/>
                  </a:cxn>
                  <a:cxn ang="0">
                    <a:pos x="62" y="331"/>
                  </a:cxn>
                  <a:cxn ang="0">
                    <a:pos x="129" y="471"/>
                  </a:cxn>
                  <a:cxn ang="0">
                    <a:pos x="90" y="306"/>
                  </a:cxn>
                  <a:cxn ang="0">
                    <a:pos x="90" y="302"/>
                  </a:cxn>
                  <a:cxn ang="0">
                    <a:pos x="94" y="289"/>
                  </a:cxn>
                  <a:cxn ang="0">
                    <a:pos x="149" y="371"/>
                  </a:cxn>
                  <a:cxn ang="0">
                    <a:pos x="113" y="326"/>
                  </a:cxn>
                  <a:cxn ang="0">
                    <a:pos x="102" y="252"/>
                  </a:cxn>
                  <a:cxn ang="0">
                    <a:pos x="105" y="231"/>
                  </a:cxn>
                  <a:cxn ang="0">
                    <a:pos x="126" y="280"/>
                  </a:cxn>
                  <a:cxn ang="0">
                    <a:pos x="113" y="205"/>
                  </a:cxn>
                  <a:cxn ang="0">
                    <a:pos x="134" y="194"/>
                  </a:cxn>
                  <a:cxn ang="0">
                    <a:pos x="149" y="244"/>
                  </a:cxn>
                  <a:cxn ang="0">
                    <a:pos x="129" y="157"/>
                  </a:cxn>
                  <a:cxn ang="0">
                    <a:pos x="134" y="148"/>
                  </a:cxn>
                  <a:cxn ang="0">
                    <a:pos x="138" y="108"/>
                  </a:cxn>
                  <a:cxn ang="0">
                    <a:pos x="156" y="112"/>
                  </a:cxn>
                  <a:cxn ang="0">
                    <a:pos x="228" y="218"/>
                  </a:cxn>
                  <a:cxn ang="0">
                    <a:pos x="177" y="157"/>
                  </a:cxn>
                  <a:cxn ang="0">
                    <a:pos x="149" y="70"/>
                  </a:cxn>
                  <a:cxn ang="0">
                    <a:pos x="156" y="54"/>
                  </a:cxn>
                  <a:cxn ang="0">
                    <a:pos x="192" y="103"/>
                  </a:cxn>
                  <a:cxn ang="0">
                    <a:pos x="185" y="99"/>
                  </a:cxn>
                  <a:cxn ang="0">
                    <a:pos x="169" y="33"/>
                  </a:cxn>
                  <a:cxn ang="0">
                    <a:pos x="212" y="99"/>
                  </a:cxn>
                  <a:cxn ang="0">
                    <a:pos x="184" y="66"/>
                  </a:cxn>
                  <a:cxn ang="0">
                    <a:pos x="162" y="4"/>
                  </a:cxn>
                </a:cxnLst>
                <a:rect l="0" t="0" r="r" b="b"/>
                <a:pathLst>
                  <a:path w="277" h="472">
                    <a:moveTo>
                      <a:pt x="155" y="5"/>
                    </a:moveTo>
                    <a:lnTo>
                      <a:pt x="138" y="0"/>
                    </a:lnTo>
                    <a:lnTo>
                      <a:pt x="126" y="12"/>
                    </a:lnTo>
                    <a:lnTo>
                      <a:pt x="113" y="17"/>
                    </a:lnTo>
                    <a:lnTo>
                      <a:pt x="86" y="21"/>
                    </a:lnTo>
                    <a:lnTo>
                      <a:pt x="19" y="21"/>
                    </a:lnTo>
                    <a:lnTo>
                      <a:pt x="86" y="24"/>
                    </a:lnTo>
                    <a:lnTo>
                      <a:pt x="105" y="17"/>
                    </a:lnTo>
                    <a:lnTo>
                      <a:pt x="118" y="21"/>
                    </a:lnTo>
                    <a:lnTo>
                      <a:pt x="102" y="28"/>
                    </a:lnTo>
                    <a:lnTo>
                      <a:pt x="113" y="28"/>
                    </a:lnTo>
                    <a:lnTo>
                      <a:pt x="102" y="41"/>
                    </a:lnTo>
                    <a:lnTo>
                      <a:pt x="15" y="112"/>
                    </a:lnTo>
                    <a:lnTo>
                      <a:pt x="105" y="41"/>
                    </a:lnTo>
                    <a:lnTo>
                      <a:pt x="102" y="50"/>
                    </a:lnTo>
                    <a:lnTo>
                      <a:pt x="90" y="63"/>
                    </a:lnTo>
                    <a:lnTo>
                      <a:pt x="78" y="66"/>
                    </a:lnTo>
                    <a:lnTo>
                      <a:pt x="54" y="70"/>
                    </a:lnTo>
                    <a:lnTo>
                      <a:pt x="15" y="63"/>
                    </a:lnTo>
                    <a:lnTo>
                      <a:pt x="78" y="70"/>
                    </a:lnTo>
                    <a:lnTo>
                      <a:pt x="90" y="63"/>
                    </a:lnTo>
                    <a:lnTo>
                      <a:pt x="102" y="57"/>
                    </a:lnTo>
                    <a:lnTo>
                      <a:pt x="98" y="70"/>
                    </a:lnTo>
                    <a:lnTo>
                      <a:pt x="90" y="74"/>
                    </a:lnTo>
                    <a:lnTo>
                      <a:pt x="11" y="115"/>
                    </a:lnTo>
                    <a:lnTo>
                      <a:pt x="90" y="79"/>
                    </a:lnTo>
                    <a:lnTo>
                      <a:pt x="98" y="79"/>
                    </a:lnTo>
                    <a:lnTo>
                      <a:pt x="90" y="90"/>
                    </a:lnTo>
                    <a:lnTo>
                      <a:pt x="78" y="103"/>
                    </a:lnTo>
                    <a:lnTo>
                      <a:pt x="11" y="128"/>
                    </a:lnTo>
                    <a:lnTo>
                      <a:pt x="86" y="99"/>
                    </a:lnTo>
                    <a:lnTo>
                      <a:pt x="90" y="99"/>
                    </a:lnTo>
                    <a:lnTo>
                      <a:pt x="94" y="103"/>
                    </a:lnTo>
                    <a:lnTo>
                      <a:pt x="78" y="119"/>
                    </a:lnTo>
                    <a:lnTo>
                      <a:pt x="94" y="115"/>
                    </a:lnTo>
                    <a:lnTo>
                      <a:pt x="74" y="136"/>
                    </a:lnTo>
                    <a:lnTo>
                      <a:pt x="58" y="148"/>
                    </a:lnTo>
                    <a:lnTo>
                      <a:pt x="27" y="157"/>
                    </a:lnTo>
                    <a:lnTo>
                      <a:pt x="11" y="157"/>
                    </a:lnTo>
                    <a:lnTo>
                      <a:pt x="38" y="154"/>
                    </a:lnTo>
                    <a:lnTo>
                      <a:pt x="70" y="144"/>
                    </a:lnTo>
                    <a:lnTo>
                      <a:pt x="78" y="141"/>
                    </a:lnTo>
                    <a:lnTo>
                      <a:pt x="70" y="154"/>
                    </a:lnTo>
                    <a:lnTo>
                      <a:pt x="54" y="169"/>
                    </a:lnTo>
                    <a:lnTo>
                      <a:pt x="27" y="178"/>
                    </a:lnTo>
                    <a:lnTo>
                      <a:pt x="0" y="185"/>
                    </a:lnTo>
                    <a:lnTo>
                      <a:pt x="34" y="174"/>
                    </a:lnTo>
                    <a:lnTo>
                      <a:pt x="58" y="161"/>
                    </a:lnTo>
                    <a:lnTo>
                      <a:pt x="78" y="148"/>
                    </a:lnTo>
                    <a:lnTo>
                      <a:pt x="82" y="144"/>
                    </a:lnTo>
                    <a:lnTo>
                      <a:pt x="78" y="157"/>
                    </a:lnTo>
                    <a:lnTo>
                      <a:pt x="86" y="154"/>
                    </a:lnTo>
                    <a:lnTo>
                      <a:pt x="94" y="157"/>
                    </a:lnTo>
                    <a:lnTo>
                      <a:pt x="78" y="169"/>
                    </a:lnTo>
                    <a:lnTo>
                      <a:pt x="78" y="178"/>
                    </a:lnTo>
                    <a:lnTo>
                      <a:pt x="58" y="194"/>
                    </a:lnTo>
                    <a:lnTo>
                      <a:pt x="66" y="194"/>
                    </a:lnTo>
                    <a:lnTo>
                      <a:pt x="58" y="203"/>
                    </a:lnTo>
                    <a:lnTo>
                      <a:pt x="31" y="218"/>
                    </a:lnTo>
                    <a:lnTo>
                      <a:pt x="7" y="223"/>
                    </a:lnTo>
                    <a:lnTo>
                      <a:pt x="42" y="214"/>
                    </a:lnTo>
                    <a:lnTo>
                      <a:pt x="62" y="203"/>
                    </a:lnTo>
                    <a:lnTo>
                      <a:pt x="74" y="198"/>
                    </a:lnTo>
                    <a:lnTo>
                      <a:pt x="74" y="210"/>
                    </a:lnTo>
                    <a:lnTo>
                      <a:pt x="74" y="214"/>
                    </a:lnTo>
                    <a:lnTo>
                      <a:pt x="62" y="231"/>
                    </a:lnTo>
                    <a:lnTo>
                      <a:pt x="51" y="244"/>
                    </a:lnTo>
                    <a:lnTo>
                      <a:pt x="58" y="244"/>
                    </a:lnTo>
                    <a:lnTo>
                      <a:pt x="47" y="252"/>
                    </a:lnTo>
                    <a:lnTo>
                      <a:pt x="7" y="273"/>
                    </a:lnTo>
                    <a:lnTo>
                      <a:pt x="34" y="260"/>
                    </a:lnTo>
                    <a:lnTo>
                      <a:pt x="54" y="252"/>
                    </a:lnTo>
                    <a:lnTo>
                      <a:pt x="54" y="265"/>
                    </a:lnTo>
                    <a:lnTo>
                      <a:pt x="42" y="267"/>
                    </a:lnTo>
                    <a:lnTo>
                      <a:pt x="54" y="265"/>
                    </a:lnTo>
                    <a:lnTo>
                      <a:pt x="54" y="273"/>
                    </a:lnTo>
                    <a:lnTo>
                      <a:pt x="47" y="280"/>
                    </a:lnTo>
                    <a:lnTo>
                      <a:pt x="11" y="293"/>
                    </a:lnTo>
                    <a:lnTo>
                      <a:pt x="42" y="280"/>
                    </a:lnTo>
                    <a:lnTo>
                      <a:pt x="42" y="285"/>
                    </a:lnTo>
                    <a:lnTo>
                      <a:pt x="47" y="289"/>
                    </a:lnTo>
                    <a:lnTo>
                      <a:pt x="11" y="318"/>
                    </a:lnTo>
                    <a:lnTo>
                      <a:pt x="38" y="296"/>
                    </a:lnTo>
                    <a:lnTo>
                      <a:pt x="47" y="293"/>
                    </a:lnTo>
                    <a:lnTo>
                      <a:pt x="51" y="302"/>
                    </a:lnTo>
                    <a:lnTo>
                      <a:pt x="42" y="309"/>
                    </a:lnTo>
                    <a:lnTo>
                      <a:pt x="51" y="306"/>
                    </a:lnTo>
                    <a:lnTo>
                      <a:pt x="42" y="331"/>
                    </a:lnTo>
                    <a:lnTo>
                      <a:pt x="7" y="358"/>
                    </a:lnTo>
                    <a:lnTo>
                      <a:pt x="42" y="331"/>
                    </a:lnTo>
                    <a:lnTo>
                      <a:pt x="38" y="342"/>
                    </a:lnTo>
                    <a:lnTo>
                      <a:pt x="51" y="331"/>
                    </a:lnTo>
                    <a:lnTo>
                      <a:pt x="51" y="342"/>
                    </a:lnTo>
                    <a:lnTo>
                      <a:pt x="54" y="400"/>
                    </a:lnTo>
                    <a:lnTo>
                      <a:pt x="90" y="471"/>
                    </a:lnTo>
                    <a:lnTo>
                      <a:pt x="54" y="397"/>
                    </a:lnTo>
                    <a:lnTo>
                      <a:pt x="54" y="368"/>
                    </a:lnTo>
                    <a:lnTo>
                      <a:pt x="58" y="347"/>
                    </a:lnTo>
                    <a:lnTo>
                      <a:pt x="62" y="331"/>
                    </a:lnTo>
                    <a:lnTo>
                      <a:pt x="70" y="302"/>
                    </a:lnTo>
                    <a:lnTo>
                      <a:pt x="78" y="314"/>
                    </a:lnTo>
                    <a:lnTo>
                      <a:pt x="129" y="471"/>
                    </a:lnTo>
                    <a:lnTo>
                      <a:pt x="82" y="314"/>
                    </a:lnTo>
                    <a:lnTo>
                      <a:pt x="82" y="296"/>
                    </a:lnTo>
                    <a:lnTo>
                      <a:pt x="90" y="306"/>
                    </a:lnTo>
                    <a:lnTo>
                      <a:pt x="98" y="459"/>
                    </a:lnTo>
                    <a:lnTo>
                      <a:pt x="94" y="326"/>
                    </a:lnTo>
                    <a:lnTo>
                      <a:pt x="90" y="302"/>
                    </a:lnTo>
                    <a:lnTo>
                      <a:pt x="86" y="293"/>
                    </a:lnTo>
                    <a:lnTo>
                      <a:pt x="90" y="273"/>
                    </a:lnTo>
                    <a:lnTo>
                      <a:pt x="94" y="289"/>
                    </a:lnTo>
                    <a:lnTo>
                      <a:pt x="105" y="322"/>
                    </a:lnTo>
                    <a:lnTo>
                      <a:pt x="118" y="342"/>
                    </a:lnTo>
                    <a:lnTo>
                      <a:pt x="149" y="371"/>
                    </a:lnTo>
                    <a:lnTo>
                      <a:pt x="216" y="426"/>
                    </a:lnTo>
                    <a:lnTo>
                      <a:pt x="129" y="347"/>
                    </a:lnTo>
                    <a:lnTo>
                      <a:pt x="113" y="326"/>
                    </a:lnTo>
                    <a:lnTo>
                      <a:pt x="105" y="314"/>
                    </a:lnTo>
                    <a:lnTo>
                      <a:pt x="98" y="296"/>
                    </a:lnTo>
                    <a:lnTo>
                      <a:pt x="102" y="252"/>
                    </a:lnTo>
                    <a:lnTo>
                      <a:pt x="105" y="265"/>
                    </a:lnTo>
                    <a:lnTo>
                      <a:pt x="105" y="239"/>
                    </a:lnTo>
                    <a:lnTo>
                      <a:pt x="105" y="231"/>
                    </a:lnTo>
                    <a:lnTo>
                      <a:pt x="113" y="252"/>
                    </a:lnTo>
                    <a:lnTo>
                      <a:pt x="189" y="404"/>
                    </a:lnTo>
                    <a:lnTo>
                      <a:pt x="126" y="280"/>
                    </a:lnTo>
                    <a:lnTo>
                      <a:pt x="118" y="267"/>
                    </a:lnTo>
                    <a:lnTo>
                      <a:pt x="113" y="252"/>
                    </a:lnTo>
                    <a:lnTo>
                      <a:pt x="113" y="205"/>
                    </a:lnTo>
                    <a:lnTo>
                      <a:pt x="118" y="210"/>
                    </a:lnTo>
                    <a:lnTo>
                      <a:pt x="121" y="185"/>
                    </a:lnTo>
                    <a:lnTo>
                      <a:pt x="134" y="194"/>
                    </a:lnTo>
                    <a:lnTo>
                      <a:pt x="192" y="364"/>
                    </a:lnTo>
                    <a:lnTo>
                      <a:pt x="161" y="280"/>
                    </a:lnTo>
                    <a:lnTo>
                      <a:pt x="149" y="244"/>
                    </a:lnTo>
                    <a:lnTo>
                      <a:pt x="134" y="210"/>
                    </a:lnTo>
                    <a:lnTo>
                      <a:pt x="134" y="190"/>
                    </a:lnTo>
                    <a:lnTo>
                      <a:pt x="129" y="157"/>
                    </a:lnTo>
                    <a:lnTo>
                      <a:pt x="138" y="161"/>
                    </a:lnTo>
                    <a:lnTo>
                      <a:pt x="169" y="331"/>
                    </a:lnTo>
                    <a:lnTo>
                      <a:pt x="134" y="148"/>
                    </a:lnTo>
                    <a:lnTo>
                      <a:pt x="134" y="132"/>
                    </a:lnTo>
                    <a:lnTo>
                      <a:pt x="138" y="144"/>
                    </a:lnTo>
                    <a:lnTo>
                      <a:pt x="138" y="108"/>
                    </a:lnTo>
                    <a:lnTo>
                      <a:pt x="145" y="119"/>
                    </a:lnTo>
                    <a:lnTo>
                      <a:pt x="145" y="99"/>
                    </a:lnTo>
                    <a:lnTo>
                      <a:pt x="156" y="112"/>
                    </a:lnTo>
                    <a:lnTo>
                      <a:pt x="173" y="154"/>
                    </a:lnTo>
                    <a:lnTo>
                      <a:pt x="192" y="178"/>
                    </a:lnTo>
                    <a:lnTo>
                      <a:pt x="228" y="218"/>
                    </a:lnTo>
                    <a:lnTo>
                      <a:pt x="248" y="256"/>
                    </a:lnTo>
                    <a:lnTo>
                      <a:pt x="192" y="178"/>
                    </a:lnTo>
                    <a:lnTo>
                      <a:pt x="177" y="157"/>
                    </a:lnTo>
                    <a:lnTo>
                      <a:pt x="161" y="128"/>
                    </a:lnTo>
                    <a:lnTo>
                      <a:pt x="156" y="108"/>
                    </a:lnTo>
                    <a:lnTo>
                      <a:pt x="149" y="70"/>
                    </a:lnTo>
                    <a:lnTo>
                      <a:pt x="153" y="74"/>
                    </a:lnTo>
                    <a:lnTo>
                      <a:pt x="161" y="70"/>
                    </a:lnTo>
                    <a:lnTo>
                      <a:pt x="156" y="54"/>
                    </a:lnTo>
                    <a:lnTo>
                      <a:pt x="164" y="70"/>
                    </a:lnTo>
                    <a:lnTo>
                      <a:pt x="173" y="86"/>
                    </a:lnTo>
                    <a:lnTo>
                      <a:pt x="192" y="103"/>
                    </a:lnTo>
                    <a:lnTo>
                      <a:pt x="221" y="119"/>
                    </a:lnTo>
                    <a:lnTo>
                      <a:pt x="276" y="161"/>
                    </a:lnTo>
                    <a:lnTo>
                      <a:pt x="185" y="99"/>
                    </a:lnTo>
                    <a:lnTo>
                      <a:pt x="173" y="82"/>
                    </a:lnTo>
                    <a:lnTo>
                      <a:pt x="169" y="74"/>
                    </a:lnTo>
                    <a:lnTo>
                      <a:pt x="169" y="33"/>
                    </a:lnTo>
                    <a:lnTo>
                      <a:pt x="177" y="46"/>
                    </a:lnTo>
                    <a:lnTo>
                      <a:pt x="189" y="66"/>
                    </a:lnTo>
                    <a:lnTo>
                      <a:pt x="212" y="99"/>
                    </a:lnTo>
                    <a:lnTo>
                      <a:pt x="244" y="132"/>
                    </a:lnTo>
                    <a:lnTo>
                      <a:pt x="251" y="148"/>
                    </a:lnTo>
                    <a:lnTo>
                      <a:pt x="184" y="66"/>
                    </a:lnTo>
                    <a:lnTo>
                      <a:pt x="177" y="37"/>
                    </a:lnTo>
                    <a:lnTo>
                      <a:pt x="181" y="17"/>
                    </a:lnTo>
                    <a:lnTo>
                      <a:pt x="162" y="4"/>
                    </a:lnTo>
                    <a:lnTo>
                      <a:pt x="155" y="5"/>
                    </a:lnTo>
                  </a:path>
                </a:pathLst>
              </a:custGeom>
              <a:solidFill>
                <a:srgbClr val="CEDA9D"/>
              </a:solidFill>
              <a:ln w="9525" cap="rnd">
                <a:noFill/>
                <a:round/>
              </a:ln>
              <a:effectLst/>
            </p:spPr>
            <p:txBody>
              <a:bodyPr/>
              <a:lstStyle/>
              <a:p>
                <a:endParaRPr lang="zh-CN" altLang="en-US"/>
              </a:p>
            </p:txBody>
          </p:sp>
          <p:sp>
            <p:nvSpPr>
              <p:cNvPr id="2155" name="Freeform 107"/>
              <p:cNvSpPr/>
              <p:nvPr/>
            </p:nvSpPr>
            <p:spPr bwMode="ltGray">
              <a:xfrm>
                <a:off x="4891" y="3391"/>
                <a:ext cx="229" cy="448"/>
              </a:xfrm>
              <a:custGeom>
                <a:avLst/>
                <a:gdLst/>
                <a:ahLst/>
                <a:cxnLst>
                  <a:cxn ang="0">
                    <a:pos x="225" y="68"/>
                  </a:cxn>
                  <a:cxn ang="0">
                    <a:pos x="208" y="40"/>
                  </a:cxn>
                  <a:cxn ang="0">
                    <a:pos x="201" y="28"/>
                  </a:cxn>
                  <a:cxn ang="0">
                    <a:pos x="184" y="18"/>
                  </a:cxn>
                  <a:cxn ang="0">
                    <a:pos x="169" y="10"/>
                  </a:cxn>
                  <a:cxn ang="0">
                    <a:pos x="147" y="1"/>
                  </a:cxn>
                  <a:cxn ang="0">
                    <a:pos x="129" y="0"/>
                  </a:cxn>
                  <a:cxn ang="0">
                    <a:pos x="113" y="4"/>
                  </a:cxn>
                  <a:cxn ang="0">
                    <a:pos x="93" y="8"/>
                  </a:cxn>
                  <a:cxn ang="0">
                    <a:pos x="72" y="17"/>
                  </a:cxn>
                  <a:cxn ang="0">
                    <a:pos x="58" y="33"/>
                  </a:cxn>
                  <a:cxn ang="0">
                    <a:pos x="45" y="57"/>
                  </a:cxn>
                  <a:cxn ang="0">
                    <a:pos x="32" y="76"/>
                  </a:cxn>
                  <a:cxn ang="0">
                    <a:pos x="21" y="94"/>
                  </a:cxn>
                  <a:cxn ang="0">
                    <a:pos x="8" y="120"/>
                  </a:cxn>
                  <a:cxn ang="0">
                    <a:pos x="0" y="173"/>
                  </a:cxn>
                  <a:cxn ang="0">
                    <a:pos x="2" y="215"/>
                  </a:cxn>
                  <a:cxn ang="0">
                    <a:pos x="13" y="274"/>
                  </a:cxn>
                  <a:cxn ang="0">
                    <a:pos x="32" y="324"/>
                  </a:cxn>
                  <a:cxn ang="0">
                    <a:pos x="72" y="447"/>
                  </a:cxn>
                  <a:cxn ang="0">
                    <a:pos x="57" y="316"/>
                  </a:cxn>
                  <a:cxn ang="0">
                    <a:pos x="48" y="271"/>
                  </a:cxn>
                  <a:cxn ang="0">
                    <a:pos x="42" y="231"/>
                  </a:cxn>
                  <a:cxn ang="0">
                    <a:pos x="40" y="189"/>
                  </a:cxn>
                  <a:cxn ang="0">
                    <a:pos x="45" y="142"/>
                  </a:cxn>
                  <a:cxn ang="0">
                    <a:pos x="50" y="106"/>
                  </a:cxn>
                  <a:cxn ang="0">
                    <a:pos x="61" y="61"/>
                  </a:cxn>
                  <a:cxn ang="0">
                    <a:pos x="78" y="40"/>
                  </a:cxn>
                  <a:cxn ang="0">
                    <a:pos x="99" y="31"/>
                  </a:cxn>
                  <a:cxn ang="0">
                    <a:pos x="155" y="27"/>
                  </a:cxn>
                  <a:cxn ang="0">
                    <a:pos x="190" y="41"/>
                  </a:cxn>
                  <a:cxn ang="0">
                    <a:pos x="228" y="74"/>
                  </a:cxn>
                  <a:cxn ang="0">
                    <a:pos x="225" y="68"/>
                  </a:cxn>
                </a:cxnLst>
                <a:rect l="0" t="0" r="r" b="b"/>
                <a:pathLst>
                  <a:path w="229" h="448">
                    <a:moveTo>
                      <a:pt x="225" y="68"/>
                    </a:moveTo>
                    <a:lnTo>
                      <a:pt x="208" y="40"/>
                    </a:lnTo>
                    <a:lnTo>
                      <a:pt x="201" y="28"/>
                    </a:lnTo>
                    <a:lnTo>
                      <a:pt x="184" y="18"/>
                    </a:lnTo>
                    <a:lnTo>
                      <a:pt x="169" y="10"/>
                    </a:lnTo>
                    <a:lnTo>
                      <a:pt x="147" y="1"/>
                    </a:lnTo>
                    <a:lnTo>
                      <a:pt x="129" y="0"/>
                    </a:lnTo>
                    <a:lnTo>
                      <a:pt x="113" y="4"/>
                    </a:lnTo>
                    <a:lnTo>
                      <a:pt x="93" y="8"/>
                    </a:lnTo>
                    <a:lnTo>
                      <a:pt x="72" y="17"/>
                    </a:lnTo>
                    <a:lnTo>
                      <a:pt x="58" y="33"/>
                    </a:lnTo>
                    <a:lnTo>
                      <a:pt x="45" y="57"/>
                    </a:lnTo>
                    <a:lnTo>
                      <a:pt x="32" y="76"/>
                    </a:lnTo>
                    <a:lnTo>
                      <a:pt x="21" y="94"/>
                    </a:lnTo>
                    <a:lnTo>
                      <a:pt x="8" y="120"/>
                    </a:lnTo>
                    <a:lnTo>
                      <a:pt x="0" y="173"/>
                    </a:lnTo>
                    <a:lnTo>
                      <a:pt x="2" y="215"/>
                    </a:lnTo>
                    <a:lnTo>
                      <a:pt x="13" y="274"/>
                    </a:lnTo>
                    <a:lnTo>
                      <a:pt x="32" y="324"/>
                    </a:lnTo>
                    <a:lnTo>
                      <a:pt x="72" y="447"/>
                    </a:lnTo>
                    <a:lnTo>
                      <a:pt x="57" y="316"/>
                    </a:lnTo>
                    <a:lnTo>
                      <a:pt x="48" y="271"/>
                    </a:lnTo>
                    <a:lnTo>
                      <a:pt x="42" y="231"/>
                    </a:lnTo>
                    <a:lnTo>
                      <a:pt x="40" y="189"/>
                    </a:lnTo>
                    <a:lnTo>
                      <a:pt x="45" y="142"/>
                    </a:lnTo>
                    <a:lnTo>
                      <a:pt x="50" y="106"/>
                    </a:lnTo>
                    <a:lnTo>
                      <a:pt x="61" y="61"/>
                    </a:lnTo>
                    <a:lnTo>
                      <a:pt x="78" y="40"/>
                    </a:lnTo>
                    <a:lnTo>
                      <a:pt x="99" y="31"/>
                    </a:lnTo>
                    <a:lnTo>
                      <a:pt x="155" y="27"/>
                    </a:lnTo>
                    <a:lnTo>
                      <a:pt x="190" y="41"/>
                    </a:lnTo>
                    <a:lnTo>
                      <a:pt x="228" y="74"/>
                    </a:lnTo>
                    <a:lnTo>
                      <a:pt x="225" y="68"/>
                    </a:lnTo>
                  </a:path>
                </a:pathLst>
              </a:custGeom>
              <a:solidFill>
                <a:srgbClr val="CEDA9D"/>
              </a:solidFill>
              <a:ln w="9525" cap="rnd">
                <a:noFill/>
                <a:round/>
              </a:ln>
              <a:effectLst/>
            </p:spPr>
            <p:txBody>
              <a:bodyPr/>
              <a:lstStyle/>
              <a:p>
                <a:endParaRPr lang="zh-CN" altLang="en-US"/>
              </a:p>
            </p:txBody>
          </p:sp>
          <p:sp>
            <p:nvSpPr>
              <p:cNvPr id="2156" name="Freeform 108"/>
              <p:cNvSpPr/>
              <p:nvPr/>
            </p:nvSpPr>
            <p:spPr bwMode="ltGray">
              <a:xfrm>
                <a:off x="5056" y="3073"/>
                <a:ext cx="234" cy="439"/>
              </a:xfrm>
              <a:custGeom>
                <a:avLst/>
                <a:gdLst/>
                <a:ahLst/>
                <a:cxnLst>
                  <a:cxn ang="0">
                    <a:pos x="68" y="438"/>
                  </a:cxn>
                  <a:cxn ang="0">
                    <a:pos x="51" y="361"/>
                  </a:cxn>
                  <a:cxn ang="0">
                    <a:pos x="44" y="331"/>
                  </a:cxn>
                  <a:cxn ang="0">
                    <a:pos x="28" y="291"/>
                  </a:cxn>
                  <a:cxn ang="0">
                    <a:pos x="11" y="253"/>
                  </a:cxn>
                  <a:cxn ang="0">
                    <a:pos x="1" y="231"/>
                  </a:cxn>
                  <a:cxn ang="0">
                    <a:pos x="0" y="208"/>
                  </a:cxn>
                  <a:cxn ang="0">
                    <a:pos x="4" y="175"/>
                  </a:cxn>
                  <a:cxn ang="0">
                    <a:pos x="7" y="142"/>
                  </a:cxn>
                  <a:cxn ang="0">
                    <a:pos x="32" y="60"/>
                  </a:cxn>
                  <a:cxn ang="0">
                    <a:pos x="44" y="40"/>
                  </a:cxn>
                  <a:cxn ang="0">
                    <a:pos x="65" y="18"/>
                  </a:cxn>
                  <a:cxn ang="0">
                    <a:pos x="84" y="4"/>
                  </a:cxn>
                  <a:cxn ang="0">
                    <a:pos x="107" y="0"/>
                  </a:cxn>
                  <a:cxn ang="0">
                    <a:pos x="127" y="10"/>
                  </a:cxn>
                  <a:cxn ang="0">
                    <a:pos x="151" y="18"/>
                  </a:cxn>
                  <a:cxn ang="0">
                    <a:pos x="175" y="44"/>
                  </a:cxn>
                  <a:cxn ang="0">
                    <a:pos x="183" y="63"/>
                  </a:cxn>
                  <a:cxn ang="0">
                    <a:pos x="198" y="89"/>
                  </a:cxn>
                  <a:cxn ang="0">
                    <a:pos x="209" y="112"/>
                  </a:cxn>
                  <a:cxn ang="0">
                    <a:pos x="231" y="226"/>
                  </a:cxn>
                  <a:cxn ang="0">
                    <a:pos x="233" y="247"/>
                  </a:cxn>
                  <a:cxn ang="0">
                    <a:pos x="228" y="286"/>
                  </a:cxn>
                  <a:cxn ang="0">
                    <a:pos x="216" y="393"/>
                  </a:cxn>
                  <a:cxn ang="0">
                    <a:pos x="216" y="288"/>
                  </a:cxn>
                  <a:cxn ang="0">
                    <a:pos x="209" y="242"/>
                  </a:cxn>
                  <a:cxn ang="0">
                    <a:pos x="204" y="213"/>
                  </a:cxn>
                  <a:cxn ang="0">
                    <a:pos x="195" y="175"/>
                  </a:cxn>
                  <a:cxn ang="0">
                    <a:pos x="185" y="138"/>
                  </a:cxn>
                  <a:cxn ang="0">
                    <a:pos x="171" y="100"/>
                  </a:cxn>
                  <a:cxn ang="0">
                    <a:pos x="155" y="66"/>
                  </a:cxn>
                  <a:cxn ang="0">
                    <a:pos x="141" y="36"/>
                  </a:cxn>
                  <a:cxn ang="0">
                    <a:pos x="127" y="18"/>
                  </a:cxn>
                  <a:cxn ang="0">
                    <a:pos x="111" y="11"/>
                  </a:cxn>
                  <a:cxn ang="0">
                    <a:pos x="94" y="18"/>
                  </a:cxn>
                  <a:cxn ang="0">
                    <a:pos x="82" y="34"/>
                  </a:cxn>
                  <a:cxn ang="0">
                    <a:pos x="75" y="63"/>
                  </a:cxn>
                  <a:cxn ang="0">
                    <a:pos x="75" y="85"/>
                  </a:cxn>
                  <a:cxn ang="0">
                    <a:pos x="70" y="125"/>
                  </a:cxn>
                  <a:cxn ang="0">
                    <a:pos x="63" y="149"/>
                  </a:cxn>
                  <a:cxn ang="0">
                    <a:pos x="47" y="188"/>
                  </a:cxn>
                  <a:cxn ang="0">
                    <a:pos x="44" y="208"/>
                  </a:cxn>
                  <a:cxn ang="0">
                    <a:pos x="41" y="229"/>
                  </a:cxn>
                  <a:cxn ang="0">
                    <a:pos x="41" y="257"/>
                  </a:cxn>
                  <a:cxn ang="0">
                    <a:pos x="70" y="355"/>
                  </a:cxn>
                  <a:cxn ang="0">
                    <a:pos x="68" y="438"/>
                  </a:cxn>
                </a:cxnLst>
                <a:rect l="0" t="0" r="r" b="b"/>
                <a:pathLst>
                  <a:path w="234" h="439">
                    <a:moveTo>
                      <a:pt x="68" y="438"/>
                    </a:moveTo>
                    <a:lnTo>
                      <a:pt x="51" y="361"/>
                    </a:lnTo>
                    <a:lnTo>
                      <a:pt x="44" y="331"/>
                    </a:lnTo>
                    <a:lnTo>
                      <a:pt x="28" y="291"/>
                    </a:lnTo>
                    <a:lnTo>
                      <a:pt x="11" y="253"/>
                    </a:lnTo>
                    <a:lnTo>
                      <a:pt x="1" y="231"/>
                    </a:lnTo>
                    <a:lnTo>
                      <a:pt x="0" y="208"/>
                    </a:lnTo>
                    <a:lnTo>
                      <a:pt x="4" y="175"/>
                    </a:lnTo>
                    <a:lnTo>
                      <a:pt x="7" y="142"/>
                    </a:lnTo>
                    <a:lnTo>
                      <a:pt x="32" y="60"/>
                    </a:lnTo>
                    <a:lnTo>
                      <a:pt x="44" y="40"/>
                    </a:lnTo>
                    <a:lnTo>
                      <a:pt x="65" y="18"/>
                    </a:lnTo>
                    <a:lnTo>
                      <a:pt x="84" y="4"/>
                    </a:lnTo>
                    <a:lnTo>
                      <a:pt x="107" y="0"/>
                    </a:lnTo>
                    <a:lnTo>
                      <a:pt x="127" y="10"/>
                    </a:lnTo>
                    <a:lnTo>
                      <a:pt x="151" y="18"/>
                    </a:lnTo>
                    <a:lnTo>
                      <a:pt x="175" y="44"/>
                    </a:lnTo>
                    <a:lnTo>
                      <a:pt x="183" y="63"/>
                    </a:lnTo>
                    <a:lnTo>
                      <a:pt x="198" y="89"/>
                    </a:lnTo>
                    <a:lnTo>
                      <a:pt x="209" y="112"/>
                    </a:lnTo>
                    <a:lnTo>
                      <a:pt x="231" y="226"/>
                    </a:lnTo>
                    <a:lnTo>
                      <a:pt x="233" y="247"/>
                    </a:lnTo>
                    <a:lnTo>
                      <a:pt x="228" y="286"/>
                    </a:lnTo>
                    <a:lnTo>
                      <a:pt x="216" y="393"/>
                    </a:lnTo>
                    <a:lnTo>
                      <a:pt x="216" y="288"/>
                    </a:lnTo>
                    <a:lnTo>
                      <a:pt x="209" y="242"/>
                    </a:lnTo>
                    <a:lnTo>
                      <a:pt x="204" y="213"/>
                    </a:lnTo>
                    <a:lnTo>
                      <a:pt x="195" y="175"/>
                    </a:lnTo>
                    <a:lnTo>
                      <a:pt x="185" y="138"/>
                    </a:lnTo>
                    <a:lnTo>
                      <a:pt x="171" y="100"/>
                    </a:lnTo>
                    <a:lnTo>
                      <a:pt x="155" y="66"/>
                    </a:lnTo>
                    <a:lnTo>
                      <a:pt x="141" y="36"/>
                    </a:lnTo>
                    <a:lnTo>
                      <a:pt x="127" y="18"/>
                    </a:lnTo>
                    <a:lnTo>
                      <a:pt x="111" y="11"/>
                    </a:lnTo>
                    <a:lnTo>
                      <a:pt x="94" y="18"/>
                    </a:lnTo>
                    <a:lnTo>
                      <a:pt x="82" y="34"/>
                    </a:lnTo>
                    <a:lnTo>
                      <a:pt x="75" y="63"/>
                    </a:lnTo>
                    <a:lnTo>
                      <a:pt x="75" y="85"/>
                    </a:lnTo>
                    <a:lnTo>
                      <a:pt x="70" y="125"/>
                    </a:lnTo>
                    <a:lnTo>
                      <a:pt x="63" y="149"/>
                    </a:lnTo>
                    <a:lnTo>
                      <a:pt x="47" y="188"/>
                    </a:lnTo>
                    <a:lnTo>
                      <a:pt x="44" y="208"/>
                    </a:lnTo>
                    <a:lnTo>
                      <a:pt x="41" y="229"/>
                    </a:lnTo>
                    <a:lnTo>
                      <a:pt x="41" y="257"/>
                    </a:lnTo>
                    <a:lnTo>
                      <a:pt x="70" y="355"/>
                    </a:lnTo>
                    <a:lnTo>
                      <a:pt x="68" y="438"/>
                    </a:lnTo>
                  </a:path>
                </a:pathLst>
              </a:custGeom>
              <a:solidFill>
                <a:srgbClr val="CEDA9D"/>
              </a:solidFill>
              <a:ln w="9525" cap="rnd">
                <a:noFill/>
                <a:round/>
              </a:ln>
              <a:effectLst/>
            </p:spPr>
            <p:txBody>
              <a:bodyPr/>
              <a:lstStyle/>
              <a:p>
                <a:endParaRPr lang="zh-CN" altLang="en-US"/>
              </a:p>
            </p:txBody>
          </p:sp>
          <p:sp>
            <p:nvSpPr>
              <p:cNvPr id="2157" name="Freeform 109"/>
              <p:cNvSpPr/>
              <p:nvPr/>
            </p:nvSpPr>
            <p:spPr bwMode="ltGray">
              <a:xfrm>
                <a:off x="5450" y="2633"/>
                <a:ext cx="303" cy="638"/>
              </a:xfrm>
              <a:custGeom>
                <a:avLst/>
                <a:gdLst/>
                <a:ahLst/>
                <a:cxnLst>
                  <a:cxn ang="0">
                    <a:pos x="1" y="526"/>
                  </a:cxn>
                  <a:cxn ang="0">
                    <a:pos x="12" y="504"/>
                  </a:cxn>
                  <a:cxn ang="0">
                    <a:pos x="86" y="637"/>
                  </a:cxn>
                  <a:cxn ang="0">
                    <a:pos x="27" y="509"/>
                  </a:cxn>
                  <a:cxn ang="0">
                    <a:pos x="33" y="494"/>
                  </a:cxn>
                  <a:cxn ang="0">
                    <a:pos x="107" y="588"/>
                  </a:cxn>
                  <a:cxn ang="0">
                    <a:pos x="31" y="488"/>
                  </a:cxn>
                  <a:cxn ang="0">
                    <a:pos x="41" y="467"/>
                  </a:cxn>
                  <a:cxn ang="0">
                    <a:pos x="50" y="444"/>
                  </a:cxn>
                  <a:cxn ang="0">
                    <a:pos x="44" y="428"/>
                  </a:cxn>
                  <a:cxn ang="0">
                    <a:pos x="54" y="418"/>
                  </a:cxn>
                  <a:cxn ang="0">
                    <a:pos x="50" y="416"/>
                  </a:cxn>
                  <a:cxn ang="0">
                    <a:pos x="50" y="393"/>
                  </a:cxn>
                  <a:cxn ang="0">
                    <a:pos x="54" y="378"/>
                  </a:cxn>
                  <a:cxn ang="0">
                    <a:pos x="143" y="488"/>
                  </a:cxn>
                  <a:cxn ang="0">
                    <a:pos x="50" y="372"/>
                  </a:cxn>
                  <a:cxn ang="0">
                    <a:pos x="59" y="372"/>
                  </a:cxn>
                  <a:cxn ang="0">
                    <a:pos x="59" y="339"/>
                  </a:cxn>
                  <a:cxn ang="0">
                    <a:pos x="172" y="416"/>
                  </a:cxn>
                  <a:cxn ang="0">
                    <a:pos x="83" y="363"/>
                  </a:cxn>
                  <a:cxn ang="0">
                    <a:pos x="51" y="317"/>
                  </a:cxn>
                  <a:cxn ang="0">
                    <a:pos x="54" y="300"/>
                  </a:cxn>
                  <a:cxn ang="0">
                    <a:pos x="74" y="314"/>
                  </a:cxn>
                  <a:cxn ang="0">
                    <a:pos x="75" y="294"/>
                  </a:cxn>
                  <a:cxn ang="0">
                    <a:pos x="158" y="329"/>
                  </a:cxn>
                  <a:cxn ang="0">
                    <a:pos x="128" y="312"/>
                  </a:cxn>
                  <a:cxn ang="0">
                    <a:pos x="63" y="268"/>
                  </a:cxn>
                  <a:cxn ang="0">
                    <a:pos x="59" y="238"/>
                  </a:cxn>
                  <a:cxn ang="0">
                    <a:pos x="65" y="221"/>
                  </a:cxn>
                  <a:cxn ang="0">
                    <a:pos x="87" y="234"/>
                  </a:cxn>
                  <a:cxn ang="0">
                    <a:pos x="83" y="204"/>
                  </a:cxn>
                  <a:cxn ang="0">
                    <a:pos x="75" y="184"/>
                  </a:cxn>
                  <a:cxn ang="0">
                    <a:pos x="81" y="173"/>
                  </a:cxn>
                  <a:cxn ang="0">
                    <a:pos x="167" y="227"/>
                  </a:cxn>
                  <a:cxn ang="0">
                    <a:pos x="270" y="268"/>
                  </a:cxn>
                  <a:cxn ang="0">
                    <a:pos x="128" y="201"/>
                  </a:cxn>
                  <a:cxn ang="0">
                    <a:pos x="81" y="173"/>
                  </a:cxn>
                  <a:cxn ang="0">
                    <a:pos x="86" y="156"/>
                  </a:cxn>
                  <a:cxn ang="0">
                    <a:pos x="78" y="122"/>
                  </a:cxn>
                  <a:cxn ang="0">
                    <a:pos x="81" y="97"/>
                  </a:cxn>
                  <a:cxn ang="0">
                    <a:pos x="128" y="126"/>
                  </a:cxn>
                  <a:cxn ang="0">
                    <a:pos x="117" y="119"/>
                  </a:cxn>
                  <a:cxn ang="0">
                    <a:pos x="86" y="97"/>
                  </a:cxn>
                  <a:cxn ang="0">
                    <a:pos x="81" y="86"/>
                  </a:cxn>
                  <a:cxn ang="0">
                    <a:pos x="65" y="70"/>
                  </a:cxn>
                  <a:cxn ang="0">
                    <a:pos x="158" y="99"/>
                  </a:cxn>
                  <a:cxn ang="0">
                    <a:pos x="65" y="47"/>
                  </a:cxn>
                  <a:cxn ang="0">
                    <a:pos x="175" y="47"/>
                  </a:cxn>
                  <a:cxn ang="0">
                    <a:pos x="223" y="40"/>
                  </a:cxn>
                  <a:cxn ang="0">
                    <a:pos x="81" y="47"/>
                  </a:cxn>
                  <a:cxn ang="0">
                    <a:pos x="59" y="18"/>
                  </a:cxn>
                  <a:cxn ang="0">
                    <a:pos x="28" y="8"/>
                  </a:cxn>
                  <a:cxn ang="0">
                    <a:pos x="0" y="553"/>
                  </a:cxn>
                </a:cxnLst>
                <a:rect l="0" t="0" r="r" b="b"/>
                <a:pathLst>
                  <a:path w="303" h="638">
                    <a:moveTo>
                      <a:pt x="0" y="553"/>
                    </a:moveTo>
                    <a:lnTo>
                      <a:pt x="1" y="526"/>
                    </a:lnTo>
                    <a:lnTo>
                      <a:pt x="18" y="542"/>
                    </a:lnTo>
                    <a:lnTo>
                      <a:pt x="12" y="504"/>
                    </a:lnTo>
                    <a:lnTo>
                      <a:pt x="28" y="510"/>
                    </a:lnTo>
                    <a:lnTo>
                      <a:pt x="86" y="637"/>
                    </a:lnTo>
                    <a:lnTo>
                      <a:pt x="33" y="526"/>
                    </a:lnTo>
                    <a:lnTo>
                      <a:pt x="27" y="509"/>
                    </a:lnTo>
                    <a:lnTo>
                      <a:pt x="22" y="488"/>
                    </a:lnTo>
                    <a:lnTo>
                      <a:pt x="33" y="494"/>
                    </a:lnTo>
                    <a:lnTo>
                      <a:pt x="67" y="529"/>
                    </a:lnTo>
                    <a:lnTo>
                      <a:pt x="107" y="588"/>
                    </a:lnTo>
                    <a:lnTo>
                      <a:pt x="50" y="510"/>
                    </a:lnTo>
                    <a:lnTo>
                      <a:pt x="31" y="488"/>
                    </a:lnTo>
                    <a:lnTo>
                      <a:pt x="28" y="457"/>
                    </a:lnTo>
                    <a:lnTo>
                      <a:pt x="41" y="467"/>
                    </a:lnTo>
                    <a:lnTo>
                      <a:pt x="38" y="432"/>
                    </a:lnTo>
                    <a:lnTo>
                      <a:pt x="50" y="444"/>
                    </a:lnTo>
                    <a:lnTo>
                      <a:pt x="101" y="559"/>
                    </a:lnTo>
                    <a:lnTo>
                      <a:pt x="44" y="428"/>
                    </a:lnTo>
                    <a:lnTo>
                      <a:pt x="38" y="405"/>
                    </a:lnTo>
                    <a:lnTo>
                      <a:pt x="54" y="418"/>
                    </a:lnTo>
                    <a:lnTo>
                      <a:pt x="97" y="483"/>
                    </a:lnTo>
                    <a:lnTo>
                      <a:pt x="50" y="416"/>
                    </a:lnTo>
                    <a:lnTo>
                      <a:pt x="33" y="382"/>
                    </a:lnTo>
                    <a:lnTo>
                      <a:pt x="50" y="393"/>
                    </a:lnTo>
                    <a:lnTo>
                      <a:pt x="38" y="372"/>
                    </a:lnTo>
                    <a:lnTo>
                      <a:pt x="54" y="378"/>
                    </a:lnTo>
                    <a:lnTo>
                      <a:pt x="69" y="416"/>
                    </a:lnTo>
                    <a:lnTo>
                      <a:pt x="143" y="488"/>
                    </a:lnTo>
                    <a:lnTo>
                      <a:pt x="65" y="405"/>
                    </a:lnTo>
                    <a:lnTo>
                      <a:pt x="50" y="372"/>
                    </a:lnTo>
                    <a:lnTo>
                      <a:pt x="44" y="355"/>
                    </a:lnTo>
                    <a:lnTo>
                      <a:pt x="59" y="372"/>
                    </a:lnTo>
                    <a:lnTo>
                      <a:pt x="50" y="333"/>
                    </a:lnTo>
                    <a:lnTo>
                      <a:pt x="59" y="339"/>
                    </a:lnTo>
                    <a:lnTo>
                      <a:pt x="67" y="358"/>
                    </a:lnTo>
                    <a:lnTo>
                      <a:pt x="172" y="416"/>
                    </a:lnTo>
                    <a:lnTo>
                      <a:pt x="116" y="382"/>
                    </a:lnTo>
                    <a:lnTo>
                      <a:pt x="83" y="363"/>
                    </a:lnTo>
                    <a:lnTo>
                      <a:pt x="75" y="356"/>
                    </a:lnTo>
                    <a:lnTo>
                      <a:pt x="51" y="317"/>
                    </a:lnTo>
                    <a:lnTo>
                      <a:pt x="59" y="324"/>
                    </a:lnTo>
                    <a:lnTo>
                      <a:pt x="54" y="300"/>
                    </a:lnTo>
                    <a:lnTo>
                      <a:pt x="52" y="304"/>
                    </a:lnTo>
                    <a:lnTo>
                      <a:pt x="74" y="314"/>
                    </a:lnTo>
                    <a:lnTo>
                      <a:pt x="58" y="289"/>
                    </a:lnTo>
                    <a:lnTo>
                      <a:pt x="75" y="294"/>
                    </a:lnTo>
                    <a:lnTo>
                      <a:pt x="116" y="306"/>
                    </a:lnTo>
                    <a:lnTo>
                      <a:pt x="158" y="329"/>
                    </a:lnTo>
                    <a:lnTo>
                      <a:pt x="265" y="411"/>
                    </a:lnTo>
                    <a:lnTo>
                      <a:pt x="128" y="312"/>
                    </a:lnTo>
                    <a:lnTo>
                      <a:pt x="76" y="289"/>
                    </a:lnTo>
                    <a:lnTo>
                      <a:pt x="63" y="268"/>
                    </a:lnTo>
                    <a:lnTo>
                      <a:pt x="83" y="278"/>
                    </a:lnTo>
                    <a:lnTo>
                      <a:pt x="59" y="238"/>
                    </a:lnTo>
                    <a:lnTo>
                      <a:pt x="75" y="241"/>
                    </a:lnTo>
                    <a:lnTo>
                      <a:pt x="65" y="221"/>
                    </a:lnTo>
                    <a:lnTo>
                      <a:pt x="67" y="217"/>
                    </a:lnTo>
                    <a:lnTo>
                      <a:pt x="87" y="234"/>
                    </a:lnTo>
                    <a:lnTo>
                      <a:pt x="67" y="204"/>
                    </a:lnTo>
                    <a:lnTo>
                      <a:pt x="83" y="204"/>
                    </a:lnTo>
                    <a:lnTo>
                      <a:pt x="65" y="184"/>
                    </a:lnTo>
                    <a:lnTo>
                      <a:pt x="75" y="184"/>
                    </a:lnTo>
                    <a:lnTo>
                      <a:pt x="65" y="173"/>
                    </a:lnTo>
                    <a:lnTo>
                      <a:pt x="81" y="173"/>
                    </a:lnTo>
                    <a:lnTo>
                      <a:pt x="114" y="196"/>
                    </a:lnTo>
                    <a:lnTo>
                      <a:pt x="167" y="227"/>
                    </a:lnTo>
                    <a:lnTo>
                      <a:pt x="222" y="251"/>
                    </a:lnTo>
                    <a:lnTo>
                      <a:pt x="270" y="268"/>
                    </a:lnTo>
                    <a:lnTo>
                      <a:pt x="154" y="217"/>
                    </a:lnTo>
                    <a:lnTo>
                      <a:pt x="128" y="201"/>
                    </a:lnTo>
                    <a:lnTo>
                      <a:pt x="87" y="181"/>
                    </a:lnTo>
                    <a:lnTo>
                      <a:pt x="81" y="173"/>
                    </a:lnTo>
                    <a:lnTo>
                      <a:pt x="70" y="152"/>
                    </a:lnTo>
                    <a:lnTo>
                      <a:pt x="86" y="156"/>
                    </a:lnTo>
                    <a:lnTo>
                      <a:pt x="67" y="122"/>
                    </a:lnTo>
                    <a:lnTo>
                      <a:pt x="78" y="122"/>
                    </a:lnTo>
                    <a:lnTo>
                      <a:pt x="65" y="97"/>
                    </a:lnTo>
                    <a:lnTo>
                      <a:pt x="81" y="97"/>
                    </a:lnTo>
                    <a:lnTo>
                      <a:pt x="91" y="109"/>
                    </a:lnTo>
                    <a:lnTo>
                      <a:pt x="128" y="126"/>
                    </a:lnTo>
                    <a:lnTo>
                      <a:pt x="234" y="168"/>
                    </a:lnTo>
                    <a:lnTo>
                      <a:pt x="117" y="119"/>
                    </a:lnTo>
                    <a:lnTo>
                      <a:pt x="91" y="107"/>
                    </a:lnTo>
                    <a:lnTo>
                      <a:pt x="86" y="97"/>
                    </a:lnTo>
                    <a:lnTo>
                      <a:pt x="70" y="80"/>
                    </a:lnTo>
                    <a:lnTo>
                      <a:pt x="81" y="86"/>
                    </a:lnTo>
                    <a:lnTo>
                      <a:pt x="54" y="63"/>
                    </a:lnTo>
                    <a:lnTo>
                      <a:pt x="65" y="70"/>
                    </a:lnTo>
                    <a:lnTo>
                      <a:pt x="90" y="69"/>
                    </a:lnTo>
                    <a:lnTo>
                      <a:pt x="158" y="99"/>
                    </a:lnTo>
                    <a:lnTo>
                      <a:pt x="86" y="70"/>
                    </a:lnTo>
                    <a:lnTo>
                      <a:pt x="65" y="47"/>
                    </a:lnTo>
                    <a:lnTo>
                      <a:pt x="86" y="47"/>
                    </a:lnTo>
                    <a:lnTo>
                      <a:pt x="175" y="47"/>
                    </a:lnTo>
                    <a:lnTo>
                      <a:pt x="302" y="24"/>
                    </a:lnTo>
                    <a:lnTo>
                      <a:pt x="223" y="40"/>
                    </a:lnTo>
                    <a:lnTo>
                      <a:pt x="112" y="51"/>
                    </a:lnTo>
                    <a:lnTo>
                      <a:pt x="81" y="47"/>
                    </a:lnTo>
                    <a:lnTo>
                      <a:pt x="70" y="35"/>
                    </a:lnTo>
                    <a:lnTo>
                      <a:pt x="59" y="18"/>
                    </a:lnTo>
                    <a:lnTo>
                      <a:pt x="34" y="0"/>
                    </a:lnTo>
                    <a:lnTo>
                      <a:pt x="28" y="8"/>
                    </a:lnTo>
                    <a:lnTo>
                      <a:pt x="23" y="1"/>
                    </a:lnTo>
                    <a:lnTo>
                      <a:pt x="0" y="553"/>
                    </a:lnTo>
                  </a:path>
                </a:pathLst>
              </a:custGeom>
              <a:solidFill>
                <a:srgbClr val="CEDA9D"/>
              </a:solidFill>
              <a:ln w="9525" cap="rnd">
                <a:noFill/>
                <a:round/>
              </a:ln>
              <a:effectLst/>
            </p:spPr>
            <p:txBody>
              <a:bodyPr/>
              <a:lstStyle/>
              <a:p>
                <a:endParaRPr lang="zh-CN" altLang="en-US"/>
              </a:p>
            </p:txBody>
          </p:sp>
          <p:sp>
            <p:nvSpPr>
              <p:cNvPr id="2158" name="Freeform 110"/>
              <p:cNvSpPr/>
              <p:nvPr/>
            </p:nvSpPr>
            <p:spPr bwMode="ltGray">
              <a:xfrm>
                <a:off x="4976" y="3652"/>
                <a:ext cx="163" cy="281"/>
              </a:xfrm>
              <a:custGeom>
                <a:avLst/>
                <a:gdLst/>
                <a:ahLst/>
                <a:cxnLst>
                  <a:cxn ang="0">
                    <a:pos x="158" y="44"/>
                  </a:cxn>
                  <a:cxn ang="0">
                    <a:pos x="124" y="0"/>
                  </a:cxn>
                  <a:cxn ang="0">
                    <a:pos x="103" y="1"/>
                  </a:cxn>
                  <a:cxn ang="0">
                    <a:pos x="84" y="4"/>
                  </a:cxn>
                  <a:cxn ang="0">
                    <a:pos x="70" y="15"/>
                  </a:cxn>
                  <a:cxn ang="0">
                    <a:pos x="32" y="51"/>
                  </a:cxn>
                  <a:cxn ang="0">
                    <a:pos x="21" y="67"/>
                  </a:cxn>
                  <a:cxn ang="0">
                    <a:pos x="12" y="83"/>
                  </a:cxn>
                  <a:cxn ang="0">
                    <a:pos x="3" y="131"/>
                  </a:cxn>
                  <a:cxn ang="0">
                    <a:pos x="0" y="145"/>
                  </a:cxn>
                  <a:cxn ang="0">
                    <a:pos x="3" y="164"/>
                  </a:cxn>
                  <a:cxn ang="0">
                    <a:pos x="8" y="183"/>
                  </a:cxn>
                  <a:cxn ang="0">
                    <a:pos x="24" y="213"/>
                  </a:cxn>
                  <a:cxn ang="0">
                    <a:pos x="36" y="233"/>
                  </a:cxn>
                  <a:cxn ang="0">
                    <a:pos x="54" y="254"/>
                  </a:cxn>
                  <a:cxn ang="0">
                    <a:pos x="91" y="280"/>
                  </a:cxn>
                  <a:cxn ang="0">
                    <a:pos x="72" y="246"/>
                  </a:cxn>
                  <a:cxn ang="0">
                    <a:pos x="56" y="217"/>
                  </a:cxn>
                  <a:cxn ang="0">
                    <a:pos x="48" y="190"/>
                  </a:cxn>
                  <a:cxn ang="0">
                    <a:pos x="51" y="164"/>
                  </a:cxn>
                  <a:cxn ang="0">
                    <a:pos x="54" y="145"/>
                  </a:cxn>
                  <a:cxn ang="0">
                    <a:pos x="48" y="124"/>
                  </a:cxn>
                  <a:cxn ang="0">
                    <a:pos x="45" y="103"/>
                  </a:cxn>
                  <a:cxn ang="0">
                    <a:pos x="60" y="67"/>
                  </a:cxn>
                  <a:cxn ang="0">
                    <a:pos x="64" y="47"/>
                  </a:cxn>
                  <a:cxn ang="0">
                    <a:pos x="76" y="33"/>
                  </a:cxn>
                  <a:cxn ang="0">
                    <a:pos x="103" y="11"/>
                  </a:cxn>
                  <a:cxn ang="0">
                    <a:pos x="115" y="27"/>
                  </a:cxn>
                  <a:cxn ang="0">
                    <a:pos x="162" y="53"/>
                  </a:cxn>
                  <a:cxn ang="0">
                    <a:pos x="158" y="44"/>
                  </a:cxn>
                </a:cxnLst>
                <a:rect l="0" t="0" r="r" b="b"/>
                <a:pathLst>
                  <a:path w="163" h="281">
                    <a:moveTo>
                      <a:pt x="158" y="44"/>
                    </a:moveTo>
                    <a:lnTo>
                      <a:pt x="124" y="0"/>
                    </a:lnTo>
                    <a:lnTo>
                      <a:pt x="103" y="1"/>
                    </a:lnTo>
                    <a:lnTo>
                      <a:pt x="84" y="4"/>
                    </a:lnTo>
                    <a:lnTo>
                      <a:pt x="70" y="15"/>
                    </a:lnTo>
                    <a:lnTo>
                      <a:pt x="32" y="51"/>
                    </a:lnTo>
                    <a:lnTo>
                      <a:pt x="21" y="67"/>
                    </a:lnTo>
                    <a:lnTo>
                      <a:pt x="12" y="83"/>
                    </a:lnTo>
                    <a:lnTo>
                      <a:pt x="3" y="131"/>
                    </a:lnTo>
                    <a:lnTo>
                      <a:pt x="0" y="145"/>
                    </a:lnTo>
                    <a:lnTo>
                      <a:pt x="3" y="164"/>
                    </a:lnTo>
                    <a:lnTo>
                      <a:pt x="8" y="183"/>
                    </a:lnTo>
                    <a:lnTo>
                      <a:pt x="24" y="213"/>
                    </a:lnTo>
                    <a:lnTo>
                      <a:pt x="36" y="233"/>
                    </a:lnTo>
                    <a:lnTo>
                      <a:pt x="54" y="254"/>
                    </a:lnTo>
                    <a:lnTo>
                      <a:pt x="91" y="280"/>
                    </a:lnTo>
                    <a:lnTo>
                      <a:pt x="72" y="246"/>
                    </a:lnTo>
                    <a:lnTo>
                      <a:pt x="56" y="217"/>
                    </a:lnTo>
                    <a:lnTo>
                      <a:pt x="48" y="190"/>
                    </a:lnTo>
                    <a:lnTo>
                      <a:pt x="51" y="164"/>
                    </a:lnTo>
                    <a:lnTo>
                      <a:pt x="54" y="145"/>
                    </a:lnTo>
                    <a:lnTo>
                      <a:pt x="48" y="124"/>
                    </a:lnTo>
                    <a:lnTo>
                      <a:pt x="45" y="103"/>
                    </a:lnTo>
                    <a:lnTo>
                      <a:pt x="60" y="67"/>
                    </a:lnTo>
                    <a:lnTo>
                      <a:pt x="64" y="47"/>
                    </a:lnTo>
                    <a:lnTo>
                      <a:pt x="76" y="33"/>
                    </a:lnTo>
                    <a:lnTo>
                      <a:pt x="103" y="11"/>
                    </a:lnTo>
                    <a:lnTo>
                      <a:pt x="115" y="27"/>
                    </a:lnTo>
                    <a:lnTo>
                      <a:pt x="162" y="53"/>
                    </a:lnTo>
                    <a:lnTo>
                      <a:pt x="158" y="44"/>
                    </a:lnTo>
                  </a:path>
                </a:pathLst>
              </a:custGeom>
              <a:solidFill>
                <a:srgbClr val="CEDA9D"/>
              </a:solidFill>
              <a:ln w="9525" cap="rnd">
                <a:noFill/>
                <a:round/>
              </a:ln>
              <a:effectLst/>
            </p:spPr>
            <p:txBody>
              <a:bodyPr/>
              <a:lstStyle/>
              <a:p>
                <a:endParaRPr lang="zh-CN" altLang="en-US"/>
              </a:p>
            </p:txBody>
          </p:sp>
        </p:grpSp>
      </p:grpSp>
      <p:sp>
        <p:nvSpPr>
          <p:cNvPr id="2161" name="Rectangle 113"/>
          <p:cNvSpPr>
            <a:spLocks noGrp="1" noChangeArrowheads="1"/>
          </p:cNvSpPr>
          <p:nvPr>
            <p:ph type="ctrTitle" sz="quarter"/>
          </p:nvPr>
        </p:nvSpPr>
        <p:spPr>
          <a:xfrm>
            <a:off x="685800" y="1524000"/>
            <a:ext cx="7772400" cy="1143000"/>
          </a:xfrm>
        </p:spPr>
        <p:txBody>
          <a:bodyPr/>
          <a:lstStyle>
            <a:lvl1pPr>
              <a:defRPr/>
            </a:lvl1pPr>
          </a:lstStyle>
          <a:p>
            <a:r>
              <a:rPr lang="zh-CN" altLang="en-US"/>
              <a:t>单击此处编辑母版标题样式</a:t>
            </a:r>
          </a:p>
        </p:txBody>
      </p:sp>
      <p:sp>
        <p:nvSpPr>
          <p:cNvPr id="2162" name="Rectangle 114"/>
          <p:cNvSpPr>
            <a:spLocks noGrp="1" noChangeArrowheads="1"/>
          </p:cNvSpPr>
          <p:nvPr>
            <p:ph type="subTitle" sz="quarter" idx="1"/>
          </p:nvPr>
        </p:nvSpPr>
        <p:spPr>
          <a:xfrm>
            <a:off x="1371600" y="3048000"/>
            <a:ext cx="6400800" cy="1752600"/>
          </a:xfrm>
        </p:spPr>
        <p:txBody>
          <a:bodyPr anchor="ctr"/>
          <a:lstStyle>
            <a:lvl1pPr marL="0" indent="0" algn="ctr">
              <a:buFontTx/>
              <a:buNone/>
              <a:defRPr/>
            </a:lvl1pPr>
          </a:lstStyle>
          <a:p>
            <a:r>
              <a:rPr lang="zh-CN" altLang="en-US"/>
              <a:t>单击此处编辑母版副标题样式</a:t>
            </a:r>
          </a:p>
        </p:txBody>
      </p:sp>
      <p:sp>
        <p:nvSpPr>
          <p:cNvPr id="2163" name="Rectangle 115"/>
          <p:cNvSpPr>
            <a:spLocks noGrp="1" noChangeArrowheads="1"/>
          </p:cNvSpPr>
          <p:nvPr>
            <p:ph type="dt" sz="quarter" idx="2"/>
          </p:nvPr>
        </p:nvSpPr>
        <p:spPr>
          <a:xfrm>
            <a:off x="685800" y="6400800"/>
            <a:ext cx="1905000" cy="457200"/>
          </a:xfrm>
        </p:spPr>
        <p:txBody>
          <a:bodyPr/>
          <a:lstStyle>
            <a:lvl1pPr>
              <a:defRPr/>
            </a:lvl1pPr>
          </a:lstStyle>
          <a:p>
            <a:pPr>
              <a:defRPr/>
            </a:pPr>
            <a:fld id="{D3BFB99B-1C76-4506-AE1F-5A9155F5FDBA}" type="datetimeFigureOut">
              <a:rPr lang="zh-CN" altLang="en-US" smtClean="0"/>
              <a:t>2021/10/22</a:t>
            </a:fld>
            <a:endParaRPr lang="zh-CN" altLang="en-US"/>
          </a:p>
        </p:txBody>
      </p:sp>
      <p:sp>
        <p:nvSpPr>
          <p:cNvPr id="2164" name="Rectangle 116"/>
          <p:cNvSpPr>
            <a:spLocks noGrp="1" noChangeArrowheads="1"/>
          </p:cNvSpPr>
          <p:nvPr>
            <p:ph type="ftr" sz="quarter" idx="3"/>
          </p:nvPr>
        </p:nvSpPr>
        <p:spPr>
          <a:xfrm>
            <a:off x="3124200" y="6400800"/>
            <a:ext cx="2895600" cy="457200"/>
          </a:xfrm>
        </p:spPr>
        <p:txBody>
          <a:bodyPr/>
          <a:lstStyle>
            <a:lvl1pPr>
              <a:defRPr/>
            </a:lvl1pPr>
          </a:lstStyle>
          <a:p>
            <a:pPr>
              <a:defRPr/>
            </a:pPr>
            <a:endParaRPr lang="zh-CN" altLang="en-US"/>
          </a:p>
        </p:txBody>
      </p:sp>
      <p:sp>
        <p:nvSpPr>
          <p:cNvPr id="2165" name="Rectangle 117"/>
          <p:cNvSpPr>
            <a:spLocks noGrp="1" noChangeArrowheads="1"/>
          </p:cNvSpPr>
          <p:nvPr>
            <p:ph type="sldNum" sz="quarter" idx="4"/>
          </p:nvPr>
        </p:nvSpPr>
        <p:spPr>
          <a:xfrm>
            <a:off x="6553200" y="6400800"/>
            <a:ext cx="1905000" cy="457200"/>
          </a:xfrm>
        </p:spPr>
        <p:txBody>
          <a:bodyPr/>
          <a:lstStyle>
            <a:lvl1pPr>
              <a:defRPr/>
            </a:lvl1pPr>
          </a:lstStyle>
          <a:p>
            <a:pPr>
              <a:defRPr/>
            </a:pPr>
            <a:fld id="{B63E8B97-07C9-4E61-B56F-69B26F87C56F}" type="slidenum">
              <a:rPr lang="zh-CN" altLang="en-US" smtClean="0"/>
              <a:t>‹#›</a:t>
            </a:fld>
            <a:endParaRPr lang="zh-CN" altLang="en-US"/>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9FA54D2-F90E-4706-ACB4-B604CDD278CE}"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8DFCD8-3BCF-4796-93E0-377581CA5570}" type="slidenum">
              <a:rPr lang="zh-CN" altLang="en-US" smtClean="0"/>
              <a:t>‹#›</a:t>
            </a:fld>
            <a:endParaRPr lang="zh-CN" altLang="en-US"/>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FB8CC39E-8A43-4724-9C31-272660553DD2}"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7A690E6-A5EA-40D0-B696-5390764F17F0}" type="slidenum">
              <a:rPr lang="zh-CN" altLang="en-US" smtClean="0"/>
              <a:t>‹#›</a:t>
            </a:fld>
            <a:endParaRPr lang="zh-CN" altLang="en-US"/>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7907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907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pPr>
              <a:defRPr/>
            </a:pPr>
            <a:fld id="{9DAEF347-88B0-4BA8-B39E-A0A672CFE4BE}" type="datetimeFigureOut">
              <a:rPr lang="zh-CN" altLang="en-US" smtClean="0"/>
              <a:t>2021/10/22</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06C13C8E-2A36-4D42-993A-4D3891F15EA4}" type="slidenum">
              <a:rPr lang="zh-CN" altLang="en-US" smtClean="0"/>
              <a:t>‹#›</a:t>
            </a:fld>
            <a:endParaRPr lang="zh-CN" altLang="en-US"/>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pPr>
              <a:defRPr/>
            </a:pPr>
            <a:fld id="{65C30936-B6DB-461F-AC5C-0B6349BE58D7}" type="datetimeFigureOut">
              <a:rPr lang="zh-CN" altLang="en-US" smtClean="0"/>
              <a:t>2021/10/22</a:t>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392EB35-03A0-4872-BCE8-94A91764A427}" type="slidenum">
              <a:rPr lang="zh-CN" altLang="en-US" smtClean="0"/>
              <a:t>‹#›</a:t>
            </a:fld>
            <a:endParaRPr lang="zh-CN" altLang="en-US"/>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pPr>
              <a:defRPr/>
            </a:pPr>
            <a:fld id="{2344C33B-42CC-4461-B890-C3AAA6ED26AE}" type="datetimeFigureOut">
              <a:rPr lang="zh-CN" altLang="en-US" smtClean="0"/>
              <a:t>2021/10/22</a:t>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657DFB27-8632-4DBB-BC36-BB4DFAE77586}" type="slidenum">
              <a:rPr lang="zh-CN" altLang="en-US" smtClean="0"/>
              <a:t>‹#›</a:t>
            </a:fld>
            <a:endParaRPr lang="zh-CN" altLang="en-US"/>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4537CE58-5980-4B9B-9E0E-F781C552510A}" type="datetimeFigureOut">
              <a:rPr lang="zh-CN" altLang="en-US" smtClean="0"/>
              <a:t>2021/10/22</a:t>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00E7B573-E2AE-488D-9391-86DF97130FF7}" type="slidenum">
              <a:rPr lang="zh-CN" altLang="en-US" smtClean="0"/>
              <a:t>‹#›</a:t>
            </a:fld>
            <a:endParaRPr lang="zh-CN" altLang="en-US"/>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3F2FD409-DBF4-4A0A-9718-1C748A1AAF27}" type="datetimeFigureOut">
              <a:rPr lang="zh-CN" altLang="en-US" smtClean="0"/>
              <a:t>2021/10/22</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1E78FF9F-66F7-4BDB-8A2A-A4A9272D3202}" type="slidenum">
              <a:rPr lang="zh-CN" altLang="en-US" smtClean="0"/>
              <a:t>‹#›</a:t>
            </a:fld>
            <a:endParaRPr lang="zh-CN" altLang="en-US"/>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pPr>
              <a:defRPr/>
            </a:pPr>
            <a:fld id="{39A98522-E70F-4E26-876F-C995B9A7AEAA}" type="datetimeFigureOut">
              <a:rPr lang="zh-CN" altLang="en-US" smtClean="0"/>
              <a:t>2021/10/22</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ED50AD1C-40F4-4AA8-A525-57D04FAB9845}" type="slidenum">
              <a:rPr lang="zh-CN" altLang="en-US" smtClean="0"/>
              <a:t>‹#›</a:t>
            </a:fld>
            <a:endParaRPr lang="zh-CN" altLang="en-US"/>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D91332FC-D913-4907-BC40-B30888465916}"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676AE7-DB75-4EB9-93B4-E91138B77E29}" type="slidenum">
              <a:rPr lang="zh-CN" altLang="en-US" smtClean="0"/>
              <a:t>‹#›</a:t>
            </a:fld>
            <a:endParaRPr lang="zh-CN" altLang="en-US"/>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191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191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914FBEB-8CD6-4AED-8D2B-F5722D51E114}" type="datetimeFigureOut">
              <a:rPr lang="zh-CN" altLang="en-US" smtClean="0"/>
              <a:t>2021/10/22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A6A2CD-065D-4BBC-A5EE-6B2981B774E3}" type="slidenum">
              <a:rPr lang="zh-CN" altLang="en-US" smtClean="0"/>
              <a:t>‹#›</a:t>
            </a:fld>
            <a:endParaRPr lang="zh-CN" alt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20638"/>
            <a:ext cx="9144000" cy="1438276"/>
          </a:xfrm>
          <a:prstGeom prst="rect">
            <a:avLst/>
          </a:prstGeom>
          <a:solidFill>
            <a:srgbClr val="243AA8"/>
          </a:solidFill>
          <a:ln w="9525" cmpd="sng">
            <a:solidFill>
              <a:schemeClr val="tx1"/>
            </a:solidFill>
            <a:miter lim="800000"/>
          </a:ln>
        </p:spPr>
        <p:txBody>
          <a:bodyPr wrap="none" anchor="ctr"/>
          <a:lstStyle/>
          <a:p>
            <a:endParaRPr lang="zh-CN" altLang="en-US"/>
          </a:p>
        </p:txBody>
      </p:sp>
      <p:sp>
        <p:nvSpPr>
          <p:cNvPr id="1027" name="Text Box 3"/>
          <p:cNvSpPr txBox="1">
            <a:spLocks noChangeArrowheads="1"/>
          </p:cNvSpPr>
          <p:nvPr/>
        </p:nvSpPr>
        <p:spPr bwMode="auto">
          <a:xfrm>
            <a:off x="15875" y="6742113"/>
            <a:ext cx="9128125" cy="115887"/>
          </a:xfrm>
          <a:prstGeom prst="rect">
            <a:avLst/>
          </a:prstGeom>
          <a:solidFill>
            <a:srgbClr val="C1C1C1"/>
          </a:solidFill>
          <a:ln w="9525">
            <a:noFill/>
            <a:miter lim="800000"/>
          </a:ln>
        </p:spPr>
        <p:txBody>
          <a:bodyPr lIns="36000" tIns="7200" rIns="36000" bIns="18000" anchor="ctr"/>
          <a:lstStyle/>
          <a:p>
            <a:pPr eaLnBrk="0" hangingPunct="0"/>
            <a:endParaRPr lang="en-US" sz="100"/>
          </a:p>
        </p:txBody>
      </p:sp>
      <p:sp>
        <p:nvSpPr>
          <p:cNvPr id="1028" name="Text Box 4"/>
          <p:cNvSpPr txBox="1">
            <a:spLocks noChangeArrowheads="1"/>
          </p:cNvSpPr>
          <p:nvPr/>
        </p:nvSpPr>
        <p:spPr bwMode="auto">
          <a:xfrm>
            <a:off x="15875" y="-9525"/>
            <a:ext cx="9144000" cy="109538"/>
          </a:xfrm>
          <a:prstGeom prst="rect">
            <a:avLst/>
          </a:prstGeom>
          <a:solidFill>
            <a:srgbClr val="C1C1C1"/>
          </a:solidFill>
          <a:ln w="9525">
            <a:noFill/>
            <a:miter lim="800000"/>
          </a:ln>
        </p:spPr>
        <p:txBody>
          <a:bodyPr lIns="36000" tIns="7200" rIns="36000" bIns="18000" anchor="ctr"/>
          <a:lstStyle/>
          <a:p>
            <a:pPr eaLnBrk="0" hangingPunct="0"/>
            <a:endParaRPr lang="en-US" sz="100"/>
          </a:p>
        </p:txBody>
      </p:sp>
      <p:sp>
        <p:nvSpPr>
          <p:cNvPr id="1029" name="Rectangle 5"/>
          <p:cNvSpPr>
            <a:spLocks noGrp="1" noChangeArrowheads="1"/>
          </p:cNvSpPr>
          <p:nvPr>
            <p:ph type="title"/>
          </p:nvPr>
        </p:nvSpPr>
        <p:spPr bwMode="auto">
          <a:xfrm>
            <a:off x="457200" y="2111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1030" name="Rectangle 6"/>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1" name="Rectangle 7"/>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0" hangingPunct="0">
              <a:defRPr sz="1400"/>
            </a:lvl1pPr>
          </a:lstStyle>
          <a:p>
            <a:pPr>
              <a:defRPr/>
            </a:pPr>
            <a:fld id="{02B0B4F7-AC28-4FE7-B1C0-A7ADD5E050F0}" type="datetimeFigureOut">
              <a:rPr lang="zh-CN" altLang="en-US" smtClean="0"/>
              <a:t>2021/10/22</a:t>
            </a:fld>
            <a:endParaRPr lang="zh-CN" altLang="en-US"/>
          </a:p>
        </p:txBody>
      </p:sp>
      <p:sp>
        <p:nvSpPr>
          <p:cNvPr id="1032" name="Rectangle 8"/>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0" hangingPunct="0">
              <a:defRPr sz="1400"/>
            </a:lvl1pPr>
          </a:lstStyle>
          <a:p>
            <a:pPr>
              <a:defRPr/>
            </a:pPr>
            <a:endParaRPr lang="zh-CN" altLang="en-US"/>
          </a:p>
        </p:txBody>
      </p:sp>
      <p:sp>
        <p:nvSpPr>
          <p:cNvPr id="1033" name="Rectangle 9"/>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0" hangingPunct="0">
              <a:defRPr sz="1400"/>
            </a:lvl1pPr>
          </a:lstStyle>
          <a:p>
            <a:pPr>
              <a:defRPr/>
            </a:pPr>
            <a:fld id="{5F2971E3-3F4B-4EF7-8EED-270B40E509F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2pPr>
      <a:lvl3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3pPr>
      <a:lvl4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4pPr>
      <a:lvl5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5pPr>
      <a:lvl6pPr marL="4572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6pPr>
      <a:lvl7pPr marL="9144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7pPr>
      <a:lvl8pPr marL="13716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8pPr>
      <a:lvl9pPr marL="18288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9pPr>
    </p:titleStyle>
    <p:bodyStyle>
      <a:lvl1pPr marL="342900" indent="-342900" algn="l" rtl="0" eaLnBrk="1" fontAlgn="base" hangingPunct="1">
        <a:spcBef>
          <a:spcPct val="20000"/>
        </a:spcBef>
        <a:spcAft>
          <a:spcPct val="0"/>
        </a:spcAft>
        <a:buBlip>
          <a:blip r:embed="rId13"/>
        </a:buBlip>
        <a:defRPr sz="3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4"/>
        </a:buBlip>
        <a:defRPr sz="2800">
          <a:solidFill>
            <a:schemeClr val="tx1"/>
          </a:solidFill>
          <a:latin typeface="+mn-lt"/>
          <a:ea typeface="+mn-ea"/>
        </a:defRPr>
      </a:lvl2pPr>
      <a:lvl3pPr marL="1143000" indent="-228600" algn="l" rtl="0" eaLnBrk="1" fontAlgn="base" hangingPunct="1">
        <a:spcBef>
          <a:spcPct val="20000"/>
        </a:spcBef>
        <a:spcAft>
          <a:spcPct val="0"/>
        </a:spcAft>
        <a:buBlip>
          <a:blip r:embed="rId13"/>
        </a:buBlip>
        <a:defRPr sz="2400">
          <a:solidFill>
            <a:schemeClr val="tx1"/>
          </a:solidFill>
          <a:latin typeface="+mn-lt"/>
          <a:ea typeface="+mn-ea"/>
        </a:defRPr>
      </a:lvl3pPr>
      <a:lvl4pPr marL="1600200" indent="-228600" algn="l" rtl="0" eaLnBrk="1" fontAlgn="base" hangingPunct="1">
        <a:spcBef>
          <a:spcPct val="20000"/>
        </a:spcBef>
        <a:spcAft>
          <a:spcPct val="0"/>
        </a:spcAft>
        <a:buBlip>
          <a:blip r:embed="rId14"/>
        </a:buBlip>
        <a:defRPr sz="2000">
          <a:solidFill>
            <a:schemeClr val="tx1"/>
          </a:solidFill>
          <a:latin typeface="+mn-lt"/>
          <a:ea typeface="+mn-ea"/>
        </a:defRPr>
      </a:lvl4pPr>
      <a:lvl5pPr marL="2057400" indent="-228600" algn="l" rtl="0" eaLnBrk="1" fontAlgn="base" hangingPunct="1">
        <a:spcBef>
          <a:spcPct val="20000"/>
        </a:spcBef>
        <a:spcAft>
          <a:spcPct val="0"/>
        </a:spcAft>
        <a:buBlip>
          <a:blip r:embed="rId13"/>
        </a:buBlip>
        <a:defRPr sz="2000">
          <a:solidFill>
            <a:schemeClr val="tx1"/>
          </a:solidFill>
          <a:latin typeface="+mn-lt"/>
          <a:ea typeface="+mn-ea"/>
        </a:defRPr>
      </a:lvl5pPr>
      <a:lvl6pPr marL="2514600" indent="-228600" algn="l" rtl="0" eaLnBrk="1" fontAlgn="base" hangingPunct="1">
        <a:spcBef>
          <a:spcPct val="20000"/>
        </a:spcBef>
        <a:spcAft>
          <a:spcPct val="0"/>
        </a:spcAft>
        <a:buBlip>
          <a:blip r:embed="rId13"/>
        </a:buBlip>
        <a:defRPr sz="2000">
          <a:solidFill>
            <a:schemeClr val="tx1"/>
          </a:solidFill>
          <a:latin typeface="+mn-lt"/>
          <a:ea typeface="+mn-ea"/>
        </a:defRPr>
      </a:lvl6pPr>
      <a:lvl7pPr marL="2971800" indent="-228600" algn="l" rtl="0" eaLnBrk="1" fontAlgn="base" hangingPunct="1">
        <a:spcBef>
          <a:spcPct val="20000"/>
        </a:spcBef>
        <a:spcAft>
          <a:spcPct val="0"/>
        </a:spcAft>
        <a:buBlip>
          <a:blip r:embed="rId13"/>
        </a:buBlip>
        <a:defRPr sz="2000">
          <a:solidFill>
            <a:schemeClr val="tx1"/>
          </a:solidFill>
          <a:latin typeface="+mn-lt"/>
          <a:ea typeface="+mn-ea"/>
        </a:defRPr>
      </a:lvl7pPr>
      <a:lvl8pPr marL="3429000" indent="-228600" algn="l" rtl="0" eaLnBrk="1" fontAlgn="base" hangingPunct="1">
        <a:spcBef>
          <a:spcPct val="20000"/>
        </a:spcBef>
        <a:spcAft>
          <a:spcPct val="0"/>
        </a:spcAft>
        <a:buBlip>
          <a:blip r:embed="rId13"/>
        </a:buBlip>
        <a:defRPr sz="2000">
          <a:solidFill>
            <a:schemeClr val="tx1"/>
          </a:solidFill>
          <a:latin typeface="+mn-lt"/>
          <a:ea typeface="+mn-ea"/>
        </a:defRPr>
      </a:lvl8pPr>
      <a:lvl9pPr marL="3886200" indent="-228600" algn="l" rtl="0" eaLnBrk="1" fontAlgn="base" hangingPunct="1">
        <a:spcBef>
          <a:spcPct val="20000"/>
        </a:spcBef>
        <a:spcAft>
          <a:spcPct val="0"/>
        </a:spcAft>
        <a:buBlip>
          <a:blip r:embed="rId13"/>
        </a:buBlip>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5"/>
          <p:cNvSpPr>
            <a:spLocks noGrp="1" noChangeArrowheads="1"/>
          </p:cNvSpPr>
          <p:nvPr>
            <p:ph type="title"/>
          </p:nvPr>
        </p:nvSpPr>
        <p:spPr bwMode="auto">
          <a:xfrm>
            <a:off x="457200" y="2111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p>
        </p:txBody>
      </p:sp>
      <p:sp>
        <p:nvSpPr>
          <p:cNvPr id="2051" name="Rectangle 6"/>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0" hangingPunct="0">
              <a:defRPr sz="1400"/>
            </a:lvl1pPr>
          </a:lstStyle>
          <a:p>
            <a:fld id="{A0A28CF4-884F-4D07-818B-FA87DB3C8568}" type="datetimeFigureOut">
              <a:rPr lang="en-US"/>
              <a:t>10/22/2021</a:t>
            </a:fld>
            <a:endParaRPr lang="en-US"/>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0" hangingPunct="0">
              <a:defRPr sz="1400"/>
            </a:lvl1pPr>
          </a:lstStyle>
          <a:p>
            <a:endParaRPr lang="en-US"/>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0" hangingPunct="0">
              <a:defRPr sz="1400"/>
            </a:lvl1pPr>
          </a:lstStyle>
          <a:p>
            <a:fld id="{969989F0-42A0-41AC-B601-13A1EAEA1697}"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2pPr>
      <a:lvl3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3pPr>
      <a:lvl4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4pPr>
      <a:lvl5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5pPr>
      <a:lvl6pPr marL="4572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6pPr>
      <a:lvl7pPr marL="9144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7pPr>
      <a:lvl8pPr marL="13716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8pPr>
      <a:lvl9pPr marL="18288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9pPr>
    </p:titleStyle>
    <p:bodyStyle>
      <a:lvl1pPr marL="342900" indent="-342900" algn="l" rtl="0" eaLnBrk="1" fontAlgn="base" hangingPunct="1">
        <a:spcBef>
          <a:spcPct val="20000"/>
        </a:spcBef>
        <a:spcAft>
          <a:spcPct val="0"/>
        </a:spcAft>
        <a:buBlip>
          <a:blip r:embed="rId14"/>
        </a:buBlip>
        <a:defRPr sz="3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5"/>
        </a:buBlip>
        <a:defRPr sz="2800">
          <a:solidFill>
            <a:schemeClr val="tx1"/>
          </a:solidFill>
          <a:latin typeface="+mn-lt"/>
          <a:ea typeface="+mn-ea"/>
        </a:defRPr>
      </a:lvl2pPr>
      <a:lvl3pPr marL="1143000" indent="-228600" algn="l" rtl="0" eaLnBrk="1" fontAlgn="base" hangingPunct="1">
        <a:spcBef>
          <a:spcPct val="20000"/>
        </a:spcBef>
        <a:spcAft>
          <a:spcPct val="0"/>
        </a:spcAft>
        <a:buBlip>
          <a:blip r:embed="rId14"/>
        </a:buBlip>
        <a:defRPr sz="2400">
          <a:solidFill>
            <a:schemeClr val="tx1"/>
          </a:solidFill>
          <a:latin typeface="+mn-lt"/>
          <a:ea typeface="+mn-ea"/>
        </a:defRPr>
      </a:lvl3pPr>
      <a:lvl4pPr marL="1600200" indent="-228600" algn="l" rtl="0" eaLnBrk="1" fontAlgn="base" hangingPunct="1">
        <a:spcBef>
          <a:spcPct val="20000"/>
        </a:spcBef>
        <a:spcAft>
          <a:spcPct val="0"/>
        </a:spcAft>
        <a:buBlip>
          <a:blip r:embed="rId15"/>
        </a:buBlip>
        <a:defRPr sz="2000">
          <a:solidFill>
            <a:schemeClr val="tx1"/>
          </a:solidFill>
          <a:latin typeface="+mn-lt"/>
          <a:ea typeface="+mn-ea"/>
        </a:defRPr>
      </a:lvl4pPr>
      <a:lvl5pPr marL="2057400" indent="-228600" algn="l" rtl="0" eaLnBrk="1" fontAlgn="base" hangingPunct="1">
        <a:spcBef>
          <a:spcPct val="20000"/>
        </a:spcBef>
        <a:spcAft>
          <a:spcPct val="0"/>
        </a:spcAft>
        <a:buBlip>
          <a:blip r:embed="rId14"/>
        </a:buBlip>
        <a:defRPr sz="2000">
          <a:solidFill>
            <a:schemeClr val="tx1"/>
          </a:solidFill>
          <a:latin typeface="+mn-lt"/>
          <a:ea typeface="+mn-ea"/>
        </a:defRPr>
      </a:lvl5pPr>
      <a:lvl6pPr marL="2514600" indent="-228600" algn="l" rtl="0" eaLnBrk="1" fontAlgn="base" hangingPunct="1">
        <a:spcBef>
          <a:spcPct val="20000"/>
        </a:spcBef>
        <a:spcAft>
          <a:spcPct val="0"/>
        </a:spcAft>
        <a:buBlip>
          <a:blip r:embed="rId14"/>
        </a:buBlip>
        <a:defRPr sz="2000">
          <a:solidFill>
            <a:schemeClr val="tx1"/>
          </a:solidFill>
          <a:latin typeface="+mn-lt"/>
          <a:ea typeface="+mn-ea"/>
        </a:defRPr>
      </a:lvl6pPr>
      <a:lvl7pPr marL="2971800" indent="-228600" algn="l" rtl="0" eaLnBrk="1" fontAlgn="base" hangingPunct="1">
        <a:spcBef>
          <a:spcPct val="20000"/>
        </a:spcBef>
        <a:spcAft>
          <a:spcPct val="0"/>
        </a:spcAft>
        <a:buBlip>
          <a:blip r:embed="rId14"/>
        </a:buBlip>
        <a:defRPr sz="2000">
          <a:solidFill>
            <a:schemeClr val="tx1"/>
          </a:solidFill>
          <a:latin typeface="+mn-lt"/>
          <a:ea typeface="+mn-ea"/>
        </a:defRPr>
      </a:lvl7pPr>
      <a:lvl8pPr marL="3429000" indent="-228600" algn="l" rtl="0" eaLnBrk="1" fontAlgn="base" hangingPunct="1">
        <a:spcBef>
          <a:spcPct val="20000"/>
        </a:spcBef>
        <a:spcAft>
          <a:spcPct val="0"/>
        </a:spcAft>
        <a:buBlip>
          <a:blip r:embed="rId14"/>
        </a:buBlip>
        <a:defRPr sz="2000">
          <a:solidFill>
            <a:schemeClr val="tx1"/>
          </a:solidFill>
          <a:latin typeface="+mn-lt"/>
          <a:ea typeface="+mn-ea"/>
        </a:defRPr>
      </a:lvl8pPr>
      <a:lvl9pPr marL="3886200" indent="-228600" algn="l" rtl="0" eaLnBrk="1" fontAlgn="base" hangingPunct="1">
        <a:spcBef>
          <a:spcPct val="20000"/>
        </a:spcBef>
        <a:spcAft>
          <a:spcPct val="0"/>
        </a:spcAft>
        <a:buBlip>
          <a:blip r:embed="rId14"/>
        </a:buBlip>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488C4"/>
            </a:gs>
            <a:gs pos="53000">
              <a:srgbClr val="D4DEFF"/>
            </a:gs>
            <a:gs pos="83000">
              <a:srgbClr val="D4DEFF"/>
            </a:gs>
            <a:gs pos="100000">
              <a:srgbClr val="96AB94"/>
            </a:gs>
          </a:gsLst>
          <a:lin ang="5400000" scaled="1"/>
        </a:gradFill>
        <a:effectLst/>
      </p:bgPr>
    </p:bg>
    <p:spTree>
      <p:nvGrpSpPr>
        <p:cNvPr id="1" name=""/>
        <p:cNvGrpSpPr/>
        <p:nvPr/>
      </p:nvGrpSpPr>
      <p:grpSpPr>
        <a:xfrm>
          <a:off x="0" y="0"/>
          <a:ext cx="0" cy="0"/>
          <a:chOff x="0" y="0"/>
          <a:chExt cx="0" cy="0"/>
        </a:xfrm>
      </p:grpSpPr>
      <p:grpSp>
        <p:nvGrpSpPr>
          <p:cNvPr id="2" name="Group 112"/>
          <p:cNvGrpSpPr/>
          <p:nvPr/>
        </p:nvGrpSpPr>
        <p:grpSpPr bwMode="auto">
          <a:xfrm>
            <a:off x="11113" y="4291013"/>
            <a:ext cx="9156700" cy="2589212"/>
            <a:chOff x="7" y="2703"/>
            <a:chExt cx="5768" cy="1631"/>
          </a:xfrm>
        </p:grpSpPr>
        <p:sp>
          <p:nvSpPr>
            <p:cNvPr id="1026" name="Freeform 2"/>
            <p:cNvSpPr/>
            <p:nvPr/>
          </p:nvSpPr>
          <p:spPr bwMode="ltGray">
            <a:xfrm>
              <a:off x="7" y="4067"/>
              <a:ext cx="5760" cy="267"/>
            </a:xfrm>
            <a:custGeom>
              <a:avLst/>
              <a:gdLst/>
              <a:ahLst/>
              <a:cxnLst>
                <a:cxn ang="0">
                  <a:pos x="0" y="266"/>
                </a:cxn>
                <a:cxn ang="0">
                  <a:pos x="5759" y="266"/>
                </a:cxn>
                <a:cxn ang="0">
                  <a:pos x="5759" y="81"/>
                </a:cxn>
                <a:cxn ang="0">
                  <a:pos x="5573" y="111"/>
                </a:cxn>
                <a:cxn ang="0">
                  <a:pos x="5104" y="131"/>
                </a:cxn>
                <a:cxn ang="0">
                  <a:pos x="4602" y="101"/>
                </a:cxn>
                <a:cxn ang="0">
                  <a:pos x="4143" y="141"/>
                </a:cxn>
                <a:cxn ang="0">
                  <a:pos x="3918" y="141"/>
                </a:cxn>
                <a:cxn ang="0">
                  <a:pos x="3790" y="131"/>
                </a:cxn>
                <a:cxn ang="0">
                  <a:pos x="3459" y="81"/>
                </a:cxn>
                <a:cxn ang="0">
                  <a:pos x="2979" y="91"/>
                </a:cxn>
                <a:cxn ang="0">
                  <a:pos x="2733" y="20"/>
                </a:cxn>
                <a:cxn ang="0">
                  <a:pos x="2434" y="51"/>
                </a:cxn>
                <a:cxn ang="0">
                  <a:pos x="2220" y="81"/>
                </a:cxn>
                <a:cxn ang="0">
                  <a:pos x="2050" y="91"/>
                </a:cxn>
                <a:cxn ang="0">
                  <a:pos x="1751" y="71"/>
                </a:cxn>
                <a:cxn ang="0">
                  <a:pos x="1441" y="51"/>
                </a:cxn>
                <a:cxn ang="0">
                  <a:pos x="1131" y="20"/>
                </a:cxn>
                <a:cxn ang="0">
                  <a:pos x="757" y="40"/>
                </a:cxn>
                <a:cxn ang="0">
                  <a:pos x="384" y="71"/>
                </a:cxn>
                <a:cxn ang="0">
                  <a:pos x="128" y="10"/>
                </a:cxn>
                <a:cxn ang="0">
                  <a:pos x="0" y="0"/>
                </a:cxn>
                <a:cxn ang="0">
                  <a:pos x="0" y="266"/>
                </a:cxn>
              </a:cxnLst>
              <a:rect l="0" t="0" r="r" b="b"/>
              <a:pathLst>
                <a:path w="5760" h="267">
                  <a:moveTo>
                    <a:pt x="0" y="266"/>
                  </a:moveTo>
                  <a:lnTo>
                    <a:pt x="5759" y="266"/>
                  </a:lnTo>
                  <a:lnTo>
                    <a:pt x="5759" y="81"/>
                  </a:lnTo>
                  <a:lnTo>
                    <a:pt x="5573" y="111"/>
                  </a:lnTo>
                  <a:lnTo>
                    <a:pt x="5104" y="131"/>
                  </a:lnTo>
                  <a:lnTo>
                    <a:pt x="4602" y="101"/>
                  </a:lnTo>
                  <a:lnTo>
                    <a:pt x="4143" y="141"/>
                  </a:lnTo>
                  <a:lnTo>
                    <a:pt x="3918" y="141"/>
                  </a:lnTo>
                  <a:lnTo>
                    <a:pt x="3790" y="131"/>
                  </a:lnTo>
                  <a:lnTo>
                    <a:pt x="3459" y="81"/>
                  </a:lnTo>
                  <a:lnTo>
                    <a:pt x="2979" y="91"/>
                  </a:lnTo>
                  <a:lnTo>
                    <a:pt x="2733" y="20"/>
                  </a:lnTo>
                  <a:lnTo>
                    <a:pt x="2434" y="51"/>
                  </a:lnTo>
                  <a:lnTo>
                    <a:pt x="2220" y="81"/>
                  </a:lnTo>
                  <a:lnTo>
                    <a:pt x="2050" y="91"/>
                  </a:lnTo>
                  <a:lnTo>
                    <a:pt x="1751" y="71"/>
                  </a:lnTo>
                  <a:lnTo>
                    <a:pt x="1441" y="51"/>
                  </a:lnTo>
                  <a:lnTo>
                    <a:pt x="1131" y="20"/>
                  </a:lnTo>
                  <a:lnTo>
                    <a:pt x="757" y="40"/>
                  </a:lnTo>
                  <a:lnTo>
                    <a:pt x="384" y="71"/>
                  </a:lnTo>
                  <a:lnTo>
                    <a:pt x="128" y="10"/>
                  </a:lnTo>
                  <a:lnTo>
                    <a:pt x="0" y="0"/>
                  </a:lnTo>
                  <a:lnTo>
                    <a:pt x="0" y="266"/>
                  </a:lnTo>
                </a:path>
              </a:pathLst>
            </a:custGeom>
            <a:solidFill>
              <a:srgbClr val="9DA090"/>
            </a:solidFill>
            <a:ln w="9525" cap="rnd">
              <a:noFill/>
              <a:round/>
            </a:ln>
            <a:effectLst/>
          </p:spPr>
          <p:txBody>
            <a:bodyPr/>
            <a:lstStyle/>
            <a:p>
              <a:endParaRPr lang="zh-CN" altLang="en-US"/>
            </a:p>
          </p:txBody>
        </p:sp>
        <p:grpSp>
          <p:nvGrpSpPr>
            <p:cNvPr id="3" name="Group 68"/>
            <p:cNvGrpSpPr/>
            <p:nvPr/>
          </p:nvGrpSpPr>
          <p:grpSpPr bwMode="auto">
            <a:xfrm>
              <a:off x="43" y="2703"/>
              <a:ext cx="1502" cy="1542"/>
              <a:chOff x="43" y="2703"/>
              <a:chExt cx="1502" cy="1542"/>
            </a:xfrm>
          </p:grpSpPr>
          <p:grpSp>
            <p:nvGrpSpPr>
              <p:cNvPr id="4" name="Group 28"/>
              <p:cNvGrpSpPr/>
              <p:nvPr/>
            </p:nvGrpSpPr>
            <p:grpSpPr bwMode="auto">
              <a:xfrm>
                <a:off x="106" y="2703"/>
                <a:ext cx="1387" cy="1542"/>
                <a:chOff x="106" y="2703"/>
                <a:chExt cx="1387" cy="1542"/>
              </a:xfrm>
            </p:grpSpPr>
            <p:grpSp>
              <p:nvGrpSpPr>
                <p:cNvPr id="5" name="Group 5"/>
                <p:cNvGrpSpPr/>
                <p:nvPr/>
              </p:nvGrpSpPr>
              <p:grpSpPr bwMode="auto">
                <a:xfrm>
                  <a:off x="506" y="3583"/>
                  <a:ext cx="135" cy="584"/>
                  <a:chOff x="506" y="3583"/>
                  <a:chExt cx="135" cy="584"/>
                </a:xfrm>
              </p:grpSpPr>
              <p:sp>
                <p:nvSpPr>
                  <p:cNvPr id="1027" name="Freeform 3"/>
                  <p:cNvSpPr/>
                  <p:nvPr/>
                </p:nvSpPr>
                <p:spPr bwMode="ltGray">
                  <a:xfrm>
                    <a:off x="509" y="3861"/>
                    <a:ext cx="132" cy="239"/>
                  </a:xfrm>
                  <a:custGeom>
                    <a:avLst/>
                    <a:gdLst/>
                    <a:ahLst/>
                    <a:cxnLst>
                      <a:cxn ang="0">
                        <a:pos x="0" y="238"/>
                      </a:cxn>
                      <a:cxn ang="0">
                        <a:pos x="19" y="184"/>
                      </a:cxn>
                      <a:cxn ang="0">
                        <a:pos x="36" y="126"/>
                      </a:cxn>
                      <a:cxn ang="0">
                        <a:pos x="44" y="100"/>
                      </a:cxn>
                      <a:cxn ang="0">
                        <a:pos x="55" y="70"/>
                      </a:cxn>
                      <a:cxn ang="0">
                        <a:pos x="72" y="39"/>
                      </a:cxn>
                      <a:cxn ang="0">
                        <a:pos x="83" y="19"/>
                      </a:cxn>
                      <a:cxn ang="0">
                        <a:pos x="93" y="10"/>
                      </a:cxn>
                      <a:cxn ang="0">
                        <a:pos x="105" y="2"/>
                      </a:cxn>
                      <a:cxn ang="0">
                        <a:pos x="118" y="0"/>
                      </a:cxn>
                      <a:cxn ang="0">
                        <a:pos x="124" y="6"/>
                      </a:cxn>
                      <a:cxn ang="0">
                        <a:pos x="131" y="22"/>
                      </a:cxn>
                    </a:cxnLst>
                    <a:rect l="0" t="0" r="r" b="b"/>
                    <a:pathLst>
                      <a:path w="132" h="239">
                        <a:moveTo>
                          <a:pt x="0" y="238"/>
                        </a:moveTo>
                        <a:lnTo>
                          <a:pt x="19" y="184"/>
                        </a:lnTo>
                        <a:lnTo>
                          <a:pt x="36" y="126"/>
                        </a:lnTo>
                        <a:lnTo>
                          <a:pt x="44" y="100"/>
                        </a:lnTo>
                        <a:lnTo>
                          <a:pt x="55" y="70"/>
                        </a:lnTo>
                        <a:lnTo>
                          <a:pt x="72" y="39"/>
                        </a:lnTo>
                        <a:lnTo>
                          <a:pt x="83" y="19"/>
                        </a:lnTo>
                        <a:lnTo>
                          <a:pt x="93" y="10"/>
                        </a:lnTo>
                        <a:lnTo>
                          <a:pt x="105" y="2"/>
                        </a:lnTo>
                        <a:lnTo>
                          <a:pt x="118" y="0"/>
                        </a:lnTo>
                        <a:lnTo>
                          <a:pt x="124" y="6"/>
                        </a:lnTo>
                        <a:lnTo>
                          <a:pt x="131" y="22"/>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28" name="Freeform 4"/>
                  <p:cNvSpPr/>
                  <p:nvPr/>
                </p:nvSpPr>
                <p:spPr bwMode="ltGray">
                  <a:xfrm>
                    <a:off x="506" y="3583"/>
                    <a:ext cx="90" cy="584"/>
                  </a:xfrm>
                  <a:custGeom>
                    <a:avLst/>
                    <a:gdLst/>
                    <a:ahLst/>
                    <a:cxnLst>
                      <a:cxn ang="0">
                        <a:pos x="0" y="583"/>
                      </a:cxn>
                      <a:cxn ang="0">
                        <a:pos x="0" y="528"/>
                      </a:cxn>
                      <a:cxn ang="0">
                        <a:pos x="0" y="487"/>
                      </a:cxn>
                      <a:cxn ang="0">
                        <a:pos x="2" y="458"/>
                      </a:cxn>
                      <a:cxn ang="0">
                        <a:pos x="2" y="423"/>
                      </a:cxn>
                      <a:cxn ang="0">
                        <a:pos x="2" y="387"/>
                      </a:cxn>
                      <a:cxn ang="0">
                        <a:pos x="3" y="357"/>
                      </a:cxn>
                      <a:cxn ang="0">
                        <a:pos x="5" y="329"/>
                      </a:cxn>
                      <a:cxn ang="0">
                        <a:pos x="8" y="280"/>
                      </a:cxn>
                      <a:cxn ang="0">
                        <a:pos x="13" y="227"/>
                      </a:cxn>
                      <a:cxn ang="0">
                        <a:pos x="19" y="173"/>
                      </a:cxn>
                      <a:cxn ang="0">
                        <a:pos x="23" y="116"/>
                      </a:cxn>
                      <a:cxn ang="0">
                        <a:pos x="27" y="81"/>
                      </a:cxn>
                      <a:cxn ang="0">
                        <a:pos x="30" y="68"/>
                      </a:cxn>
                      <a:cxn ang="0">
                        <a:pos x="38" y="45"/>
                      </a:cxn>
                      <a:cxn ang="0">
                        <a:pos x="46" y="28"/>
                      </a:cxn>
                      <a:cxn ang="0">
                        <a:pos x="55" y="15"/>
                      </a:cxn>
                      <a:cxn ang="0">
                        <a:pos x="63" y="3"/>
                      </a:cxn>
                      <a:cxn ang="0">
                        <a:pos x="69" y="0"/>
                      </a:cxn>
                      <a:cxn ang="0">
                        <a:pos x="78" y="0"/>
                      </a:cxn>
                      <a:cxn ang="0">
                        <a:pos x="86" y="4"/>
                      </a:cxn>
                      <a:cxn ang="0">
                        <a:pos x="89" y="10"/>
                      </a:cxn>
                    </a:cxnLst>
                    <a:rect l="0" t="0" r="r" b="b"/>
                    <a:pathLst>
                      <a:path w="90" h="584">
                        <a:moveTo>
                          <a:pt x="0" y="583"/>
                        </a:moveTo>
                        <a:lnTo>
                          <a:pt x="0" y="528"/>
                        </a:lnTo>
                        <a:lnTo>
                          <a:pt x="0" y="487"/>
                        </a:lnTo>
                        <a:lnTo>
                          <a:pt x="2" y="458"/>
                        </a:lnTo>
                        <a:lnTo>
                          <a:pt x="2" y="423"/>
                        </a:lnTo>
                        <a:lnTo>
                          <a:pt x="2" y="387"/>
                        </a:lnTo>
                        <a:lnTo>
                          <a:pt x="3" y="357"/>
                        </a:lnTo>
                        <a:lnTo>
                          <a:pt x="5" y="329"/>
                        </a:lnTo>
                        <a:lnTo>
                          <a:pt x="8" y="280"/>
                        </a:lnTo>
                        <a:lnTo>
                          <a:pt x="13" y="227"/>
                        </a:lnTo>
                        <a:lnTo>
                          <a:pt x="19" y="173"/>
                        </a:lnTo>
                        <a:lnTo>
                          <a:pt x="23" y="116"/>
                        </a:lnTo>
                        <a:lnTo>
                          <a:pt x="27" y="81"/>
                        </a:lnTo>
                        <a:lnTo>
                          <a:pt x="30" y="68"/>
                        </a:lnTo>
                        <a:lnTo>
                          <a:pt x="38" y="45"/>
                        </a:lnTo>
                        <a:lnTo>
                          <a:pt x="46" y="28"/>
                        </a:lnTo>
                        <a:lnTo>
                          <a:pt x="55" y="15"/>
                        </a:lnTo>
                        <a:lnTo>
                          <a:pt x="63" y="3"/>
                        </a:lnTo>
                        <a:lnTo>
                          <a:pt x="69" y="0"/>
                        </a:lnTo>
                        <a:lnTo>
                          <a:pt x="78" y="0"/>
                        </a:lnTo>
                        <a:lnTo>
                          <a:pt x="86" y="4"/>
                        </a:lnTo>
                        <a:lnTo>
                          <a:pt x="89" y="10"/>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grpSp>
              <p:nvGrpSpPr>
                <p:cNvPr id="6" name="Group 8"/>
                <p:cNvGrpSpPr/>
                <p:nvPr/>
              </p:nvGrpSpPr>
              <p:grpSpPr bwMode="auto">
                <a:xfrm>
                  <a:off x="243" y="3542"/>
                  <a:ext cx="270" cy="631"/>
                  <a:chOff x="243" y="3542"/>
                  <a:chExt cx="270" cy="631"/>
                </a:xfrm>
              </p:grpSpPr>
              <p:sp>
                <p:nvSpPr>
                  <p:cNvPr id="1030" name="Freeform 6"/>
                  <p:cNvSpPr/>
                  <p:nvPr/>
                </p:nvSpPr>
                <p:spPr bwMode="ltGray">
                  <a:xfrm>
                    <a:off x="350" y="3908"/>
                    <a:ext cx="163" cy="265"/>
                  </a:xfrm>
                  <a:custGeom>
                    <a:avLst/>
                    <a:gdLst/>
                    <a:ahLst/>
                    <a:cxnLst>
                      <a:cxn ang="0">
                        <a:pos x="162" y="264"/>
                      </a:cxn>
                      <a:cxn ang="0">
                        <a:pos x="138" y="239"/>
                      </a:cxn>
                      <a:cxn ang="0">
                        <a:pos x="128" y="222"/>
                      </a:cxn>
                      <a:cxn ang="0">
                        <a:pos x="122" y="210"/>
                      </a:cxn>
                      <a:cxn ang="0">
                        <a:pos x="86" y="88"/>
                      </a:cxn>
                      <a:cxn ang="0">
                        <a:pos x="66" y="49"/>
                      </a:cxn>
                      <a:cxn ang="0">
                        <a:pos x="52" y="24"/>
                      </a:cxn>
                      <a:cxn ang="0">
                        <a:pos x="41" y="13"/>
                      </a:cxn>
                      <a:cxn ang="0">
                        <a:pos x="27" y="3"/>
                      </a:cxn>
                      <a:cxn ang="0">
                        <a:pos x="15" y="0"/>
                      </a:cxn>
                      <a:cxn ang="0">
                        <a:pos x="5" y="2"/>
                      </a:cxn>
                      <a:cxn ang="0">
                        <a:pos x="0" y="17"/>
                      </a:cxn>
                    </a:cxnLst>
                    <a:rect l="0" t="0" r="r" b="b"/>
                    <a:pathLst>
                      <a:path w="163" h="265">
                        <a:moveTo>
                          <a:pt x="162" y="264"/>
                        </a:moveTo>
                        <a:lnTo>
                          <a:pt x="138" y="239"/>
                        </a:lnTo>
                        <a:lnTo>
                          <a:pt x="128" y="222"/>
                        </a:lnTo>
                        <a:lnTo>
                          <a:pt x="122" y="210"/>
                        </a:lnTo>
                        <a:lnTo>
                          <a:pt x="86" y="88"/>
                        </a:lnTo>
                        <a:lnTo>
                          <a:pt x="66" y="49"/>
                        </a:lnTo>
                        <a:lnTo>
                          <a:pt x="52" y="24"/>
                        </a:lnTo>
                        <a:lnTo>
                          <a:pt x="41" y="13"/>
                        </a:lnTo>
                        <a:lnTo>
                          <a:pt x="27" y="3"/>
                        </a:lnTo>
                        <a:lnTo>
                          <a:pt x="15" y="0"/>
                        </a:lnTo>
                        <a:lnTo>
                          <a:pt x="5" y="2"/>
                        </a:lnTo>
                        <a:lnTo>
                          <a:pt x="0" y="17"/>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31" name="Freeform 7"/>
                  <p:cNvSpPr/>
                  <p:nvPr/>
                </p:nvSpPr>
                <p:spPr bwMode="ltGray">
                  <a:xfrm>
                    <a:off x="243" y="3542"/>
                    <a:ext cx="250" cy="628"/>
                  </a:xfrm>
                  <a:custGeom>
                    <a:avLst/>
                    <a:gdLst/>
                    <a:ahLst/>
                    <a:cxnLst>
                      <a:cxn ang="0">
                        <a:pos x="249" y="627"/>
                      </a:cxn>
                      <a:cxn ang="0">
                        <a:pos x="242" y="577"/>
                      </a:cxn>
                      <a:cxn ang="0">
                        <a:pos x="164" y="237"/>
                      </a:cxn>
                      <a:cxn ang="0">
                        <a:pos x="128" y="132"/>
                      </a:cxn>
                      <a:cxn ang="0">
                        <a:pos x="118" y="97"/>
                      </a:cxn>
                      <a:cxn ang="0">
                        <a:pos x="105" y="57"/>
                      </a:cxn>
                      <a:cxn ang="0">
                        <a:pos x="90" y="27"/>
                      </a:cxn>
                      <a:cxn ang="0">
                        <a:pos x="75" y="11"/>
                      </a:cxn>
                      <a:cxn ang="0">
                        <a:pos x="57" y="0"/>
                      </a:cxn>
                      <a:cxn ang="0">
                        <a:pos x="38" y="0"/>
                      </a:cxn>
                      <a:cxn ang="0">
                        <a:pos x="26" y="12"/>
                      </a:cxn>
                      <a:cxn ang="0">
                        <a:pos x="0" y="70"/>
                      </a:cxn>
                    </a:cxnLst>
                    <a:rect l="0" t="0" r="r" b="b"/>
                    <a:pathLst>
                      <a:path w="250" h="628">
                        <a:moveTo>
                          <a:pt x="249" y="627"/>
                        </a:moveTo>
                        <a:lnTo>
                          <a:pt x="242" y="577"/>
                        </a:lnTo>
                        <a:lnTo>
                          <a:pt x="164" y="237"/>
                        </a:lnTo>
                        <a:lnTo>
                          <a:pt x="128" y="132"/>
                        </a:lnTo>
                        <a:lnTo>
                          <a:pt x="118" y="97"/>
                        </a:lnTo>
                        <a:lnTo>
                          <a:pt x="105" y="57"/>
                        </a:lnTo>
                        <a:lnTo>
                          <a:pt x="90" y="27"/>
                        </a:lnTo>
                        <a:lnTo>
                          <a:pt x="75" y="11"/>
                        </a:lnTo>
                        <a:lnTo>
                          <a:pt x="57" y="0"/>
                        </a:lnTo>
                        <a:lnTo>
                          <a:pt x="38" y="0"/>
                        </a:lnTo>
                        <a:lnTo>
                          <a:pt x="26" y="12"/>
                        </a:lnTo>
                        <a:lnTo>
                          <a:pt x="0" y="70"/>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grpSp>
            <p:sp>
              <p:nvSpPr>
                <p:cNvPr id="1033" name="Freeform 9"/>
                <p:cNvSpPr/>
                <p:nvPr/>
              </p:nvSpPr>
              <p:spPr bwMode="ltGray">
                <a:xfrm>
                  <a:off x="351" y="3908"/>
                  <a:ext cx="59" cy="262"/>
                </a:xfrm>
                <a:custGeom>
                  <a:avLst/>
                  <a:gdLst/>
                  <a:ahLst/>
                  <a:cxnLst>
                    <a:cxn ang="0">
                      <a:pos x="0" y="261"/>
                    </a:cxn>
                    <a:cxn ang="0">
                      <a:pos x="8" y="202"/>
                    </a:cxn>
                    <a:cxn ang="0">
                      <a:pos x="15" y="138"/>
                    </a:cxn>
                    <a:cxn ang="0">
                      <a:pos x="19" y="110"/>
                    </a:cxn>
                    <a:cxn ang="0">
                      <a:pos x="24" y="77"/>
                    </a:cxn>
                    <a:cxn ang="0">
                      <a:pos x="31" y="43"/>
                    </a:cxn>
                    <a:cxn ang="0">
                      <a:pos x="36" y="21"/>
                    </a:cxn>
                    <a:cxn ang="0">
                      <a:pos x="41" y="11"/>
                    </a:cxn>
                    <a:cxn ang="0">
                      <a:pos x="46" y="2"/>
                    </a:cxn>
                    <a:cxn ang="0">
                      <a:pos x="52" y="0"/>
                    </a:cxn>
                    <a:cxn ang="0">
                      <a:pos x="55" y="7"/>
                    </a:cxn>
                    <a:cxn ang="0">
                      <a:pos x="58" y="24"/>
                    </a:cxn>
                  </a:cxnLst>
                  <a:rect l="0" t="0" r="r" b="b"/>
                  <a:pathLst>
                    <a:path w="59" h="262">
                      <a:moveTo>
                        <a:pt x="0" y="261"/>
                      </a:moveTo>
                      <a:lnTo>
                        <a:pt x="8" y="202"/>
                      </a:lnTo>
                      <a:lnTo>
                        <a:pt x="15" y="138"/>
                      </a:lnTo>
                      <a:lnTo>
                        <a:pt x="19" y="110"/>
                      </a:lnTo>
                      <a:lnTo>
                        <a:pt x="24" y="77"/>
                      </a:lnTo>
                      <a:lnTo>
                        <a:pt x="31" y="43"/>
                      </a:lnTo>
                      <a:lnTo>
                        <a:pt x="36" y="21"/>
                      </a:lnTo>
                      <a:lnTo>
                        <a:pt x="41" y="11"/>
                      </a:lnTo>
                      <a:lnTo>
                        <a:pt x="46" y="2"/>
                      </a:lnTo>
                      <a:lnTo>
                        <a:pt x="52" y="0"/>
                      </a:lnTo>
                      <a:lnTo>
                        <a:pt x="55" y="7"/>
                      </a:lnTo>
                      <a:lnTo>
                        <a:pt x="58" y="24"/>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34" name="Freeform 10"/>
                <p:cNvSpPr/>
                <p:nvPr/>
              </p:nvSpPr>
              <p:spPr bwMode="ltGray">
                <a:xfrm>
                  <a:off x="349" y="3605"/>
                  <a:ext cx="41" cy="640"/>
                </a:xfrm>
                <a:custGeom>
                  <a:avLst/>
                  <a:gdLst/>
                  <a:ahLst/>
                  <a:cxnLst>
                    <a:cxn ang="0">
                      <a:pos x="0" y="639"/>
                    </a:cxn>
                    <a:cxn ang="0">
                      <a:pos x="0" y="579"/>
                    </a:cxn>
                    <a:cxn ang="0">
                      <a:pos x="0" y="534"/>
                    </a:cxn>
                    <a:cxn ang="0">
                      <a:pos x="0" y="503"/>
                    </a:cxn>
                    <a:cxn ang="0">
                      <a:pos x="1" y="464"/>
                    </a:cxn>
                    <a:cxn ang="0">
                      <a:pos x="1" y="424"/>
                    </a:cxn>
                    <a:cxn ang="0">
                      <a:pos x="1" y="391"/>
                    </a:cxn>
                    <a:cxn ang="0">
                      <a:pos x="2" y="361"/>
                    </a:cxn>
                    <a:cxn ang="0">
                      <a:pos x="4" y="307"/>
                    </a:cxn>
                    <a:cxn ang="0">
                      <a:pos x="5" y="249"/>
                    </a:cxn>
                    <a:cxn ang="0">
                      <a:pos x="8" y="190"/>
                    </a:cxn>
                    <a:cxn ang="0">
                      <a:pos x="10" y="127"/>
                    </a:cxn>
                    <a:cxn ang="0">
                      <a:pos x="12" y="89"/>
                    </a:cxn>
                    <a:cxn ang="0">
                      <a:pos x="13" y="75"/>
                    </a:cxn>
                    <a:cxn ang="0">
                      <a:pos x="17" y="49"/>
                    </a:cxn>
                    <a:cxn ang="0">
                      <a:pos x="20" y="31"/>
                    </a:cxn>
                    <a:cxn ang="0">
                      <a:pos x="24" y="16"/>
                    </a:cxn>
                    <a:cxn ang="0">
                      <a:pos x="28" y="3"/>
                    </a:cxn>
                    <a:cxn ang="0">
                      <a:pos x="31" y="0"/>
                    </a:cxn>
                    <a:cxn ang="0">
                      <a:pos x="35" y="0"/>
                    </a:cxn>
                    <a:cxn ang="0">
                      <a:pos x="38" y="5"/>
                    </a:cxn>
                    <a:cxn ang="0">
                      <a:pos x="40" y="10"/>
                    </a:cxn>
                  </a:cxnLst>
                  <a:rect l="0" t="0" r="r" b="b"/>
                  <a:pathLst>
                    <a:path w="41" h="640">
                      <a:moveTo>
                        <a:pt x="0" y="639"/>
                      </a:moveTo>
                      <a:lnTo>
                        <a:pt x="0" y="579"/>
                      </a:lnTo>
                      <a:lnTo>
                        <a:pt x="0" y="534"/>
                      </a:lnTo>
                      <a:lnTo>
                        <a:pt x="0" y="503"/>
                      </a:lnTo>
                      <a:lnTo>
                        <a:pt x="1" y="464"/>
                      </a:lnTo>
                      <a:lnTo>
                        <a:pt x="1" y="424"/>
                      </a:lnTo>
                      <a:lnTo>
                        <a:pt x="1" y="391"/>
                      </a:lnTo>
                      <a:lnTo>
                        <a:pt x="2" y="361"/>
                      </a:lnTo>
                      <a:lnTo>
                        <a:pt x="4" y="307"/>
                      </a:lnTo>
                      <a:lnTo>
                        <a:pt x="5" y="249"/>
                      </a:lnTo>
                      <a:lnTo>
                        <a:pt x="8" y="190"/>
                      </a:lnTo>
                      <a:lnTo>
                        <a:pt x="10" y="127"/>
                      </a:lnTo>
                      <a:lnTo>
                        <a:pt x="12" y="89"/>
                      </a:lnTo>
                      <a:lnTo>
                        <a:pt x="13" y="75"/>
                      </a:lnTo>
                      <a:lnTo>
                        <a:pt x="17" y="49"/>
                      </a:lnTo>
                      <a:lnTo>
                        <a:pt x="20" y="31"/>
                      </a:lnTo>
                      <a:lnTo>
                        <a:pt x="24" y="16"/>
                      </a:lnTo>
                      <a:lnTo>
                        <a:pt x="28" y="3"/>
                      </a:lnTo>
                      <a:lnTo>
                        <a:pt x="31" y="0"/>
                      </a:lnTo>
                      <a:lnTo>
                        <a:pt x="35" y="0"/>
                      </a:lnTo>
                      <a:lnTo>
                        <a:pt x="38" y="5"/>
                      </a:lnTo>
                      <a:lnTo>
                        <a:pt x="40" y="10"/>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35" name="Freeform 11"/>
                <p:cNvSpPr/>
                <p:nvPr/>
              </p:nvSpPr>
              <p:spPr bwMode="ltGray">
                <a:xfrm>
                  <a:off x="106" y="3013"/>
                  <a:ext cx="140" cy="1097"/>
                </a:xfrm>
                <a:custGeom>
                  <a:avLst/>
                  <a:gdLst/>
                  <a:ahLst/>
                  <a:cxnLst>
                    <a:cxn ang="0">
                      <a:pos x="139" y="1096"/>
                    </a:cxn>
                    <a:cxn ang="0">
                      <a:pos x="135" y="1009"/>
                    </a:cxn>
                    <a:cxn ang="0">
                      <a:pos x="90" y="415"/>
                    </a:cxn>
                    <a:cxn ang="0">
                      <a:pos x="71" y="230"/>
                    </a:cxn>
                    <a:cxn ang="0">
                      <a:pos x="66" y="170"/>
                    </a:cxn>
                    <a:cxn ang="0">
                      <a:pos x="58" y="100"/>
                    </a:cxn>
                    <a:cxn ang="0">
                      <a:pos x="50" y="47"/>
                    </a:cxn>
                    <a:cxn ang="0">
                      <a:pos x="41" y="19"/>
                    </a:cxn>
                    <a:cxn ang="0">
                      <a:pos x="32" y="1"/>
                    </a:cxn>
                    <a:cxn ang="0">
                      <a:pos x="21" y="0"/>
                    </a:cxn>
                    <a:cxn ang="0">
                      <a:pos x="14" y="21"/>
                    </a:cxn>
                    <a:cxn ang="0">
                      <a:pos x="0" y="122"/>
                    </a:cxn>
                  </a:cxnLst>
                  <a:rect l="0" t="0" r="r" b="b"/>
                  <a:pathLst>
                    <a:path w="140" h="1097">
                      <a:moveTo>
                        <a:pt x="139" y="1096"/>
                      </a:moveTo>
                      <a:lnTo>
                        <a:pt x="135" y="1009"/>
                      </a:lnTo>
                      <a:lnTo>
                        <a:pt x="90" y="415"/>
                      </a:lnTo>
                      <a:lnTo>
                        <a:pt x="71" y="230"/>
                      </a:lnTo>
                      <a:lnTo>
                        <a:pt x="66" y="170"/>
                      </a:lnTo>
                      <a:lnTo>
                        <a:pt x="58" y="100"/>
                      </a:lnTo>
                      <a:lnTo>
                        <a:pt x="50" y="47"/>
                      </a:lnTo>
                      <a:lnTo>
                        <a:pt x="41" y="19"/>
                      </a:lnTo>
                      <a:lnTo>
                        <a:pt x="32" y="1"/>
                      </a:lnTo>
                      <a:lnTo>
                        <a:pt x="21" y="0"/>
                      </a:lnTo>
                      <a:lnTo>
                        <a:pt x="14" y="21"/>
                      </a:lnTo>
                      <a:lnTo>
                        <a:pt x="0" y="12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nvGrpSpPr>
                <p:cNvPr id="7" name="Group 16"/>
                <p:cNvGrpSpPr/>
                <p:nvPr/>
              </p:nvGrpSpPr>
              <p:grpSpPr bwMode="auto">
                <a:xfrm>
                  <a:off x="193" y="2703"/>
                  <a:ext cx="152" cy="1529"/>
                  <a:chOff x="193" y="2703"/>
                  <a:chExt cx="152" cy="1529"/>
                </a:xfrm>
              </p:grpSpPr>
              <p:sp>
                <p:nvSpPr>
                  <p:cNvPr id="1036" name="Freeform 12"/>
                  <p:cNvSpPr/>
                  <p:nvPr/>
                </p:nvSpPr>
                <p:spPr bwMode="ltGray">
                  <a:xfrm>
                    <a:off x="193" y="3846"/>
                    <a:ext cx="92" cy="386"/>
                  </a:xfrm>
                  <a:custGeom>
                    <a:avLst/>
                    <a:gdLst/>
                    <a:ahLst/>
                    <a:cxnLst>
                      <a:cxn ang="0">
                        <a:pos x="91" y="385"/>
                      </a:cxn>
                      <a:cxn ang="0">
                        <a:pos x="77" y="347"/>
                      </a:cxn>
                      <a:cxn ang="0">
                        <a:pos x="72" y="325"/>
                      </a:cxn>
                      <a:cxn ang="0">
                        <a:pos x="69" y="306"/>
                      </a:cxn>
                      <a:cxn ang="0">
                        <a:pos x="48" y="129"/>
                      </a:cxn>
                      <a:cxn ang="0">
                        <a:pos x="37" y="73"/>
                      </a:cxn>
                      <a:cxn ang="0">
                        <a:pos x="29" y="37"/>
                      </a:cxn>
                      <a:cxn ang="0">
                        <a:pos x="23" y="18"/>
                      </a:cxn>
                      <a:cxn ang="0">
                        <a:pos x="15" y="5"/>
                      </a:cxn>
                      <a:cxn ang="0">
                        <a:pos x="8" y="0"/>
                      </a:cxn>
                      <a:cxn ang="0">
                        <a:pos x="2" y="3"/>
                      </a:cxn>
                      <a:cxn ang="0">
                        <a:pos x="0" y="25"/>
                      </a:cxn>
                    </a:cxnLst>
                    <a:rect l="0" t="0" r="r" b="b"/>
                    <a:pathLst>
                      <a:path w="92" h="386">
                        <a:moveTo>
                          <a:pt x="91" y="385"/>
                        </a:moveTo>
                        <a:lnTo>
                          <a:pt x="77" y="347"/>
                        </a:lnTo>
                        <a:lnTo>
                          <a:pt x="72" y="325"/>
                        </a:lnTo>
                        <a:lnTo>
                          <a:pt x="69" y="306"/>
                        </a:lnTo>
                        <a:lnTo>
                          <a:pt x="48" y="129"/>
                        </a:lnTo>
                        <a:lnTo>
                          <a:pt x="37" y="73"/>
                        </a:lnTo>
                        <a:lnTo>
                          <a:pt x="29" y="37"/>
                        </a:lnTo>
                        <a:lnTo>
                          <a:pt x="23" y="18"/>
                        </a:lnTo>
                        <a:lnTo>
                          <a:pt x="15" y="5"/>
                        </a:lnTo>
                        <a:lnTo>
                          <a:pt x="8" y="0"/>
                        </a:lnTo>
                        <a:lnTo>
                          <a:pt x="2" y="3"/>
                        </a:lnTo>
                        <a:lnTo>
                          <a:pt x="0" y="25"/>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37" name="Freeform 13"/>
                  <p:cNvSpPr/>
                  <p:nvPr/>
                </p:nvSpPr>
                <p:spPr bwMode="ltGray">
                  <a:xfrm>
                    <a:off x="215" y="2703"/>
                    <a:ext cx="130" cy="1413"/>
                  </a:xfrm>
                  <a:custGeom>
                    <a:avLst/>
                    <a:gdLst/>
                    <a:ahLst/>
                    <a:cxnLst>
                      <a:cxn ang="0">
                        <a:pos x="0" y="1412"/>
                      </a:cxn>
                      <a:cxn ang="0">
                        <a:pos x="45" y="888"/>
                      </a:cxn>
                      <a:cxn ang="0">
                        <a:pos x="50" y="804"/>
                      </a:cxn>
                      <a:cxn ang="0">
                        <a:pos x="62" y="668"/>
                      </a:cxn>
                      <a:cxn ang="0">
                        <a:pos x="73" y="526"/>
                      </a:cxn>
                      <a:cxn ang="0">
                        <a:pos x="79" y="450"/>
                      </a:cxn>
                      <a:cxn ang="0">
                        <a:pos x="82" y="368"/>
                      </a:cxn>
                      <a:cxn ang="0">
                        <a:pos x="85" y="291"/>
                      </a:cxn>
                      <a:cxn ang="0">
                        <a:pos x="93" y="202"/>
                      </a:cxn>
                      <a:cxn ang="0">
                        <a:pos x="100" y="120"/>
                      </a:cxn>
                      <a:cxn ang="0">
                        <a:pos x="110" y="48"/>
                      </a:cxn>
                      <a:cxn ang="0">
                        <a:pos x="117" y="3"/>
                      </a:cxn>
                      <a:cxn ang="0">
                        <a:pos x="122" y="0"/>
                      </a:cxn>
                      <a:cxn ang="0">
                        <a:pos x="126" y="23"/>
                      </a:cxn>
                      <a:cxn ang="0">
                        <a:pos x="129" y="102"/>
                      </a:cxn>
                    </a:cxnLst>
                    <a:rect l="0" t="0" r="r" b="b"/>
                    <a:pathLst>
                      <a:path w="130" h="1413">
                        <a:moveTo>
                          <a:pt x="0" y="1412"/>
                        </a:moveTo>
                        <a:lnTo>
                          <a:pt x="45" y="888"/>
                        </a:lnTo>
                        <a:lnTo>
                          <a:pt x="50" y="804"/>
                        </a:lnTo>
                        <a:lnTo>
                          <a:pt x="62" y="668"/>
                        </a:lnTo>
                        <a:lnTo>
                          <a:pt x="73" y="526"/>
                        </a:lnTo>
                        <a:lnTo>
                          <a:pt x="79" y="450"/>
                        </a:lnTo>
                        <a:lnTo>
                          <a:pt x="82" y="368"/>
                        </a:lnTo>
                        <a:lnTo>
                          <a:pt x="85" y="291"/>
                        </a:lnTo>
                        <a:lnTo>
                          <a:pt x="93" y="202"/>
                        </a:lnTo>
                        <a:lnTo>
                          <a:pt x="100" y="120"/>
                        </a:lnTo>
                        <a:lnTo>
                          <a:pt x="110" y="48"/>
                        </a:lnTo>
                        <a:lnTo>
                          <a:pt x="117" y="3"/>
                        </a:lnTo>
                        <a:lnTo>
                          <a:pt x="122" y="0"/>
                        </a:lnTo>
                        <a:lnTo>
                          <a:pt x="126" y="23"/>
                        </a:lnTo>
                        <a:lnTo>
                          <a:pt x="129" y="102"/>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38" name="Freeform 14"/>
                  <p:cNvSpPr/>
                  <p:nvPr/>
                </p:nvSpPr>
                <p:spPr bwMode="ltGray">
                  <a:xfrm>
                    <a:off x="237" y="3336"/>
                    <a:ext cx="106" cy="522"/>
                  </a:xfrm>
                  <a:custGeom>
                    <a:avLst/>
                    <a:gdLst/>
                    <a:ahLst/>
                    <a:cxnLst>
                      <a:cxn ang="0">
                        <a:pos x="0" y="521"/>
                      </a:cxn>
                      <a:cxn ang="0">
                        <a:pos x="20" y="408"/>
                      </a:cxn>
                      <a:cxn ang="0">
                        <a:pos x="32" y="278"/>
                      </a:cxn>
                      <a:cxn ang="0">
                        <a:pos x="38" y="220"/>
                      </a:cxn>
                      <a:cxn ang="0">
                        <a:pos x="47" y="153"/>
                      </a:cxn>
                      <a:cxn ang="0">
                        <a:pos x="59" y="84"/>
                      </a:cxn>
                      <a:cxn ang="0">
                        <a:pos x="69" y="40"/>
                      </a:cxn>
                      <a:cxn ang="0">
                        <a:pos x="75" y="19"/>
                      </a:cxn>
                      <a:cxn ang="0">
                        <a:pos x="84" y="3"/>
                      </a:cxn>
                      <a:cxn ang="0">
                        <a:pos x="96" y="0"/>
                      </a:cxn>
                      <a:cxn ang="0">
                        <a:pos x="101" y="11"/>
                      </a:cxn>
                      <a:cxn ang="0">
                        <a:pos x="105" y="46"/>
                      </a:cxn>
                    </a:cxnLst>
                    <a:rect l="0" t="0" r="r" b="b"/>
                    <a:pathLst>
                      <a:path w="106" h="522">
                        <a:moveTo>
                          <a:pt x="0" y="521"/>
                        </a:moveTo>
                        <a:lnTo>
                          <a:pt x="20" y="408"/>
                        </a:lnTo>
                        <a:lnTo>
                          <a:pt x="32" y="278"/>
                        </a:lnTo>
                        <a:lnTo>
                          <a:pt x="38" y="220"/>
                        </a:lnTo>
                        <a:lnTo>
                          <a:pt x="47" y="153"/>
                        </a:lnTo>
                        <a:lnTo>
                          <a:pt x="59" y="84"/>
                        </a:lnTo>
                        <a:lnTo>
                          <a:pt x="69" y="40"/>
                        </a:lnTo>
                        <a:lnTo>
                          <a:pt x="75" y="19"/>
                        </a:lnTo>
                        <a:lnTo>
                          <a:pt x="84" y="3"/>
                        </a:lnTo>
                        <a:lnTo>
                          <a:pt x="96" y="0"/>
                        </a:lnTo>
                        <a:lnTo>
                          <a:pt x="101" y="11"/>
                        </a:lnTo>
                        <a:lnTo>
                          <a:pt x="105" y="46"/>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39" name="Freeform 15"/>
                  <p:cNvSpPr/>
                  <p:nvPr/>
                </p:nvSpPr>
                <p:spPr bwMode="ltGray">
                  <a:xfrm>
                    <a:off x="194" y="3521"/>
                    <a:ext cx="48" cy="255"/>
                  </a:xfrm>
                  <a:custGeom>
                    <a:avLst/>
                    <a:gdLst/>
                    <a:ahLst/>
                    <a:cxnLst>
                      <a:cxn ang="0">
                        <a:pos x="0" y="0"/>
                      </a:cxn>
                      <a:cxn ang="0">
                        <a:pos x="7" y="16"/>
                      </a:cxn>
                      <a:cxn ang="0">
                        <a:pos x="18" y="34"/>
                      </a:cxn>
                      <a:cxn ang="0">
                        <a:pos x="26" y="70"/>
                      </a:cxn>
                      <a:cxn ang="0">
                        <a:pos x="33" y="101"/>
                      </a:cxn>
                      <a:cxn ang="0">
                        <a:pos x="40" y="132"/>
                      </a:cxn>
                      <a:cxn ang="0">
                        <a:pos x="43" y="158"/>
                      </a:cxn>
                      <a:cxn ang="0">
                        <a:pos x="45" y="184"/>
                      </a:cxn>
                      <a:cxn ang="0">
                        <a:pos x="47" y="219"/>
                      </a:cxn>
                      <a:cxn ang="0">
                        <a:pos x="47" y="254"/>
                      </a:cxn>
                    </a:cxnLst>
                    <a:rect l="0" t="0" r="r" b="b"/>
                    <a:pathLst>
                      <a:path w="48" h="255">
                        <a:moveTo>
                          <a:pt x="0" y="0"/>
                        </a:moveTo>
                        <a:lnTo>
                          <a:pt x="7" y="16"/>
                        </a:lnTo>
                        <a:lnTo>
                          <a:pt x="18" y="34"/>
                        </a:lnTo>
                        <a:lnTo>
                          <a:pt x="26" y="70"/>
                        </a:lnTo>
                        <a:lnTo>
                          <a:pt x="33" y="101"/>
                        </a:lnTo>
                        <a:lnTo>
                          <a:pt x="40" y="132"/>
                        </a:lnTo>
                        <a:lnTo>
                          <a:pt x="43" y="158"/>
                        </a:lnTo>
                        <a:lnTo>
                          <a:pt x="45" y="184"/>
                        </a:lnTo>
                        <a:lnTo>
                          <a:pt x="47" y="219"/>
                        </a:lnTo>
                        <a:lnTo>
                          <a:pt x="47" y="254"/>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grpSp>
            <p:sp>
              <p:nvSpPr>
                <p:cNvPr id="1041" name="Freeform 17"/>
                <p:cNvSpPr/>
                <p:nvPr/>
              </p:nvSpPr>
              <p:spPr bwMode="ltGray">
                <a:xfrm>
                  <a:off x="782" y="4015"/>
                  <a:ext cx="164" cy="130"/>
                </a:xfrm>
                <a:custGeom>
                  <a:avLst/>
                  <a:gdLst/>
                  <a:ahLst/>
                  <a:cxnLst>
                    <a:cxn ang="0">
                      <a:pos x="163" y="129"/>
                    </a:cxn>
                    <a:cxn ang="0">
                      <a:pos x="138" y="116"/>
                    </a:cxn>
                    <a:cxn ang="0">
                      <a:pos x="129" y="109"/>
                    </a:cxn>
                    <a:cxn ang="0">
                      <a:pos x="123" y="103"/>
                    </a:cxn>
                    <a:cxn ang="0">
                      <a:pos x="86" y="43"/>
                    </a:cxn>
                    <a:cxn ang="0">
                      <a:pos x="67" y="24"/>
                    </a:cxn>
                    <a:cxn ang="0">
                      <a:pos x="52" y="12"/>
                    </a:cxn>
                    <a:cxn ang="0">
                      <a:pos x="41" y="6"/>
                    </a:cxn>
                    <a:cxn ang="0">
                      <a:pos x="27" y="2"/>
                    </a:cxn>
                    <a:cxn ang="0">
                      <a:pos x="14" y="0"/>
                    </a:cxn>
                    <a:cxn ang="0">
                      <a:pos x="5" y="0"/>
                    </a:cxn>
                    <a:cxn ang="0">
                      <a:pos x="0" y="8"/>
                    </a:cxn>
                  </a:cxnLst>
                  <a:rect l="0" t="0" r="r" b="b"/>
                  <a:pathLst>
                    <a:path w="164" h="130">
                      <a:moveTo>
                        <a:pt x="163" y="129"/>
                      </a:moveTo>
                      <a:lnTo>
                        <a:pt x="138" y="116"/>
                      </a:lnTo>
                      <a:lnTo>
                        <a:pt x="129" y="109"/>
                      </a:lnTo>
                      <a:lnTo>
                        <a:pt x="123" y="103"/>
                      </a:lnTo>
                      <a:lnTo>
                        <a:pt x="86" y="43"/>
                      </a:lnTo>
                      <a:lnTo>
                        <a:pt x="67" y="24"/>
                      </a:lnTo>
                      <a:lnTo>
                        <a:pt x="52" y="12"/>
                      </a:lnTo>
                      <a:lnTo>
                        <a:pt x="41" y="6"/>
                      </a:lnTo>
                      <a:lnTo>
                        <a:pt x="27" y="2"/>
                      </a:lnTo>
                      <a:lnTo>
                        <a:pt x="14" y="0"/>
                      </a:lnTo>
                      <a:lnTo>
                        <a:pt x="5" y="0"/>
                      </a:lnTo>
                      <a:lnTo>
                        <a:pt x="0" y="8"/>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42" name="Freeform 18"/>
                <p:cNvSpPr/>
                <p:nvPr/>
              </p:nvSpPr>
              <p:spPr bwMode="ltGray">
                <a:xfrm>
                  <a:off x="1275" y="3966"/>
                  <a:ext cx="218" cy="140"/>
                </a:xfrm>
                <a:custGeom>
                  <a:avLst/>
                  <a:gdLst/>
                  <a:ahLst/>
                  <a:cxnLst>
                    <a:cxn ang="0">
                      <a:pos x="0" y="139"/>
                    </a:cxn>
                    <a:cxn ang="0">
                      <a:pos x="32" y="108"/>
                    </a:cxn>
                    <a:cxn ang="0">
                      <a:pos x="59" y="73"/>
                    </a:cxn>
                    <a:cxn ang="0">
                      <a:pos x="73" y="58"/>
                    </a:cxn>
                    <a:cxn ang="0">
                      <a:pos x="93" y="41"/>
                    </a:cxn>
                    <a:cxn ang="0">
                      <a:pos x="119" y="23"/>
                    </a:cxn>
                    <a:cxn ang="0">
                      <a:pos x="139" y="11"/>
                    </a:cxn>
                    <a:cxn ang="0">
                      <a:pos x="153" y="5"/>
                    </a:cxn>
                    <a:cxn ang="0">
                      <a:pos x="173" y="1"/>
                    </a:cxn>
                    <a:cxn ang="0">
                      <a:pos x="196" y="0"/>
                    </a:cxn>
                    <a:cxn ang="0">
                      <a:pos x="206" y="3"/>
                    </a:cxn>
                    <a:cxn ang="0">
                      <a:pos x="217" y="13"/>
                    </a:cxn>
                  </a:cxnLst>
                  <a:rect l="0" t="0" r="r" b="b"/>
                  <a:pathLst>
                    <a:path w="218" h="140">
                      <a:moveTo>
                        <a:pt x="0" y="139"/>
                      </a:moveTo>
                      <a:lnTo>
                        <a:pt x="32" y="108"/>
                      </a:lnTo>
                      <a:lnTo>
                        <a:pt x="59" y="73"/>
                      </a:lnTo>
                      <a:lnTo>
                        <a:pt x="73" y="58"/>
                      </a:lnTo>
                      <a:lnTo>
                        <a:pt x="93" y="41"/>
                      </a:lnTo>
                      <a:lnTo>
                        <a:pt x="119" y="23"/>
                      </a:lnTo>
                      <a:lnTo>
                        <a:pt x="139" y="11"/>
                      </a:lnTo>
                      <a:lnTo>
                        <a:pt x="153" y="5"/>
                      </a:lnTo>
                      <a:lnTo>
                        <a:pt x="173" y="1"/>
                      </a:lnTo>
                      <a:lnTo>
                        <a:pt x="196" y="0"/>
                      </a:lnTo>
                      <a:lnTo>
                        <a:pt x="206" y="3"/>
                      </a:lnTo>
                      <a:lnTo>
                        <a:pt x="217" y="13"/>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43" name="Freeform 19"/>
                <p:cNvSpPr/>
                <p:nvPr/>
              </p:nvSpPr>
              <p:spPr bwMode="ltGray">
                <a:xfrm>
                  <a:off x="1268" y="3802"/>
                  <a:ext cx="150" cy="345"/>
                </a:xfrm>
                <a:custGeom>
                  <a:avLst/>
                  <a:gdLst/>
                  <a:ahLst/>
                  <a:cxnLst>
                    <a:cxn ang="0">
                      <a:pos x="0" y="344"/>
                    </a:cxn>
                    <a:cxn ang="0">
                      <a:pos x="0" y="311"/>
                    </a:cxn>
                    <a:cxn ang="0">
                      <a:pos x="0" y="287"/>
                    </a:cxn>
                    <a:cxn ang="0">
                      <a:pos x="3" y="270"/>
                    </a:cxn>
                    <a:cxn ang="0">
                      <a:pos x="5" y="249"/>
                    </a:cxn>
                    <a:cxn ang="0">
                      <a:pos x="5" y="228"/>
                    </a:cxn>
                    <a:cxn ang="0">
                      <a:pos x="5" y="211"/>
                    </a:cxn>
                    <a:cxn ang="0">
                      <a:pos x="10" y="194"/>
                    </a:cxn>
                    <a:cxn ang="0">
                      <a:pos x="14" y="165"/>
                    </a:cxn>
                    <a:cxn ang="0">
                      <a:pos x="22" y="134"/>
                    </a:cxn>
                    <a:cxn ang="0">
                      <a:pos x="31" y="102"/>
                    </a:cxn>
                    <a:cxn ang="0">
                      <a:pos x="38" y="68"/>
                    </a:cxn>
                    <a:cxn ang="0">
                      <a:pos x="45" y="48"/>
                    </a:cxn>
                    <a:cxn ang="0">
                      <a:pos x="50" y="40"/>
                    </a:cxn>
                    <a:cxn ang="0">
                      <a:pos x="64" y="27"/>
                    </a:cxn>
                    <a:cxn ang="0">
                      <a:pos x="77" y="16"/>
                    </a:cxn>
                    <a:cxn ang="0">
                      <a:pos x="91" y="8"/>
                    </a:cxn>
                    <a:cxn ang="0">
                      <a:pos x="106" y="2"/>
                    </a:cxn>
                    <a:cxn ang="0">
                      <a:pos x="117" y="0"/>
                    </a:cxn>
                    <a:cxn ang="0">
                      <a:pos x="131" y="0"/>
                    </a:cxn>
                    <a:cxn ang="0">
                      <a:pos x="143" y="2"/>
                    </a:cxn>
                    <a:cxn ang="0">
                      <a:pos x="149" y="5"/>
                    </a:cxn>
                  </a:cxnLst>
                  <a:rect l="0" t="0" r="r" b="b"/>
                  <a:pathLst>
                    <a:path w="150" h="345">
                      <a:moveTo>
                        <a:pt x="0" y="344"/>
                      </a:moveTo>
                      <a:lnTo>
                        <a:pt x="0" y="311"/>
                      </a:lnTo>
                      <a:lnTo>
                        <a:pt x="0" y="287"/>
                      </a:lnTo>
                      <a:lnTo>
                        <a:pt x="3" y="270"/>
                      </a:lnTo>
                      <a:lnTo>
                        <a:pt x="5" y="249"/>
                      </a:lnTo>
                      <a:lnTo>
                        <a:pt x="5" y="228"/>
                      </a:lnTo>
                      <a:lnTo>
                        <a:pt x="5" y="211"/>
                      </a:lnTo>
                      <a:lnTo>
                        <a:pt x="10" y="194"/>
                      </a:lnTo>
                      <a:lnTo>
                        <a:pt x="14" y="165"/>
                      </a:lnTo>
                      <a:lnTo>
                        <a:pt x="22" y="134"/>
                      </a:lnTo>
                      <a:lnTo>
                        <a:pt x="31" y="102"/>
                      </a:lnTo>
                      <a:lnTo>
                        <a:pt x="38" y="68"/>
                      </a:lnTo>
                      <a:lnTo>
                        <a:pt x="45" y="48"/>
                      </a:lnTo>
                      <a:lnTo>
                        <a:pt x="50" y="40"/>
                      </a:lnTo>
                      <a:lnTo>
                        <a:pt x="64" y="27"/>
                      </a:lnTo>
                      <a:lnTo>
                        <a:pt x="77" y="16"/>
                      </a:lnTo>
                      <a:lnTo>
                        <a:pt x="91" y="8"/>
                      </a:lnTo>
                      <a:lnTo>
                        <a:pt x="106" y="2"/>
                      </a:lnTo>
                      <a:lnTo>
                        <a:pt x="117" y="0"/>
                      </a:lnTo>
                      <a:lnTo>
                        <a:pt x="131" y="0"/>
                      </a:lnTo>
                      <a:lnTo>
                        <a:pt x="143" y="2"/>
                      </a:lnTo>
                      <a:lnTo>
                        <a:pt x="149" y="5"/>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44" name="Freeform 20"/>
                <p:cNvSpPr/>
                <p:nvPr/>
              </p:nvSpPr>
              <p:spPr bwMode="ltGray">
                <a:xfrm>
                  <a:off x="707" y="3886"/>
                  <a:ext cx="261" cy="312"/>
                </a:xfrm>
                <a:custGeom>
                  <a:avLst/>
                  <a:gdLst/>
                  <a:ahLst/>
                  <a:cxnLst>
                    <a:cxn ang="0">
                      <a:pos x="260" y="311"/>
                    </a:cxn>
                    <a:cxn ang="0">
                      <a:pos x="252" y="286"/>
                    </a:cxn>
                    <a:cxn ang="0">
                      <a:pos x="171" y="117"/>
                    </a:cxn>
                    <a:cxn ang="0">
                      <a:pos x="134" y="65"/>
                    </a:cxn>
                    <a:cxn ang="0">
                      <a:pos x="124" y="48"/>
                    </a:cxn>
                    <a:cxn ang="0">
                      <a:pos x="109" y="28"/>
                    </a:cxn>
                    <a:cxn ang="0">
                      <a:pos x="94" y="13"/>
                    </a:cxn>
                    <a:cxn ang="0">
                      <a:pos x="78" y="5"/>
                    </a:cxn>
                    <a:cxn ang="0">
                      <a:pos x="59" y="0"/>
                    </a:cxn>
                    <a:cxn ang="0">
                      <a:pos x="40" y="0"/>
                    </a:cxn>
                    <a:cxn ang="0">
                      <a:pos x="27" y="5"/>
                    </a:cxn>
                    <a:cxn ang="0">
                      <a:pos x="0" y="35"/>
                    </a:cxn>
                  </a:cxnLst>
                  <a:rect l="0" t="0" r="r" b="b"/>
                  <a:pathLst>
                    <a:path w="261" h="312">
                      <a:moveTo>
                        <a:pt x="260" y="311"/>
                      </a:moveTo>
                      <a:lnTo>
                        <a:pt x="252" y="286"/>
                      </a:lnTo>
                      <a:lnTo>
                        <a:pt x="171" y="117"/>
                      </a:lnTo>
                      <a:lnTo>
                        <a:pt x="134" y="65"/>
                      </a:lnTo>
                      <a:lnTo>
                        <a:pt x="124" y="48"/>
                      </a:lnTo>
                      <a:lnTo>
                        <a:pt x="109" y="28"/>
                      </a:lnTo>
                      <a:lnTo>
                        <a:pt x="94" y="13"/>
                      </a:lnTo>
                      <a:lnTo>
                        <a:pt x="78" y="5"/>
                      </a:lnTo>
                      <a:lnTo>
                        <a:pt x="59" y="0"/>
                      </a:lnTo>
                      <a:lnTo>
                        <a:pt x="40" y="0"/>
                      </a:lnTo>
                      <a:lnTo>
                        <a:pt x="27" y="5"/>
                      </a:lnTo>
                      <a:lnTo>
                        <a:pt x="0" y="35"/>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45" name="Freeform 21"/>
                <p:cNvSpPr/>
                <p:nvPr/>
              </p:nvSpPr>
              <p:spPr bwMode="ltGray">
                <a:xfrm>
                  <a:off x="1026" y="3664"/>
                  <a:ext cx="236" cy="479"/>
                </a:xfrm>
                <a:custGeom>
                  <a:avLst/>
                  <a:gdLst/>
                  <a:ahLst/>
                  <a:cxnLst>
                    <a:cxn ang="0">
                      <a:pos x="0" y="478"/>
                    </a:cxn>
                    <a:cxn ang="0">
                      <a:pos x="84" y="300"/>
                    </a:cxn>
                    <a:cxn ang="0">
                      <a:pos x="93" y="272"/>
                    </a:cxn>
                    <a:cxn ang="0">
                      <a:pos x="114" y="226"/>
                    </a:cxn>
                    <a:cxn ang="0">
                      <a:pos x="133" y="178"/>
                    </a:cxn>
                    <a:cxn ang="0">
                      <a:pos x="144" y="152"/>
                    </a:cxn>
                    <a:cxn ang="0">
                      <a:pos x="149" y="124"/>
                    </a:cxn>
                    <a:cxn ang="0">
                      <a:pos x="157" y="98"/>
                    </a:cxn>
                    <a:cxn ang="0">
                      <a:pos x="169" y="68"/>
                    </a:cxn>
                    <a:cxn ang="0">
                      <a:pos x="183" y="40"/>
                    </a:cxn>
                    <a:cxn ang="0">
                      <a:pos x="200" y="16"/>
                    </a:cxn>
                    <a:cxn ang="0">
                      <a:pos x="214" y="1"/>
                    </a:cxn>
                    <a:cxn ang="0">
                      <a:pos x="222" y="0"/>
                    </a:cxn>
                    <a:cxn ang="0">
                      <a:pos x="230" y="8"/>
                    </a:cxn>
                    <a:cxn ang="0">
                      <a:pos x="235" y="34"/>
                    </a:cxn>
                  </a:cxnLst>
                  <a:rect l="0" t="0" r="r" b="b"/>
                  <a:pathLst>
                    <a:path w="236" h="479">
                      <a:moveTo>
                        <a:pt x="0" y="478"/>
                      </a:moveTo>
                      <a:lnTo>
                        <a:pt x="84" y="300"/>
                      </a:lnTo>
                      <a:lnTo>
                        <a:pt x="93" y="272"/>
                      </a:lnTo>
                      <a:lnTo>
                        <a:pt x="114" y="226"/>
                      </a:lnTo>
                      <a:lnTo>
                        <a:pt x="133" y="178"/>
                      </a:lnTo>
                      <a:lnTo>
                        <a:pt x="144" y="152"/>
                      </a:lnTo>
                      <a:lnTo>
                        <a:pt x="149" y="124"/>
                      </a:lnTo>
                      <a:lnTo>
                        <a:pt x="157" y="98"/>
                      </a:lnTo>
                      <a:lnTo>
                        <a:pt x="169" y="68"/>
                      </a:lnTo>
                      <a:lnTo>
                        <a:pt x="183" y="40"/>
                      </a:lnTo>
                      <a:lnTo>
                        <a:pt x="200" y="16"/>
                      </a:lnTo>
                      <a:lnTo>
                        <a:pt x="214" y="1"/>
                      </a:lnTo>
                      <a:lnTo>
                        <a:pt x="222" y="0"/>
                      </a:lnTo>
                      <a:lnTo>
                        <a:pt x="230" y="8"/>
                      </a:lnTo>
                      <a:lnTo>
                        <a:pt x="235" y="34"/>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46" name="Freeform 22"/>
                <p:cNvSpPr/>
                <p:nvPr/>
              </p:nvSpPr>
              <p:spPr bwMode="ltGray">
                <a:xfrm>
                  <a:off x="1067" y="3877"/>
                  <a:ext cx="189" cy="178"/>
                </a:xfrm>
                <a:custGeom>
                  <a:avLst/>
                  <a:gdLst/>
                  <a:ahLst/>
                  <a:cxnLst>
                    <a:cxn ang="0">
                      <a:pos x="0" y="177"/>
                    </a:cxn>
                    <a:cxn ang="0">
                      <a:pos x="35" y="138"/>
                    </a:cxn>
                    <a:cxn ang="0">
                      <a:pos x="57" y="94"/>
                    </a:cxn>
                    <a:cxn ang="0">
                      <a:pos x="70" y="74"/>
                    </a:cxn>
                    <a:cxn ang="0">
                      <a:pos x="86" y="51"/>
                    </a:cxn>
                    <a:cxn ang="0">
                      <a:pos x="107" y="28"/>
                    </a:cxn>
                    <a:cxn ang="0">
                      <a:pos x="123" y="13"/>
                    </a:cxn>
                    <a:cxn ang="0">
                      <a:pos x="136" y="6"/>
                    </a:cxn>
                    <a:cxn ang="0">
                      <a:pos x="152" y="1"/>
                    </a:cxn>
                    <a:cxn ang="0">
                      <a:pos x="171" y="0"/>
                    </a:cxn>
                    <a:cxn ang="0">
                      <a:pos x="179" y="3"/>
                    </a:cxn>
                    <a:cxn ang="0">
                      <a:pos x="188" y="15"/>
                    </a:cxn>
                  </a:cxnLst>
                  <a:rect l="0" t="0" r="r" b="b"/>
                  <a:pathLst>
                    <a:path w="189" h="178">
                      <a:moveTo>
                        <a:pt x="0" y="177"/>
                      </a:moveTo>
                      <a:lnTo>
                        <a:pt x="35" y="138"/>
                      </a:lnTo>
                      <a:lnTo>
                        <a:pt x="57" y="94"/>
                      </a:lnTo>
                      <a:lnTo>
                        <a:pt x="70" y="74"/>
                      </a:lnTo>
                      <a:lnTo>
                        <a:pt x="86" y="51"/>
                      </a:lnTo>
                      <a:lnTo>
                        <a:pt x="107" y="28"/>
                      </a:lnTo>
                      <a:lnTo>
                        <a:pt x="123" y="13"/>
                      </a:lnTo>
                      <a:lnTo>
                        <a:pt x="136" y="6"/>
                      </a:lnTo>
                      <a:lnTo>
                        <a:pt x="152" y="1"/>
                      </a:lnTo>
                      <a:lnTo>
                        <a:pt x="171" y="0"/>
                      </a:lnTo>
                      <a:lnTo>
                        <a:pt x="179" y="3"/>
                      </a:lnTo>
                      <a:lnTo>
                        <a:pt x="188" y="15"/>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47" name="Freeform 23"/>
                <p:cNvSpPr/>
                <p:nvPr/>
              </p:nvSpPr>
              <p:spPr bwMode="ltGray">
                <a:xfrm>
                  <a:off x="988" y="3941"/>
                  <a:ext cx="91" cy="87"/>
                </a:xfrm>
                <a:custGeom>
                  <a:avLst/>
                  <a:gdLst/>
                  <a:ahLst/>
                  <a:cxnLst>
                    <a:cxn ang="0">
                      <a:pos x="0" y="0"/>
                    </a:cxn>
                    <a:cxn ang="0">
                      <a:pos x="15" y="5"/>
                    </a:cxn>
                    <a:cxn ang="0">
                      <a:pos x="33" y="11"/>
                    </a:cxn>
                    <a:cxn ang="0">
                      <a:pos x="50" y="23"/>
                    </a:cxn>
                    <a:cxn ang="0">
                      <a:pos x="65" y="33"/>
                    </a:cxn>
                    <a:cxn ang="0">
                      <a:pos x="77" y="44"/>
                    </a:cxn>
                    <a:cxn ang="0">
                      <a:pos x="84" y="53"/>
                    </a:cxn>
                    <a:cxn ang="0">
                      <a:pos x="87" y="62"/>
                    </a:cxn>
                    <a:cxn ang="0">
                      <a:pos x="90" y="74"/>
                    </a:cxn>
                    <a:cxn ang="0">
                      <a:pos x="90" y="86"/>
                    </a:cxn>
                  </a:cxnLst>
                  <a:rect l="0" t="0" r="r" b="b"/>
                  <a:pathLst>
                    <a:path w="91" h="87">
                      <a:moveTo>
                        <a:pt x="0" y="0"/>
                      </a:moveTo>
                      <a:lnTo>
                        <a:pt x="15" y="5"/>
                      </a:lnTo>
                      <a:lnTo>
                        <a:pt x="33" y="11"/>
                      </a:lnTo>
                      <a:lnTo>
                        <a:pt x="50" y="23"/>
                      </a:lnTo>
                      <a:lnTo>
                        <a:pt x="65" y="33"/>
                      </a:lnTo>
                      <a:lnTo>
                        <a:pt x="77" y="44"/>
                      </a:lnTo>
                      <a:lnTo>
                        <a:pt x="84" y="53"/>
                      </a:lnTo>
                      <a:lnTo>
                        <a:pt x="87" y="62"/>
                      </a:lnTo>
                      <a:lnTo>
                        <a:pt x="90" y="74"/>
                      </a:lnTo>
                      <a:lnTo>
                        <a:pt x="90" y="86"/>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48" name="Freeform 24"/>
                <p:cNvSpPr/>
                <p:nvPr/>
              </p:nvSpPr>
              <p:spPr bwMode="ltGray">
                <a:xfrm>
                  <a:off x="460" y="3189"/>
                  <a:ext cx="227" cy="968"/>
                </a:xfrm>
                <a:custGeom>
                  <a:avLst/>
                  <a:gdLst/>
                  <a:ahLst/>
                  <a:cxnLst>
                    <a:cxn ang="0">
                      <a:pos x="0" y="967"/>
                    </a:cxn>
                    <a:cxn ang="0">
                      <a:pos x="80" y="608"/>
                    </a:cxn>
                    <a:cxn ang="0">
                      <a:pos x="89" y="550"/>
                    </a:cxn>
                    <a:cxn ang="0">
                      <a:pos x="109" y="458"/>
                    </a:cxn>
                    <a:cxn ang="0">
                      <a:pos x="128" y="361"/>
                    </a:cxn>
                    <a:cxn ang="0">
                      <a:pos x="138" y="307"/>
                    </a:cxn>
                    <a:cxn ang="0">
                      <a:pos x="143" y="252"/>
                    </a:cxn>
                    <a:cxn ang="0">
                      <a:pos x="151" y="199"/>
                    </a:cxn>
                    <a:cxn ang="0">
                      <a:pos x="163" y="138"/>
                    </a:cxn>
                    <a:cxn ang="0">
                      <a:pos x="175" y="81"/>
                    </a:cxn>
                    <a:cxn ang="0">
                      <a:pos x="192" y="32"/>
                    </a:cxn>
                    <a:cxn ang="0">
                      <a:pos x="206" y="2"/>
                    </a:cxn>
                    <a:cxn ang="0">
                      <a:pos x="214" y="0"/>
                    </a:cxn>
                    <a:cxn ang="0">
                      <a:pos x="221" y="15"/>
                    </a:cxn>
                    <a:cxn ang="0">
                      <a:pos x="226" y="69"/>
                    </a:cxn>
                  </a:cxnLst>
                  <a:rect l="0" t="0" r="r" b="b"/>
                  <a:pathLst>
                    <a:path w="227" h="968">
                      <a:moveTo>
                        <a:pt x="0" y="967"/>
                      </a:moveTo>
                      <a:lnTo>
                        <a:pt x="80" y="608"/>
                      </a:lnTo>
                      <a:lnTo>
                        <a:pt x="89" y="550"/>
                      </a:lnTo>
                      <a:lnTo>
                        <a:pt x="109" y="458"/>
                      </a:lnTo>
                      <a:lnTo>
                        <a:pt x="128" y="361"/>
                      </a:lnTo>
                      <a:lnTo>
                        <a:pt x="138" y="307"/>
                      </a:lnTo>
                      <a:lnTo>
                        <a:pt x="143" y="252"/>
                      </a:lnTo>
                      <a:lnTo>
                        <a:pt x="151" y="199"/>
                      </a:lnTo>
                      <a:lnTo>
                        <a:pt x="163" y="138"/>
                      </a:lnTo>
                      <a:lnTo>
                        <a:pt x="175" y="81"/>
                      </a:lnTo>
                      <a:lnTo>
                        <a:pt x="192" y="32"/>
                      </a:lnTo>
                      <a:lnTo>
                        <a:pt x="206" y="2"/>
                      </a:lnTo>
                      <a:lnTo>
                        <a:pt x="214" y="0"/>
                      </a:lnTo>
                      <a:lnTo>
                        <a:pt x="221" y="15"/>
                      </a:lnTo>
                      <a:lnTo>
                        <a:pt x="226" y="69"/>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49" name="Freeform 25"/>
                <p:cNvSpPr/>
                <p:nvPr/>
              </p:nvSpPr>
              <p:spPr bwMode="ltGray">
                <a:xfrm>
                  <a:off x="501" y="3621"/>
                  <a:ext cx="179" cy="360"/>
                </a:xfrm>
                <a:custGeom>
                  <a:avLst/>
                  <a:gdLst/>
                  <a:ahLst/>
                  <a:cxnLst>
                    <a:cxn ang="0">
                      <a:pos x="0" y="359"/>
                    </a:cxn>
                    <a:cxn ang="0">
                      <a:pos x="33" y="281"/>
                    </a:cxn>
                    <a:cxn ang="0">
                      <a:pos x="54" y="191"/>
                    </a:cxn>
                    <a:cxn ang="0">
                      <a:pos x="65" y="151"/>
                    </a:cxn>
                    <a:cxn ang="0">
                      <a:pos x="81" y="105"/>
                    </a:cxn>
                    <a:cxn ang="0">
                      <a:pos x="101" y="57"/>
                    </a:cxn>
                    <a:cxn ang="0">
                      <a:pos x="117" y="28"/>
                    </a:cxn>
                    <a:cxn ang="0">
                      <a:pos x="128" y="13"/>
                    </a:cxn>
                    <a:cxn ang="0">
                      <a:pos x="144" y="2"/>
                    </a:cxn>
                    <a:cxn ang="0">
                      <a:pos x="162" y="0"/>
                    </a:cxn>
                    <a:cxn ang="0">
                      <a:pos x="169" y="8"/>
                    </a:cxn>
                    <a:cxn ang="0">
                      <a:pos x="178" y="31"/>
                    </a:cxn>
                  </a:cxnLst>
                  <a:rect l="0" t="0" r="r" b="b"/>
                  <a:pathLst>
                    <a:path w="179" h="360">
                      <a:moveTo>
                        <a:pt x="0" y="359"/>
                      </a:moveTo>
                      <a:lnTo>
                        <a:pt x="33" y="281"/>
                      </a:lnTo>
                      <a:lnTo>
                        <a:pt x="54" y="191"/>
                      </a:lnTo>
                      <a:lnTo>
                        <a:pt x="65" y="151"/>
                      </a:lnTo>
                      <a:lnTo>
                        <a:pt x="81" y="105"/>
                      </a:lnTo>
                      <a:lnTo>
                        <a:pt x="101" y="57"/>
                      </a:lnTo>
                      <a:lnTo>
                        <a:pt x="117" y="28"/>
                      </a:lnTo>
                      <a:lnTo>
                        <a:pt x="128" y="13"/>
                      </a:lnTo>
                      <a:lnTo>
                        <a:pt x="144" y="2"/>
                      </a:lnTo>
                      <a:lnTo>
                        <a:pt x="162" y="0"/>
                      </a:lnTo>
                      <a:lnTo>
                        <a:pt x="169" y="8"/>
                      </a:lnTo>
                      <a:lnTo>
                        <a:pt x="178" y="31"/>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50" name="Freeform 26"/>
                <p:cNvSpPr/>
                <p:nvPr/>
              </p:nvSpPr>
              <p:spPr bwMode="ltGray">
                <a:xfrm>
                  <a:off x="425" y="3751"/>
                  <a:ext cx="88" cy="174"/>
                </a:xfrm>
                <a:custGeom>
                  <a:avLst/>
                  <a:gdLst/>
                  <a:ahLst/>
                  <a:cxnLst>
                    <a:cxn ang="0">
                      <a:pos x="0" y="0"/>
                    </a:cxn>
                    <a:cxn ang="0">
                      <a:pos x="14" y="10"/>
                    </a:cxn>
                    <a:cxn ang="0">
                      <a:pos x="32" y="24"/>
                    </a:cxn>
                    <a:cxn ang="0">
                      <a:pos x="48" y="47"/>
                    </a:cxn>
                    <a:cxn ang="0">
                      <a:pos x="62" y="68"/>
                    </a:cxn>
                    <a:cxn ang="0">
                      <a:pos x="75" y="90"/>
                    </a:cxn>
                    <a:cxn ang="0">
                      <a:pos x="81" y="108"/>
                    </a:cxn>
                    <a:cxn ang="0">
                      <a:pos x="84" y="125"/>
                    </a:cxn>
                    <a:cxn ang="0">
                      <a:pos x="87" y="148"/>
                    </a:cxn>
                    <a:cxn ang="0">
                      <a:pos x="87" y="173"/>
                    </a:cxn>
                  </a:cxnLst>
                  <a:rect l="0" t="0" r="r" b="b"/>
                  <a:pathLst>
                    <a:path w="88" h="174">
                      <a:moveTo>
                        <a:pt x="0" y="0"/>
                      </a:moveTo>
                      <a:lnTo>
                        <a:pt x="14" y="10"/>
                      </a:lnTo>
                      <a:lnTo>
                        <a:pt x="32" y="24"/>
                      </a:lnTo>
                      <a:lnTo>
                        <a:pt x="48" y="47"/>
                      </a:lnTo>
                      <a:lnTo>
                        <a:pt x="62" y="68"/>
                      </a:lnTo>
                      <a:lnTo>
                        <a:pt x="75" y="90"/>
                      </a:lnTo>
                      <a:lnTo>
                        <a:pt x="81" y="108"/>
                      </a:lnTo>
                      <a:lnTo>
                        <a:pt x="84" y="125"/>
                      </a:lnTo>
                      <a:lnTo>
                        <a:pt x="87" y="148"/>
                      </a:lnTo>
                      <a:lnTo>
                        <a:pt x="87" y="173"/>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51" name="Freeform 27"/>
                <p:cNvSpPr/>
                <p:nvPr/>
              </p:nvSpPr>
              <p:spPr bwMode="ltGray">
                <a:xfrm>
                  <a:off x="915" y="3389"/>
                  <a:ext cx="123" cy="805"/>
                </a:xfrm>
                <a:custGeom>
                  <a:avLst/>
                  <a:gdLst/>
                  <a:ahLst/>
                  <a:cxnLst>
                    <a:cxn ang="0">
                      <a:pos x="121" y="804"/>
                    </a:cxn>
                    <a:cxn ang="0">
                      <a:pos x="122" y="687"/>
                    </a:cxn>
                    <a:cxn ang="0">
                      <a:pos x="122" y="634"/>
                    </a:cxn>
                    <a:cxn ang="0">
                      <a:pos x="119" y="596"/>
                    </a:cxn>
                    <a:cxn ang="0">
                      <a:pos x="117" y="551"/>
                    </a:cxn>
                    <a:cxn ang="0">
                      <a:pos x="118" y="503"/>
                    </a:cxn>
                    <a:cxn ang="0">
                      <a:pos x="116" y="464"/>
                    </a:cxn>
                    <a:cxn ang="0">
                      <a:pos x="114" y="428"/>
                    </a:cxn>
                    <a:cxn ang="0">
                      <a:pos x="109" y="365"/>
                    </a:cxn>
                    <a:cxn ang="0">
                      <a:pos x="103" y="296"/>
                    </a:cxn>
                    <a:cxn ang="0">
                      <a:pos x="96" y="226"/>
                    </a:cxn>
                    <a:cxn ang="0">
                      <a:pos x="90" y="151"/>
                    </a:cxn>
                    <a:cxn ang="0">
                      <a:pos x="84" y="106"/>
                    </a:cxn>
                    <a:cxn ang="0">
                      <a:pos x="80" y="89"/>
                    </a:cxn>
                    <a:cxn ang="0">
                      <a:pos x="68" y="59"/>
                    </a:cxn>
                    <a:cxn ang="0">
                      <a:pos x="58" y="37"/>
                    </a:cxn>
                    <a:cxn ang="0">
                      <a:pos x="47" y="18"/>
                    </a:cxn>
                    <a:cxn ang="0">
                      <a:pos x="34" y="4"/>
                    </a:cxn>
                    <a:cxn ang="0">
                      <a:pos x="26" y="0"/>
                    </a:cxn>
                    <a:cxn ang="0">
                      <a:pos x="14" y="0"/>
                    </a:cxn>
                    <a:cxn ang="0">
                      <a:pos x="5" y="5"/>
                    </a:cxn>
                    <a:cxn ang="0">
                      <a:pos x="0" y="13"/>
                    </a:cxn>
                  </a:cxnLst>
                  <a:rect l="0" t="0" r="r" b="b"/>
                  <a:pathLst>
                    <a:path w="123" h="805">
                      <a:moveTo>
                        <a:pt x="121" y="804"/>
                      </a:moveTo>
                      <a:lnTo>
                        <a:pt x="122" y="687"/>
                      </a:lnTo>
                      <a:lnTo>
                        <a:pt x="122" y="634"/>
                      </a:lnTo>
                      <a:lnTo>
                        <a:pt x="119" y="596"/>
                      </a:lnTo>
                      <a:lnTo>
                        <a:pt x="117" y="551"/>
                      </a:lnTo>
                      <a:lnTo>
                        <a:pt x="118" y="503"/>
                      </a:lnTo>
                      <a:lnTo>
                        <a:pt x="116" y="464"/>
                      </a:lnTo>
                      <a:lnTo>
                        <a:pt x="114" y="428"/>
                      </a:lnTo>
                      <a:lnTo>
                        <a:pt x="109" y="365"/>
                      </a:lnTo>
                      <a:lnTo>
                        <a:pt x="103" y="296"/>
                      </a:lnTo>
                      <a:lnTo>
                        <a:pt x="96" y="226"/>
                      </a:lnTo>
                      <a:lnTo>
                        <a:pt x="90" y="151"/>
                      </a:lnTo>
                      <a:lnTo>
                        <a:pt x="84" y="106"/>
                      </a:lnTo>
                      <a:lnTo>
                        <a:pt x="80" y="89"/>
                      </a:lnTo>
                      <a:lnTo>
                        <a:pt x="68" y="59"/>
                      </a:lnTo>
                      <a:lnTo>
                        <a:pt x="58" y="37"/>
                      </a:lnTo>
                      <a:lnTo>
                        <a:pt x="47" y="18"/>
                      </a:lnTo>
                      <a:lnTo>
                        <a:pt x="34" y="4"/>
                      </a:lnTo>
                      <a:lnTo>
                        <a:pt x="26" y="0"/>
                      </a:lnTo>
                      <a:lnTo>
                        <a:pt x="14" y="0"/>
                      </a:lnTo>
                      <a:lnTo>
                        <a:pt x="5" y="5"/>
                      </a:lnTo>
                      <a:lnTo>
                        <a:pt x="0" y="13"/>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sp>
            <p:nvSpPr>
              <p:cNvPr id="1053" name="Freeform 29"/>
              <p:cNvSpPr/>
              <p:nvPr/>
            </p:nvSpPr>
            <p:spPr bwMode="ltGray">
              <a:xfrm>
                <a:off x="324" y="3805"/>
                <a:ext cx="29" cy="224"/>
              </a:xfrm>
              <a:custGeom>
                <a:avLst/>
                <a:gdLst/>
                <a:ahLst/>
                <a:cxnLst>
                  <a:cxn ang="0">
                    <a:pos x="27" y="35"/>
                  </a:cxn>
                  <a:cxn ang="0">
                    <a:pos x="21" y="0"/>
                  </a:cxn>
                  <a:cxn ang="0">
                    <a:pos x="17" y="0"/>
                  </a:cxn>
                  <a:cxn ang="0">
                    <a:pos x="14" y="2"/>
                  </a:cxn>
                  <a:cxn ang="0">
                    <a:pos x="12" y="11"/>
                  </a:cxn>
                  <a:cxn ang="0">
                    <a:pos x="5" y="40"/>
                  </a:cxn>
                  <a:cxn ang="0">
                    <a:pos x="3" y="53"/>
                  </a:cxn>
                  <a:cxn ang="0">
                    <a:pos x="2" y="66"/>
                  </a:cxn>
                  <a:cxn ang="0">
                    <a:pos x="0" y="104"/>
                  </a:cxn>
                  <a:cxn ang="0">
                    <a:pos x="0" y="116"/>
                  </a:cxn>
                  <a:cxn ang="0">
                    <a:pos x="0" y="130"/>
                  </a:cxn>
                  <a:cxn ang="0">
                    <a:pos x="1" y="146"/>
                  </a:cxn>
                  <a:cxn ang="0">
                    <a:pos x="3" y="169"/>
                  </a:cxn>
                  <a:cxn ang="0">
                    <a:pos x="6" y="185"/>
                  </a:cxn>
                  <a:cxn ang="0">
                    <a:pos x="9" y="202"/>
                  </a:cxn>
                  <a:cxn ang="0">
                    <a:pos x="15" y="223"/>
                  </a:cxn>
                  <a:cxn ang="0">
                    <a:pos x="12" y="197"/>
                  </a:cxn>
                  <a:cxn ang="0">
                    <a:pos x="9" y="173"/>
                  </a:cxn>
                  <a:cxn ang="0">
                    <a:pos x="8" y="152"/>
                  </a:cxn>
                  <a:cxn ang="0">
                    <a:pos x="9" y="130"/>
                  </a:cxn>
                  <a:cxn ang="0">
                    <a:pos x="9" y="116"/>
                  </a:cxn>
                  <a:cxn ang="0">
                    <a:pos x="8" y="97"/>
                  </a:cxn>
                  <a:cxn ang="0">
                    <a:pos x="7" y="83"/>
                  </a:cxn>
                  <a:cxn ang="0">
                    <a:pos x="10" y="53"/>
                  </a:cxn>
                  <a:cxn ang="0">
                    <a:pos x="10" y="38"/>
                  </a:cxn>
                  <a:cxn ang="0">
                    <a:pos x="12" y="25"/>
                  </a:cxn>
                  <a:cxn ang="0">
                    <a:pos x="17" y="8"/>
                  </a:cxn>
                  <a:cxn ang="0">
                    <a:pos x="19" y="21"/>
                  </a:cxn>
                  <a:cxn ang="0">
                    <a:pos x="28" y="42"/>
                  </a:cxn>
                  <a:cxn ang="0">
                    <a:pos x="27" y="35"/>
                  </a:cxn>
                </a:cxnLst>
                <a:rect l="0" t="0" r="r" b="b"/>
                <a:pathLst>
                  <a:path w="29" h="224">
                    <a:moveTo>
                      <a:pt x="27" y="35"/>
                    </a:moveTo>
                    <a:lnTo>
                      <a:pt x="21" y="0"/>
                    </a:lnTo>
                    <a:lnTo>
                      <a:pt x="17" y="0"/>
                    </a:lnTo>
                    <a:lnTo>
                      <a:pt x="14" y="2"/>
                    </a:lnTo>
                    <a:lnTo>
                      <a:pt x="12" y="11"/>
                    </a:lnTo>
                    <a:lnTo>
                      <a:pt x="5" y="40"/>
                    </a:lnTo>
                    <a:lnTo>
                      <a:pt x="3" y="53"/>
                    </a:lnTo>
                    <a:lnTo>
                      <a:pt x="2" y="66"/>
                    </a:lnTo>
                    <a:lnTo>
                      <a:pt x="0" y="104"/>
                    </a:lnTo>
                    <a:lnTo>
                      <a:pt x="0" y="116"/>
                    </a:lnTo>
                    <a:lnTo>
                      <a:pt x="0" y="130"/>
                    </a:lnTo>
                    <a:lnTo>
                      <a:pt x="1" y="146"/>
                    </a:lnTo>
                    <a:lnTo>
                      <a:pt x="3" y="169"/>
                    </a:lnTo>
                    <a:lnTo>
                      <a:pt x="6" y="185"/>
                    </a:lnTo>
                    <a:lnTo>
                      <a:pt x="9" y="202"/>
                    </a:lnTo>
                    <a:lnTo>
                      <a:pt x="15" y="223"/>
                    </a:lnTo>
                    <a:lnTo>
                      <a:pt x="12" y="197"/>
                    </a:lnTo>
                    <a:lnTo>
                      <a:pt x="9" y="173"/>
                    </a:lnTo>
                    <a:lnTo>
                      <a:pt x="8" y="152"/>
                    </a:lnTo>
                    <a:lnTo>
                      <a:pt x="9" y="130"/>
                    </a:lnTo>
                    <a:lnTo>
                      <a:pt x="9" y="116"/>
                    </a:lnTo>
                    <a:lnTo>
                      <a:pt x="8" y="97"/>
                    </a:lnTo>
                    <a:lnTo>
                      <a:pt x="7" y="83"/>
                    </a:lnTo>
                    <a:lnTo>
                      <a:pt x="10" y="53"/>
                    </a:lnTo>
                    <a:lnTo>
                      <a:pt x="10" y="38"/>
                    </a:lnTo>
                    <a:lnTo>
                      <a:pt x="12" y="25"/>
                    </a:lnTo>
                    <a:lnTo>
                      <a:pt x="17" y="8"/>
                    </a:lnTo>
                    <a:lnTo>
                      <a:pt x="19" y="21"/>
                    </a:lnTo>
                    <a:lnTo>
                      <a:pt x="28" y="42"/>
                    </a:lnTo>
                    <a:lnTo>
                      <a:pt x="27" y="35"/>
                    </a:lnTo>
                  </a:path>
                </a:pathLst>
              </a:custGeom>
              <a:solidFill>
                <a:srgbClr val="CEDA9D"/>
              </a:solidFill>
              <a:ln w="9525" cap="rnd">
                <a:noFill/>
                <a:round/>
              </a:ln>
              <a:effectLst/>
            </p:spPr>
            <p:txBody>
              <a:bodyPr/>
              <a:lstStyle/>
              <a:p>
                <a:endParaRPr lang="zh-CN" altLang="en-US"/>
              </a:p>
            </p:txBody>
          </p:sp>
          <p:grpSp>
            <p:nvGrpSpPr>
              <p:cNvPr id="8" name="Group 33"/>
              <p:cNvGrpSpPr/>
              <p:nvPr/>
            </p:nvGrpSpPr>
            <p:grpSpPr bwMode="auto">
              <a:xfrm>
                <a:off x="454" y="3586"/>
                <a:ext cx="255" cy="498"/>
                <a:chOff x="454" y="3586"/>
                <a:chExt cx="255" cy="498"/>
              </a:xfrm>
            </p:grpSpPr>
            <p:sp>
              <p:nvSpPr>
                <p:cNvPr id="1054" name="Freeform 30"/>
                <p:cNvSpPr/>
                <p:nvPr/>
              </p:nvSpPr>
              <p:spPr bwMode="ltGray">
                <a:xfrm>
                  <a:off x="633" y="3878"/>
                  <a:ext cx="38" cy="206"/>
                </a:xfrm>
                <a:custGeom>
                  <a:avLst/>
                  <a:gdLst/>
                  <a:ahLst/>
                  <a:cxnLst>
                    <a:cxn ang="0">
                      <a:pos x="7" y="0"/>
                    </a:cxn>
                    <a:cxn ang="0">
                      <a:pos x="14" y="15"/>
                    </a:cxn>
                    <a:cxn ang="0">
                      <a:pos x="22" y="40"/>
                    </a:cxn>
                    <a:cxn ang="0">
                      <a:pos x="29" y="74"/>
                    </a:cxn>
                    <a:cxn ang="0">
                      <a:pos x="37" y="118"/>
                    </a:cxn>
                    <a:cxn ang="0">
                      <a:pos x="37" y="164"/>
                    </a:cxn>
                    <a:cxn ang="0">
                      <a:pos x="33" y="205"/>
                    </a:cxn>
                    <a:cxn ang="0">
                      <a:pos x="29" y="205"/>
                    </a:cxn>
                    <a:cxn ang="0">
                      <a:pos x="33" y="164"/>
                    </a:cxn>
                    <a:cxn ang="0">
                      <a:pos x="33" y="130"/>
                    </a:cxn>
                    <a:cxn ang="0">
                      <a:pos x="26" y="93"/>
                    </a:cxn>
                    <a:cxn ang="0">
                      <a:pos x="14" y="56"/>
                    </a:cxn>
                    <a:cxn ang="0">
                      <a:pos x="0" y="9"/>
                    </a:cxn>
                    <a:cxn ang="0">
                      <a:pos x="7" y="0"/>
                    </a:cxn>
                  </a:cxnLst>
                  <a:rect l="0" t="0" r="r" b="b"/>
                  <a:pathLst>
                    <a:path w="38" h="206">
                      <a:moveTo>
                        <a:pt x="7" y="0"/>
                      </a:moveTo>
                      <a:lnTo>
                        <a:pt x="14" y="15"/>
                      </a:lnTo>
                      <a:lnTo>
                        <a:pt x="22" y="40"/>
                      </a:lnTo>
                      <a:lnTo>
                        <a:pt x="29" y="74"/>
                      </a:lnTo>
                      <a:lnTo>
                        <a:pt x="37" y="118"/>
                      </a:lnTo>
                      <a:lnTo>
                        <a:pt x="37" y="164"/>
                      </a:lnTo>
                      <a:lnTo>
                        <a:pt x="33" y="205"/>
                      </a:lnTo>
                      <a:lnTo>
                        <a:pt x="29" y="205"/>
                      </a:lnTo>
                      <a:lnTo>
                        <a:pt x="33" y="164"/>
                      </a:lnTo>
                      <a:lnTo>
                        <a:pt x="33" y="130"/>
                      </a:lnTo>
                      <a:lnTo>
                        <a:pt x="26" y="93"/>
                      </a:lnTo>
                      <a:lnTo>
                        <a:pt x="14" y="56"/>
                      </a:lnTo>
                      <a:lnTo>
                        <a:pt x="0" y="9"/>
                      </a:lnTo>
                      <a:lnTo>
                        <a:pt x="7" y="0"/>
                      </a:lnTo>
                    </a:path>
                  </a:pathLst>
                </a:custGeom>
                <a:solidFill>
                  <a:srgbClr val="CEDA9D"/>
                </a:solidFill>
                <a:ln w="9525" cap="rnd">
                  <a:noFill/>
                  <a:round/>
                </a:ln>
                <a:effectLst/>
              </p:spPr>
              <p:txBody>
                <a:bodyPr/>
                <a:lstStyle/>
                <a:p>
                  <a:endParaRPr lang="zh-CN" altLang="en-US"/>
                </a:p>
              </p:txBody>
            </p:sp>
            <p:sp>
              <p:nvSpPr>
                <p:cNvPr id="1055" name="Freeform 31"/>
                <p:cNvSpPr/>
                <p:nvPr/>
              </p:nvSpPr>
              <p:spPr bwMode="ltGray">
                <a:xfrm>
                  <a:off x="454" y="3767"/>
                  <a:ext cx="61" cy="205"/>
                </a:xfrm>
                <a:custGeom>
                  <a:avLst/>
                  <a:gdLst/>
                  <a:ahLst/>
                  <a:cxnLst>
                    <a:cxn ang="0">
                      <a:pos x="58" y="32"/>
                    </a:cxn>
                    <a:cxn ang="0">
                      <a:pos x="46" y="0"/>
                    </a:cxn>
                    <a:cxn ang="0">
                      <a:pos x="37" y="0"/>
                    </a:cxn>
                    <a:cxn ang="0">
                      <a:pos x="31" y="2"/>
                    </a:cxn>
                    <a:cxn ang="0">
                      <a:pos x="26" y="10"/>
                    </a:cxn>
                    <a:cxn ang="0">
                      <a:pos x="12" y="37"/>
                    </a:cxn>
                    <a:cxn ang="0">
                      <a:pos x="7" y="48"/>
                    </a:cxn>
                    <a:cxn ang="0">
                      <a:pos x="4" y="60"/>
                    </a:cxn>
                    <a:cxn ang="0">
                      <a:pos x="0" y="95"/>
                    </a:cxn>
                    <a:cxn ang="0">
                      <a:pos x="0" y="106"/>
                    </a:cxn>
                    <a:cxn ang="0">
                      <a:pos x="0" y="119"/>
                    </a:cxn>
                    <a:cxn ang="0">
                      <a:pos x="2" y="133"/>
                    </a:cxn>
                    <a:cxn ang="0">
                      <a:pos x="8" y="155"/>
                    </a:cxn>
                    <a:cxn ang="0">
                      <a:pos x="13" y="169"/>
                    </a:cxn>
                    <a:cxn ang="0">
                      <a:pos x="20" y="184"/>
                    </a:cxn>
                    <a:cxn ang="0">
                      <a:pos x="33" y="204"/>
                    </a:cxn>
                    <a:cxn ang="0">
                      <a:pos x="26" y="180"/>
                    </a:cxn>
                    <a:cxn ang="0">
                      <a:pos x="20" y="158"/>
                    </a:cxn>
                    <a:cxn ang="0">
                      <a:pos x="18" y="138"/>
                    </a:cxn>
                    <a:cxn ang="0">
                      <a:pos x="18" y="119"/>
                    </a:cxn>
                    <a:cxn ang="0">
                      <a:pos x="20" y="106"/>
                    </a:cxn>
                    <a:cxn ang="0">
                      <a:pos x="18" y="89"/>
                    </a:cxn>
                    <a:cxn ang="0">
                      <a:pos x="16" y="76"/>
                    </a:cxn>
                    <a:cxn ang="0">
                      <a:pos x="22" y="48"/>
                    </a:cxn>
                    <a:cxn ang="0">
                      <a:pos x="23" y="35"/>
                    </a:cxn>
                    <a:cxn ang="0">
                      <a:pos x="28" y="23"/>
                    </a:cxn>
                    <a:cxn ang="0">
                      <a:pos x="37" y="8"/>
                    </a:cxn>
                    <a:cxn ang="0">
                      <a:pos x="42" y="19"/>
                    </a:cxn>
                    <a:cxn ang="0">
                      <a:pos x="60" y="38"/>
                    </a:cxn>
                    <a:cxn ang="0">
                      <a:pos x="58" y="32"/>
                    </a:cxn>
                  </a:cxnLst>
                  <a:rect l="0" t="0" r="r" b="b"/>
                  <a:pathLst>
                    <a:path w="61" h="205">
                      <a:moveTo>
                        <a:pt x="58" y="32"/>
                      </a:moveTo>
                      <a:lnTo>
                        <a:pt x="46" y="0"/>
                      </a:lnTo>
                      <a:lnTo>
                        <a:pt x="37" y="0"/>
                      </a:lnTo>
                      <a:lnTo>
                        <a:pt x="31" y="2"/>
                      </a:lnTo>
                      <a:lnTo>
                        <a:pt x="26" y="10"/>
                      </a:lnTo>
                      <a:lnTo>
                        <a:pt x="12" y="37"/>
                      </a:lnTo>
                      <a:lnTo>
                        <a:pt x="7" y="48"/>
                      </a:lnTo>
                      <a:lnTo>
                        <a:pt x="4" y="60"/>
                      </a:lnTo>
                      <a:lnTo>
                        <a:pt x="0" y="95"/>
                      </a:lnTo>
                      <a:lnTo>
                        <a:pt x="0" y="106"/>
                      </a:lnTo>
                      <a:lnTo>
                        <a:pt x="0" y="119"/>
                      </a:lnTo>
                      <a:lnTo>
                        <a:pt x="2" y="133"/>
                      </a:lnTo>
                      <a:lnTo>
                        <a:pt x="8" y="155"/>
                      </a:lnTo>
                      <a:lnTo>
                        <a:pt x="13" y="169"/>
                      </a:lnTo>
                      <a:lnTo>
                        <a:pt x="20" y="184"/>
                      </a:lnTo>
                      <a:lnTo>
                        <a:pt x="33" y="204"/>
                      </a:lnTo>
                      <a:lnTo>
                        <a:pt x="26" y="180"/>
                      </a:lnTo>
                      <a:lnTo>
                        <a:pt x="20" y="158"/>
                      </a:lnTo>
                      <a:lnTo>
                        <a:pt x="18" y="138"/>
                      </a:lnTo>
                      <a:lnTo>
                        <a:pt x="18" y="119"/>
                      </a:lnTo>
                      <a:lnTo>
                        <a:pt x="20" y="106"/>
                      </a:lnTo>
                      <a:lnTo>
                        <a:pt x="18" y="89"/>
                      </a:lnTo>
                      <a:lnTo>
                        <a:pt x="16" y="76"/>
                      </a:lnTo>
                      <a:lnTo>
                        <a:pt x="22" y="48"/>
                      </a:lnTo>
                      <a:lnTo>
                        <a:pt x="23" y="35"/>
                      </a:lnTo>
                      <a:lnTo>
                        <a:pt x="28" y="23"/>
                      </a:lnTo>
                      <a:lnTo>
                        <a:pt x="37" y="8"/>
                      </a:lnTo>
                      <a:lnTo>
                        <a:pt x="42" y="19"/>
                      </a:lnTo>
                      <a:lnTo>
                        <a:pt x="60" y="38"/>
                      </a:lnTo>
                      <a:lnTo>
                        <a:pt x="58" y="32"/>
                      </a:lnTo>
                    </a:path>
                  </a:pathLst>
                </a:custGeom>
                <a:solidFill>
                  <a:srgbClr val="CEDA9D"/>
                </a:solidFill>
                <a:ln w="9525" cap="rnd">
                  <a:noFill/>
                  <a:round/>
                </a:ln>
                <a:effectLst/>
              </p:spPr>
              <p:txBody>
                <a:bodyPr/>
                <a:lstStyle/>
                <a:p>
                  <a:endParaRPr lang="zh-CN" altLang="en-US"/>
                </a:p>
              </p:txBody>
            </p:sp>
            <p:sp>
              <p:nvSpPr>
                <p:cNvPr id="1056" name="Freeform 32"/>
                <p:cNvSpPr/>
                <p:nvPr/>
              </p:nvSpPr>
              <p:spPr bwMode="ltGray">
                <a:xfrm>
                  <a:off x="559" y="3586"/>
                  <a:ext cx="150" cy="369"/>
                </a:xfrm>
                <a:custGeom>
                  <a:avLst/>
                  <a:gdLst/>
                  <a:ahLst/>
                  <a:cxnLst>
                    <a:cxn ang="0">
                      <a:pos x="48" y="4"/>
                    </a:cxn>
                    <a:cxn ang="0">
                      <a:pos x="52" y="15"/>
                    </a:cxn>
                    <a:cxn ang="0">
                      <a:pos x="85" y="13"/>
                    </a:cxn>
                    <a:cxn ang="0">
                      <a:pos x="72" y="19"/>
                    </a:cxn>
                    <a:cxn ang="0">
                      <a:pos x="58" y="24"/>
                    </a:cxn>
                    <a:cxn ang="0">
                      <a:pos x="89" y="34"/>
                    </a:cxn>
                    <a:cxn ang="0">
                      <a:pos x="65" y="38"/>
                    </a:cxn>
                    <a:cxn ang="0">
                      <a:pos x="63" y="48"/>
                    </a:cxn>
                    <a:cxn ang="0">
                      <a:pos x="133" y="100"/>
                    </a:cxn>
                    <a:cxn ang="0">
                      <a:pos x="68" y="62"/>
                    </a:cxn>
                    <a:cxn ang="0">
                      <a:pos x="82" y="84"/>
                    </a:cxn>
                    <a:cxn ang="0">
                      <a:pos x="73" y="85"/>
                    </a:cxn>
                    <a:cxn ang="0">
                      <a:pos x="85" y="115"/>
                    </a:cxn>
                    <a:cxn ang="0">
                      <a:pos x="112" y="146"/>
                    </a:cxn>
                    <a:cxn ang="0">
                      <a:pos x="82" y="123"/>
                    </a:cxn>
                    <a:cxn ang="0">
                      <a:pos x="107" y="170"/>
                    </a:cxn>
                    <a:cxn ang="0">
                      <a:pos x="85" y="139"/>
                    </a:cxn>
                    <a:cxn ang="0">
                      <a:pos x="79" y="139"/>
                    </a:cxn>
                    <a:cxn ang="0">
                      <a:pos x="87" y="166"/>
                    </a:cxn>
                    <a:cxn ang="0">
                      <a:pos x="81" y="166"/>
                    </a:cxn>
                    <a:cxn ang="0">
                      <a:pos x="94" y="198"/>
                    </a:cxn>
                    <a:cxn ang="0">
                      <a:pos x="86" y="190"/>
                    </a:cxn>
                    <a:cxn ang="0">
                      <a:pos x="93" y="220"/>
                    </a:cxn>
                    <a:cxn ang="0">
                      <a:pos x="87" y="210"/>
                    </a:cxn>
                    <a:cxn ang="0">
                      <a:pos x="81" y="207"/>
                    </a:cxn>
                    <a:cxn ang="0">
                      <a:pos x="85" y="229"/>
                    </a:cxn>
                    <a:cxn ang="0">
                      <a:pos x="99" y="269"/>
                    </a:cxn>
                    <a:cxn ang="0">
                      <a:pos x="81" y="238"/>
                    </a:cxn>
                    <a:cxn ang="0">
                      <a:pos x="77" y="233"/>
                    </a:cxn>
                    <a:cxn ang="0">
                      <a:pos x="78" y="267"/>
                    </a:cxn>
                    <a:cxn ang="0">
                      <a:pos x="72" y="283"/>
                    </a:cxn>
                    <a:cxn ang="0">
                      <a:pos x="70" y="264"/>
                    </a:cxn>
                    <a:cxn ang="0">
                      <a:pos x="17" y="315"/>
                    </a:cxn>
                    <a:cxn ang="0">
                      <a:pos x="65" y="241"/>
                    </a:cxn>
                    <a:cxn ang="0">
                      <a:pos x="55" y="257"/>
                    </a:cxn>
                    <a:cxn ang="0">
                      <a:pos x="69" y="216"/>
                    </a:cxn>
                    <a:cxn ang="0">
                      <a:pos x="10" y="248"/>
                    </a:cxn>
                    <a:cxn ang="0">
                      <a:pos x="69" y="204"/>
                    </a:cxn>
                    <a:cxn ang="0">
                      <a:pos x="61" y="193"/>
                    </a:cxn>
                    <a:cxn ang="0">
                      <a:pos x="67" y="177"/>
                    </a:cxn>
                    <a:cxn ang="0">
                      <a:pos x="58" y="177"/>
                    </a:cxn>
                    <a:cxn ang="0">
                      <a:pos x="32" y="208"/>
                    </a:cxn>
                    <a:cxn ang="0">
                      <a:pos x="57" y="148"/>
                    </a:cxn>
                    <a:cxn ang="0">
                      <a:pos x="62" y="126"/>
                    </a:cxn>
                    <a:cxn ang="0">
                      <a:pos x="55" y="122"/>
                    </a:cxn>
                    <a:cxn ang="0">
                      <a:pos x="57" y="101"/>
                    </a:cxn>
                    <a:cxn ang="0">
                      <a:pos x="53" y="99"/>
                    </a:cxn>
                    <a:cxn ang="0">
                      <a:pos x="35" y="117"/>
                    </a:cxn>
                    <a:cxn ang="0">
                      <a:pos x="49" y="87"/>
                    </a:cxn>
                    <a:cxn ang="0">
                      <a:pos x="48" y="62"/>
                    </a:cxn>
                    <a:cxn ang="0">
                      <a:pos x="49" y="46"/>
                    </a:cxn>
                    <a:cxn ang="0">
                      <a:pos x="34" y="46"/>
                    </a:cxn>
                    <a:cxn ang="0">
                      <a:pos x="38" y="24"/>
                    </a:cxn>
                    <a:cxn ang="0">
                      <a:pos x="31" y="19"/>
                    </a:cxn>
                    <a:cxn ang="0">
                      <a:pos x="33" y="0"/>
                    </a:cxn>
                  </a:cxnLst>
                  <a:rect l="0" t="0" r="r" b="b"/>
                  <a:pathLst>
                    <a:path w="150" h="369">
                      <a:moveTo>
                        <a:pt x="33" y="0"/>
                      </a:moveTo>
                      <a:lnTo>
                        <a:pt x="39" y="1"/>
                      </a:lnTo>
                      <a:lnTo>
                        <a:pt x="48" y="4"/>
                      </a:lnTo>
                      <a:lnTo>
                        <a:pt x="42" y="5"/>
                      </a:lnTo>
                      <a:lnTo>
                        <a:pt x="47" y="10"/>
                      </a:lnTo>
                      <a:lnTo>
                        <a:pt x="52" y="15"/>
                      </a:lnTo>
                      <a:lnTo>
                        <a:pt x="60" y="17"/>
                      </a:lnTo>
                      <a:lnTo>
                        <a:pt x="72" y="16"/>
                      </a:lnTo>
                      <a:lnTo>
                        <a:pt x="85" y="13"/>
                      </a:lnTo>
                      <a:lnTo>
                        <a:pt x="119" y="16"/>
                      </a:lnTo>
                      <a:lnTo>
                        <a:pt x="86" y="14"/>
                      </a:lnTo>
                      <a:lnTo>
                        <a:pt x="72" y="19"/>
                      </a:lnTo>
                      <a:lnTo>
                        <a:pt x="60" y="17"/>
                      </a:lnTo>
                      <a:lnTo>
                        <a:pt x="52" y="21"/>
                      </a:lnTo>
                      <a:lnTo>
                        <a:pt x="58" y="24"/>
                      </a:lnTo>
                      <a:lnTo>
                        <a:pt x="54" y="27"/>
                      </a:lnTo>
                      <a:lnTo>
                        <a:pt x="65" y="35"/>
                      </a:lnTo>
                      <a:lnTo>
                        <a:pt x="89" y="34"/>
                      </a:lnTo>
                      <a:lnTo>
                        <a:pt x="121" y="63"/>
                      </a:lnTo>
                      <a:lnTo>
                        <a:pt x="89" y="35"/>
                      </a:lnTo>
                      <a:lnTo>
                        <a:pt x="65" y="38"/>
                      </a:lnTo>
                      <a:lnTo>
                        <a:pt x="58" y="38"/>
                      </a:lnTo>
                      <a:lnTo>
                        <a:pt x="71" y="48"/>
                      </a:lnTo>
                      <a:lnTo>
                        <a:pt x="63" y="48"/>
                      </a:lnTo>
                      <a:lnTo>
                        <a:pt x="77" y="59"/>
                      </a:lnTo>
                      <a:lnTo>
                        <a:pt x="103" y="74"/>
                      </a:lnTo>
                      <a:lnTo>
                        <a:pt x="133" y="100"/>
                      </a:lnTo>
                      <a:lnTo>
                        <a:pt x="103" y="76"/>
                      </a:lnTo>
                      <a:lnTo>
                        <a:pt x="76" y="62"/>
                      </a:lnTo>
                      <a:lnTo>
                        <a:pt x="68" y="62"/>
                      </a:lnTo>
                      <a:lnTo>
                        <a:pt x="81" y="70"/>
                      </a:lnTo>
                      <a:lnTo>
                        <a:pt x="72" y="73"/>
                      </a:lnTo>
                      <a:lnTo>
                        <a:pt x="82" y="84"/>
                      </a:lnTo>
                      <a:lnTo>
                        <a:pt x="146" y="172"/>
                      </a:lnTo>
                      <a:lnTo>
                        <a:pt x="82" y="85"/>
                      </a:lnTo>
                      <a:lnTo>
                        <a:pt x="73" y="85"/>
                      </a:lnTo>
                      <a:lnTo>
                        <a:pt x="83" y="99"/>
                      </a:lnTo>
                      <a:lnTo>
                        <a:pt x="76" y="98"/>
                      </a:lnTo>
                      <a:lnTo>
                        <a:pt x="85" y="115"/>
                      </a:lnTo>
                      <a:lnTo>
                        <a:pt x="112" y="145"/>
                      </a:lnTo>
                      <a:lnTo>
                        <a:pt x="138" y="189"/>
                      </a:lnTo>
                      <a:lnTo>
                        <a:pt x="112" y="146"/>
                      </a:lnTo>
                      <a:lnTo>
                        <a:pt x="85" y="116"/>
                      </a:lnTo>
                      <a:lnTo>
                        <a:pt x="76" y="112"/>
                      </a:lnTo>
                      <a:lnTo>
                        <a:pt x="82" y="123"/>
                      </a:lnTo>
                      <a:lnTo>
                        <a:pt x="77" y="121"/>
                      </a:lnTo>
                      <a:lnTo>
                        <a:pt x="85" y="138"/>
                      </a:lnTo>
                      <a:lnTo>
                        <a:pt x="107" y="170"/>
                      </a:lnTo>
                      <a:lnTo>
                        <a:pt x="149" y="211"/>
                      </a:lnTo>
                      <a:lnTo>
                        <a:pt x="107" y="170"/>
                      </a:lnTo>
                      <a:lnTo>
                        <a:pt x="85" y="139"/>
                      </a:lnTo>
                      <a:lnTo>
                        <a:pt x="81" y="139"/>
                      </a:lnTo>
                      <a:lnTo>
                        <a:pt x="120" y="233"/>
                      </a:lnTo>
                      <a:lnTo>
                        <a:pt x="79" y="139"/>
                      </a:lnTo>
                      <a:lnTo>
                        <a:pt x="85" y="152"/>
                      </a:lnTo>
                      <a:lnTo>
                        <a:pt x="79" y="147"/>
                      </a:lnTo>
                      <a:lnTo>
                        <a:pt x="87" y="166"/>
                      </a:lnTo>
                      <a:lnTo>
                        <a:pt x="115" y="210"/>
                      </a:lnTo>
                      <a:lnTo>
                        <a:pt x="87" y="170"/>
                      </a:lnTo>
                      <a:lnTo>
                        <a:pt x="81" y="166"/>
                      </a:lnTo>
                      <a:lnTo>
                        <a:pt x="87" y="179"/>
                      </a:lnTo>
                      <a:lnTo>
                        <a:pt x="120" y="264"/>
                      </a:lnTo>
                      <a:lnTo>
                        <a:pt x="94" y="198"/>
                      </a:lnTo>
                      <a:lnTo>
                        <a:pt x="85" y="179"/>
                      </a:lnTo>
                      <a:lnTo>
                        <a:pt x="81" y="177"/>
                      </a:lnTo>
                      <a:lnTo>
                        <a:pt x="86" y="190"/>
                      </a:lnTo>
                      <a:lnTo>
                        <a:pt x="81" y="188"/>
                      </a:lnTo>
                      <a:lnTo>
                        <a:pt x="89" y="205"/>
                      </a:lnTo>
                      <a:lnTo>
                        <a:pt x="93" y="220"/>
                      </a:lnTo>
                      <a:lnTo>
                        <a:pt x="135" y="269"/>
                      </a:lnTo>
                      <a:lnTo>
                        <a:pt x="92" y="220"/>
                      </a:lnTo>
                      <a:lnTo>
                        <a:pt x="87" y="210"/>
                      </a:lnTo>
                      <a:lnTo>
                        <a:pt x="82" y="207"/>
                      </a:lnTo>
                      <a:lnTo>
                        <a:pt x="92" y="235"/>
                      </a:lnTo>
                      <a:lnTo>
                        <a:pt x="81" y="207"/>
                      </a:lnTo>
                      <a:lnTo>
                        <a:pt x="87" y="220"/>
                      </a:lnTo>
                      <a:lnTo>
                        <a:pt x="81" y="218"/>
                      </a:lnTo>
                      <a:lnTo>
                        <a:pt x="85" y="229"/>
                      </a:lnTo>
                      <a:lnTo>
                        <a:pt x="99" y="269"/>
                      </a:lnTo>
                      <a:lnTo>
                        <a:pt x="113" y="294"/>
                      </a:lnTo>
                      <a:lnTo>
                        <a:pt x="99" y="269"/>
                      </a:lnTo>
                      <a:lnTo>
                        <a:pt x="85" y="231"/>
                      </a:lnTo>
                      <a:lnTo>
                        <a:pt x="79" y="229"/>
                      </a:lnTo>
                      <a:lnTo>
                        <a:pt x="81" y="238"/>
                      </a:lnTo>
                      <a:lnTo>
                        <a:pt x="92" y="264"/>
                      </a:lnTo>
                      <a:lnTo>
                        <a:pt x="81" y="241"/>
                      </a:lnTo>
                      <a:lnTo>
                        <a:pt x="77" y="233"/>
                      </a:lnTo>
                      <a:lnTo>
                        <a:pt x="82" y="254"/>
                      </a:lnTo>
                      <a:lnTo>
                        <a:pt x="76" y="250"/>
                      </a:lnTo>
                      <a:lnTo>
                        <a:pt x="78" y="267"/>
                      </a:lnTo>
                      <a:lnTo>
                        <a:pt x="74" y="259"/>
                      </a:lnTo>
                      <a:lnTo>
                        <a:pt x="71" y="266"/>
                      </a:lnTo>
                      <a:lnTo>
                        <a:pt x="72" y="283"/>
                      </a:lnTo>
                      <a:lnTo>
                        <a:pt x="99" y="368"/>
                      </a:lnTo>
                      <a:lnTo>
                        <a:pt x="70" y="283"/>
                      </a:lnTo>
                      <a:lnTo>
                        <a:pt x="70" y="264"/>
                      </a:lnTo>
                      <a:lnTo>
                        <a:pt x="70" y="253"/>
                      </a:lnTo>
                      <a:lnTo>
                        <a:pt x="65" y="259"/>
                      </a:lnTo>
                      <a:lnTo>
                        <a:pt x="17" y="315"/>
                      </a:lnTo>
                      <a:lnTo>
                        <a:pt x="66" y="254"/>
                      </a:lnTo>
                      <a:lnTo>
                        <a:pt x="70" y="238"/>
                      </a:lnTo>
                      <a:lnTo>
                        <a:pt x="65" y="241"/>
                      </a:lnTo>
                      <a:lnTo>
                        <a:pt x="72" y="223"/>
                      </a:lnTo>
                      <a:lnTo>
                        <a:pt x="66" y="230"/>
                      </a:lnTo>
                      <a:lnTo>
                        <a:pt x="55" y="257"/>
                      </a:lnTo>
                      <a:lnTo>
                        <a:pt x="65" y="228"/>
                      </a:lnTo>
                      <a:lnTo>
                        <a:pt x="70" y="216"/>
                      </a:lnTo>
                      <a:lnTo>
                        <a:pt x="69" y="216"/>
                      </a:lnTo>
                      <a:lnTo>
                        <a:pt x="63" y="223"/>
                      </a:lnTo>
                      <a:lnTo>
                        <a:pt x="51" y="237"/>
                      </a:lnTo>
                      <a:lnTo>
                        <a:pt x="10" y="248"/>
                      </a:lnTo>
                      <a:lnTo>
                        <a:pt x="52" y="235"/>
                      </a:lnTo>
                      <a:lnTo>
                        <a:pt x="65" y="218"/>
                      </a:lnTo>
                      <a:lnTo>
                        <a:pt x="69" y="204"/>
                      </a:lnTo>
                      <a:lnTo>
                        <a:pt x="63" y="204"/>
                      </a:lnTo>
                      <a:lnTo>
                        <a:pt x="69" y="190"/>
                      </a:lnTo>
                      <a:lnTo>
                        <a:pt x="61" y="193"/>
                      </a:lnTo>
                      <a:lnTo>
                        <a:pt x="33" y="220"/>
                      </a:lnTo>
                      <a:lnTo>
                        <a:pt x="61" y="193"/>
                      </a:lnTo>
                      <a:lnTo>
                        <a:pt x="67" y="177"/>
                      </a:lnTo>
                      <a:lnTo>
                        <a:pt x="60" y="181"/>
                      </a:lnTo>
                      <a:lnTo>
                        <a:pt x="65" y="168"/>
                      </a:lnTo>
                      <a:lnTo>
                        <a:pt x="58" y="177"/>
                      </a:lnTo>
                      <a:lnTo>
                        <a:pt x="63" y="158"/>
                      </a:lnTo>
                      <a:lnTo>
                        <a:pt x="57" y="167"/>
                      </a:lnTo>
                      <a:lnTo>
                        <a:pt x="32" y="208"/>
                      </a:lnTo>
                      <a:lnTo>
                        <a:pt x="58" y="167"/>
                      </a:lnTo>
                      <a:lnTo>
                        <a:pt x="65" y="143"/>
                      </a:lnTo>
                      <a:lnTo>
                        <a:pt x="57" y="148"/>
                      </a:lnTo>
                      <a:lnTo>
                        <a:pt x="15" y="171"/>
                      </a:lnTo>
                      <a:lnTo>
                        <a:pt x="57" y="147"/>
                      </a:lnTo>
                      <a:lnTo>
                        <a:pt x="62" y="126"/>
                      </a:lnTo>
                      <a:lnTo>
                        <a:pt x="57" y="130"/>
                      </a:lnTo>
                      <a:lnTo>
                        <a:pt x="61" y="117"/>
                      </a:lnTo>
                      <a:lnTo>
                        <a:pt x="55" y="122"/>
                      </a:lnTo>
                      <a:lnTo>
                        <a:pt x="36" y="179"/>
                      </a:lnTo>
                      <a:lnTo>
                        <a:pt x="57" y="117"/>
                      </a:lnTo>
                      <a:lnTo>
                        <a:pt x="57" y="101"/>
                      </a:lnTo>
                      <a:lnTo>
                        <a:pt x="50" y="109"/>
                      </a:lnTo>
                      <a:lnTo>
                        <a:pt x="38" y="141"/>
                      </a:lnTo>
                      <a:lnTo>
                        <a:pt x="53" y="99"/>
                      </a:lnTo>
                      <a:lnTo>
                        <a:pt x="55" y="85"/>
                      </a:lnTo>
                      <a:lnTo>
                        <a:pt x="50" y="92"/>
                      </a:lnTo>
                      <a:lnTo>
                        <a:pt x="35" y="117"/>
                      </a:lnTo>
                      <a:lnTo>
                        <a:pt x="0" y="133"/>
                      </a:lnTo>
                      <a:lnTo>
                        <a:pt x="36" y="116"/>
                      </a:lnTo>
                      <a:lnTo>
                        <a:pt x="49" y="87"/>
                      </a:lnTo>
                      <a:lnTo>
                        <a:pt x="51" y="70"/>
                      </a:lnTo>
                      <a:lnTo>
                        <a:pt x="45" y="79"/>
                      </a:lnTo>
                      <a:lnTo>
                        <a:pt x="48" y="62"/>
                      </a:lnTo>
                      <a:lnTo>
                        <a:pt x="25" y="106"/>
                      </a:lnTo>
                      <a:lnTo>
                        <a:pt x="47" y="59"/>
                      </a:lnTo>
                      <a:lnTo>
                        <a:pt x="49" y="46"/>
                      </a:lnTo>
                      <a:lnTo>
                        <a:pt x="42" y="57"/>
                      </a:lnTo>
                      <a:lnTo>
                        <a:pt x="43" y="36"/>
                      </a:lnTo>
                      <a:lnTo>
                        <a:pt x="34" y="46"/>
                      </a:lnTo>
                      <a:lnTo>
                        <a:pt x="2" y="81"/>
                      </a:lnTo>
                      <a:lnTo>
                        <a:pt x="34" y="44"/>
                      </a:lnTo>
                      <a:lnTo>
                        <a:pt x="38" y="24"/>
                      </a:lnTo>
                      <a:lnTo>
                        <a:pt x="33" y="30"/>
                      </a:lnTo>
                      <a:lnTo>
                        <a:pt x="36" y="15"/>
                      </a:lnTo>
                      <a:lnTo>
                        <a:pt x="31" y="19"/>
                      </a:lnTo>
                      <a:lnTo>
                        <a:pt x="30" y="8"/>
                      </a:lnTo>
                      <a:lnTo>
                        <a:pt x="31" y="3"/>
                      </a:lnTo>
                      <a:lnTo>
                        <a:pt x="33" y="0"/>
                      </a:lnTo>
                    </a:path>
                  </a:pathLst>
                </a:custGeom>
                <a:solidFill>
                  <a:srgbClr val="CEDA9D"/>
                </a:solidFill>
                <a:ln w="9525" cap="rnd">
                  <a:noFill/>
                  <a:round/>
                </a:ln>
                <a:effectLst/>
              </p:spPr>
              <p:txBody>
                <a:bodyPr/>
                <a:lstStyle/>
                <a:p>
                  <a:endParaRPr lang="zh-CN" altLang="en-US"/>
                </a:p>
              </p:txBody>
            </p:sp>
          </p:grpSp>
          <p:sp>
            <p:nvSpPr>
              <p:cNvPr id="1058" name="Freeform 34"/>
              <p:cNvSpPr/>
              <p:nvPr/>
            </p:nvSpPr>
            <p:spPr bwMode="ltGray">
              <a:xfrm>
                <a:off x="407" y="3928"/>
                <a:ext cx="17" cy="225"/>
              </a:xfrm>
              <a:custGeom>
                <a:avLst/>
                <a:gdLst/>
                <a:ahLst/>
                <a:cxnLst>
                  <a:cxn ang="0">
                    <a:pos x="2" y="0"/>
                  </a:cxn>
                  <a:cxn ang="0">
                    <a:pos x="6" y="16"/>
                  </a:cxn>
                  <a:cxn ang="0">
                    <a:pos x="9" y="43"/>
                  </a:cxn>
                  <a:cxn ang="0">
                    <a:pos x="13" y="81"/>
                  </a:cxn>
                  <a:cxn ang="0">
                    <a:pos x="16" y="128"/>
                  </a:cxn>
                  <a:cxn ang="0">
                    <a:pos x="16" y="179"/>
                  </a:cxn>
                  <a:cxn ang="0">
                    <a:pos x="14" y="224"/>
                  </a:cxn>
                  <a:cxn ang="0">
                    <a:pos x="13" y="224"/>
                  </a:cxn>
                  <a:cxn ang="0">
                    <a:pos x="14" y="179"/>
                  </a:cxn>
                  <a:cxn ang="0">
                    <a:pos x="14" y="142"/>
                  </a:cxn>
                  <a:cxn ang="0">
                    <a:pos x="10" y="101"/>
                  </a:cxn>
                  <a:cxn ang="0">
                    <a:pos x="6" y="61"/>
                  </a:cxn>
                  <a:cxn ang="0">
                    <a:pos x="0" y="10"/>
                  </a:cxn>
                  <a:cxn ang="0">
                    <a:pos x="2" y="0"/>
                  </a:cxn>
                </a:cxnLst>
                <a:rect l="0" t="0" r="r" b="b"/>
                <a:pathLst>
                  <a:path w="17" h="225">
                    <a:moveTo>
                      <a:pt x="2" y="0"/>
                    </a:moveTo>
                    <a:lnTo>
                      <a:pt x="6" y="16"/>
                    </a:lnTo>
                    <a:lnTo>
                      <a:pt x="9" y="43"/>
                    </a:lnTo>
                    <a:lnTo>
                      <a:pt x="13" y="81"/>
                    </a:lnTo>
                    <a:lnTo>
                      <a:pt x="16" y="128"/>
                    </a:lnTo>
                    <a:lnTo>
                      <a:pt x="16" y="179"/>
                    </a:lnTo>
                    <a:lnTo>
                      <a:pt x="14" y="224"/>
                    </a:lnTo>
                    <a:lnTo>
                      <a:pt x="13" y="224"/>
                    </a:lnTo>
                    <a:lnTo>
                      <a:pt x="14" y="179"/>
                    </a:lnTo>
                    <a:lnTo>
                      <a:pt x="14" y="142"/>
                    </a:lnTo>
                    <a:lnTo>
                      <a:pt x="10" y="101"/>
                    </a:lnTo>
                    <a:lnTo>
                      <a:pt x="6" y="61"/>
                    </a:lnTo>
                    <a:lnTo>
                      <a:pt x="0" y="10"/>
                    </a:lnTo>
                    <a:lnTo>
                      <a:pt x="2" y="0"/>
                    </a:lnTo>
                  </a:path>
                </a:pathLst>
              </a:custGeom>
              <a:solidFill>
                <a:srgbClr val="CEDA9D"/>
              </a:solidFill>
              <a:ln w="9525" cap="rnd">
                <a:noFill/>
                <a:round/>
              </a:ln>
              <a:effectLst/>
            </p:spPr>
            <p:txBody>
              <a:bodyPr/>
              <a:lstStyle/>
              <a:p>
                <a:endParaRPr lang="zh-CN" altLang="en-US"/>
              </a:p>
            </p:txBody>
          </p:sp>
          <p:sp>
            <p:nvSpPr>
              <p:cNvPr id="1059" name="Freeform 35"/>
              <p:cNvSpPr/>
              <p:nvPr/>
            </p:nvSpPr>
            <p:spPr bwMode="ltGray">
              <a:xfrm>
                <a:off x="372" y="3608"/>
                <a:ext cx="70" cy="404"/>
              </a:xfrm>
              <a:custGeom>
                <a:avLst/>
                <a:gdLst/>
                <a:ahLst/>
                <a:cxnLst>
                  <a:cxn ang="0">
                    <a:pos x="22" y="5"/>
                  </a:cxn>
                  <a:cxn ang="0">
                    <a:pos x="23" y="16"/>
                  </a:cxn>
                  <a:cxn ang="0">
                    <a:pos x="39" y="15"/>
                  </a:cxn>
                  <a:cxn ang="0">
                    <a:pos x="33" y="20"/>
                  </a:cxn>
                  <a:cxn ang="0">
                    <a:pos x="26" y="27"/>
                  </a:cxn>
                  <a:cxn ang="0">
                    <a:pos x="41" y="37"/>
                  </a:cxn>
                  <a:cxn ang="0">
                    <a:pos x="30" y="40"/>
                  </a:cxn>
                  <a:cxn ang="0">
                    <a:pos x="29" y="52"/>
                  </a:cxn>
                  <a:cxn ang="0">
                    <a:pos x="61" y="109"/>
                  </a:cxn>
                  <a:cxn ang="0">
                    <a:pos x="31" y="68"/>
                  </a:cxn>
                  <a:cxn ang="0">
                    <a:pos x="38" y="92"/>
                  </a:cxn>
                  <a:cxn ang="0">
                    <a:pos x="34" y="94"/>
                  </a:cxn>
                  <a:cxn ang="0">
                    <a:pos x="39" y="126"/>
                  </a:cxn>
                  <a:cxn ang="0">
                    <a:pos x="51" y="160"/>
                  </a:cxn>
                  <a:cxn ang="0">
                    <a:pos x="38" y="135"/>
                  </a:cxn>
                  <a:cxn ang="0">
                    <a:pos x="49" y="186"/>
                  </a:cxn>
                  <a:cxn ang="0">
                    <a:pos x="39" y="152"/>
                  </a:cxn>
                  <a:cxn ang="0">
                    <a:pos x="37" y="152"/>
                  </a:cxn>
                  <a:cxn ang="0">
                    <a:pos x="40" y="182"/>
                  </a:cxn>
                  <a:cxn ang="0">
                    <a:pos x="37" y="182"/>
                  </a:cxn>
                  <a:cxn ang="0">
                    <a:pos x="44" y="217"/>
                  </a:cxn>
                  <a:cxn ang="0">
                    <a:pos x="39" y="208"/>
                  </a:cxn>
                  <a:cxn ang="0">
                    <a:pos x="43" y="240"/>
                  </a:cxn>
                  <a:cxn ang="0">
                    <a:pos x="40" y="230"/>
                  </a:cxn>
                  <a:cxn ang="0">
                    <a:pos x="37" y="227"/>
                  </a:cxn>
                  <a:cxn ang="0">
                    <a:pos x="39" y="251"/>
                  </a:cxn>
                  <a:cxn ang="0">
                    <a:pos x="46" y="295"/>
                  </a:cxn>
                  <a:cxn ang="0">
                    <a:pos x="37" y="261"/>
                  </a:cxn>
                  <a:cxn ang="0">
                    <a:pos x="35" y="255"/>
                  </a:cxn>
                  <a:cxn ang="0">
                    <a:pos x="36" y="292"/>
                  </a:cxn>
                  <a:cxn ang="0">
                    <a:pos x="33" y="310"/>
                  </a:cxn>
                  <a:cxn ang="0">
                    <a:pos x="32" y="290"/>
                  </a:cxn>
                  <a:cxn ang="0">
                    <a:pos x="7" y="345"/>
                  </a:cxn>
                  <a:cxn ang="0">
                    <a:pos x="30" y="264"/>
                  </a:cxn>
                  <a:cxn ang="0">
                    <a:pos x="26" y="282"/>
                  </a:cxn>
                  <a:cxn ang="0">
                    <a:pos x="31" y="236"/>
                  </a:cxn>
                  <a:cxn ang="0">
                    <a:pos x="5" y="272"/>
                  </a:cxn>
                  <a:cxn ang="0">
                    <a:pos x="31" y="223"/>
                  </a:cxn>
                  <a:cxn ang="0">
                    <a:pos x="28" y="212"/>
                  </a:cxn>
                  <a:cxn ang="0">
                    <a:pos x="31" y="193"/>
                  </a:cxn>
                  <a:cxn ang="0">
                    <a:pos x="26" y="193"/>
                  </a:cxn>
                  <a:cxn ang="0">
                    <a:pos x="15" y="228"/>
                  </a:cxn>
                  <a:cxn ang="0">
                    <a:pos x="26" y="162"/>
                  </a:cxn>
                  <a:cxn ang="0">
                    <a:pos x="29" y="138"/>
                  </a:cxn>
                  <a:cxn ang="0">
                    <a:pos x="26" y="133"/>
                  </a:cxn>
                  <a:cxn ang="0">
                    <a:pos x="26" y="111"/>
                  </a:cxn>
                  <a:cxn ang="0">
                    <a:pos x="24" y="108"/>
                  </a:cxn>
                  <a:cxn ang="0">
                    <a:pos x="16" y="129"/>
                  </a:cxn>
                  <a:cxn ang="0">
                    <a:pos x="23" y="96"/>
                  </a:cxn>
                  <a:cxn ang="0">
                    <a:pos x="22" y="68"/>
                  </a:cxn>
                  <a:cxn ang="0">
                    <a:pos x="23" y="51"/>
                  </a:cxn>
                  <a:cxn ang="0">
                    <a:pos x="15" y="50"/>
                  </a:cxn>
                  <a:cxn ang="0">
                    <a:pos x="18" y="27"/>
                  </a:cxn>
                  <a:cxn ang="0">
                    <a:pos x="14" y="21"/>
                  </a:cxn>
                  <a:cxn ang="0">
                    <a:pos x="15" y="0"/>
                  </a:cxn>
                </a:cxnLst>
                <a:rect l="0" t="0" r="r" b="b"/>
                <a:pathLst>
                  <a:path w="70" h="404">
                    <a:moveTo>
                      <a:pt x="15" y="0"/>
                    </a:moveTo>
                    <a:lnTo>
                      <a:pt x="18" y="1"/>
                    </a:lnTo>
                    <a:lnTo>
                      <a:pt x="22" y="5"/>
                    </a:lnTo>
                    <a:lnTo>
                      <a:pt x="19" y="6"/>
                    </a:lnTo>
                    <a:lnTo>
                      <a:pt x="21" y="11"/>
                    </a:lnTo>
                    <a:lnTo>
                      <a:pt x="23" y="16"/>
                    </a:lnTo>
                    <a:lnTo>
                      <a:pt x="28" y="19"/>
                    </a:lnTo>
                    <a:lnTo>
                      <a:pt x="33" y="18"/>
                    </a:lnTo>
                    <a:lnTo>
                      <a:pt x="39" y="15"/>
                    </a:lnTo>
                    <a:lnTo>
                      <a:pt x="55" y="18"/>
                    </a:lnTo>
                    <a:lnTo>
                      <a:pt x="39" y="16"/>
                    </a:lnTo>
                    <a:lnTo>
                      <a:pt x="33" y="20"/>
                    </a:lnTo>
                    <a:lnTo>
                      <a:pt x="28" y="19"/>
                    </a:lnTo>
                    <a:lnTo>
                      <a:pt x="23" y="23"/>
                    </a:lnTo>
                    <a:lnTo>
                      <a:pt x="26" y="27"/>
                    </a:lnTo>
                    <a:lnTo>
                      <a:pt x="25" y="29"/>
                    </a:lnTo>
                    <a:lnTo>
                      <a:pt x="30" y="38"/>
                    </a:lnTo>
                    <a:lnTo>
                      <a:pt x="41" y="37"/>
                    </a:lnTo>
                    <a:lnTo>
                      <a:pt x="55" y="69"/>
                    </a:lnTo>
                    <a:lnTo>
                      <a:pt x="41" y="38"/>
                    </a:lnTo>
                    <a:lnTo>
                      <a:pt x="30" y="40"/>
                    </a:lnTo>
                    <a:lnTo>
                      <a:pt x="26" y="42"/>
                    </a:lnTo>
                    <a:lnTo>
                      <a:pt x="33" y="52"/>
                    </a:lnTo>
                    <a:lnTo>
                      <a:pt x="29" y="52"/>
                    </a:lnTo>
                    <a:lnTo>
                      <a:pt x="35" y="65"/>
                    </a:lnTo>
                    <a:lnTo>
                      <a:pt x="47" y="81"/>
                    </a:lnTo>
                    <a:lnTo>
                      <a:pt x="61" y="109"/>
                    </a:lnTo>
                    <a:lnTo>
                      <a:pt x="47" y="84"/>
                    </a:lnTo>
                    <a:lnTo>
                      <a:pt x="35" y="68"/>
                    </a:lnTo>
                    <a:lnTo>
                      <a:pt x="31" y="68"/>
                    </a:lnTo>
                    <a:lnTo>
                      <a:pt x="37" y="77"/>
                    </a:lnTo>
                    <a:lnTo>
                      <a:pt x="33" y="80"/>
                    </a:lnTo>
                    <a:lnTo>
                      <a:pt x="38" y="92"/>
                    </a:lnTo>
                    <a:lnTo>
                      <a:pt x="67" y="189"/>
                    </a:lnTo>
                    <a:lnTo>
                      <a:pt x="38" y="94"/>
                    </a:lnTo>
                    <a:lnTo>
                      <a:pt x="34" y="94"/>
                    </a:lnTo>
                    <a:lnTo>
                      <a:pt x="38" y="108"/>
                    </a:lnTo>
                    <a:lnTo>
                      <a:pt x="35" y="107"/>
                    </a:lnTo>
                    <a:lnTo>
                      <a:pt x="39" y="126"/>
                    </a:lnTo>
                    <a:lnTo>
                      <a:pt x="51" y="159"/>
                    </a:lnTo>
                    <a:lnTo>
                      <a:pt x="64" y="207"/>
                    </a:lnTo>
                    <a:lnTo>
                      <a:pt x="51" y="160"/>
                    </a:lnTo>
                    <a:lnTo>
                      <a:pt x="39" y="127"/>
                    </a:lnTo>
                    <a:lnTo>
                      <a:pt x="35" y="122"/>
                    </a:lnTo>
                    <a:lnTo>
                      <a:pt x="38" y="135"/>
                    </a:lnTo>
                    <a:lnTo>
                      <a:pt x="35" y="133"/>
                    </a:lnTo>
                    <a:lnTo>
                      <a:pt x="39" y="151"/>
                    </a:lnTo>
                    <a:lnTo>
                      <a:pt x="49" y="186"/>
                    </a:lnTo>
                    <a:lnTo>
                      <a:pt x="69" y="231"/>
                    </a:lnTo>
                    <a:lnTo>
                      <a:pt x="50" y="187"/>
                    </a:lnTo>
                    <a:lnTo>
                      <a:pt x="39" y="152"/>
                    </a:lnTo>
                    <a:lnTo>
                      <a:pt x="37" y="152"/>
                    </a:lnTo>
                    <a:lnTo>
                      <a:pt x="55" y="255"/>
                    </a:lnTo>
                    <a:lnTo>
                      <a:pt x="37" y="152"/>
                    </a:lnTo>
                    <a:lnTo>
                      <a:pt x="39" y="166"/>
                    </a:lnTo>
                    <a:lnTo>
                      <a:pt x="37" y="161"/>
                    </a:lnTo>
                    <a:lnTo>
                      <a:pt x="40" y="182"/>
                    </a:lnTo>
                    <a:lnTo>
                      <a:pt x="53" y="230"/>
                    </a:lnTo>
                    <a:lnTo>
                      <a:pt x="40" y="186"/>
                    </a:lnTo>
                    <a:lnTo>
                      <a:pt x="37" y="182"/>
                    </a:lnTo>
                    <a:lnTo>
                      <a:pt x="40" y="196"/>
                    </a:lnTo>
                    <a:lnTo>
                      <a:pt x="55" y="290"/>
                    </a:lnTo>
                    <a:lnTo>
                      <a:pt x="44" y="217"/>
                    </a:lnTo>
                    <a:lnTo>
                      <a:pt x="39" y="196"/>
                    </a:lnTo>
                    <a:lnTo>
                      <a:pt x="37" y="193"/>
                    </a:lnTo>
                    <a:lnTo>
                      <a:pt x="39" y="208"/>
                    </a:lnTo>
                    <a:lnTo>
                      <a:pt x="37" y="206"/>
                    </a:lnTo>
                    <a:lnTo>
                      <a:pt x="41" y="225"/>
                    </a:lnTo>
                    <a:lnTo>
                      <a:pt x="43" y="240"/>
                    </a:lnTo>
                    <a:lnTo>
                      <a:pt x="62" y="294"/>
                    </a:lnTo>
                    <a:lnTo>
                      <a:pt x="42" y="242"/>
                    </a:lnTo>
                    <a:lnTo>
                      <a:pt x="40" y="230"/>
                    </a:lnTo>
                    <a:lnTo>
                      <a:pt x="38" y="227"/>
                    </a:lnTo>
                    <a:lnTo>
                      <a:pt x="42" y="258"/>
                    </a:lnTo>
                    <a:lnTo>
                      <a:pt x="37" y="227"/>
                    </a:lnTo>
                    <a:lnTo>
                      <a:pt x="40" y="242"/>
                    </a:lnTo>
                    <a:lnTo>
                      <a:pt x="37" y="238"/>
                    </a:lnTo>
                    <a:lnTo>
                      <a:pt x="39" y="251"/>
                    </a:lnTo>
                    <a:lnTo>
                      <a:pt x="46" y="295"/>
                    </a:lnTo>
                    <a:lnTo>
                      <a:pt x="52" y="322"/>
                    </a:lnTo>
                    <a:lnTo>
                      <a:pt x="46" y="295"/>
                    </a:lnTo>
                    <a:lnTo>
                      <a:pt x="39" y="253"/>
                    </a:lnTo>
                    <a:lnTo>
                      <a:pt x="37" y="251"/>
                    </a:lnTo>
                    <a:lnTo>
                      <a:pt x="37" y="261"/>
                    </a:lnTo>
                    <a:lnTo>
                      <a:pt x="42" y="290"/>
                    </a:lnTo>
                    <a:lnTo>
                      <a:pt x="37" y="264"/>
                    </a:lnTo>
                    <a:lnTo>
                      <a:pt x="35" y="255"/>
                    </a:lnTo>
                    <a:lnTo>
                      <a:pt x="38" y="278"/>
                    </a:lnTo>
                    <a:lnTo>
                      <a:pt x="35" y="274"/>
                    </a:lnTo>
                    <a:lnTo>
                      <a:pt x="36" y="292"/>
                    </a:lnTo>
                    <a:lnTo>
                      <a:pt x="34" y="284"/>
                    </a:lnTo>
                    <a:lnTo>
                      <a:pt x="33" y="291"/>
                    </a:lnTo>
                    <a:lnTo>
                      <a:pt x="33" y="310"/>
                    </a:lnTo>
                    <a:lnTo>
                      <a:pt x="45" y="403"/>
                    </a:lnTo>
                    <a:lnTo>
                      <a:pt x="32" y="310"/>
                    </a:lnTo>
                    <a:lnTo>
                      <a:pt x="32" y="290"/>
                    </a:lnTo>
                    <a:lnTo>
                      <a:pt x="32" y="277"/>
                    </a:lnTo>
                    <a:lnTo>
                      <a:pt x="29" y="284"/>
                    </a:lnTo>
                    <a:lnTo>
                      <a:pt x="7" y="345"/>
                    </a:lnTo>
                    <a:lnTo>
                      <a:pt x="30" y="278"/>
                    </a:lnTo>
                    <a:lnTo>
                      <a:pt x="32" y="261"/>
                    </a:lnTo>
                    <a:lnTo>
                      <a:pt x="30" y="264"/>
                    </a:lnTo>
                    <a:lnTo>
                      <a:pt x="33" y="244"/>
                    </a:lnTo>
                    <a:lnTo>
                      <a:pt x="30" y="252"/>
                    </a:lnTo>
                    <a:lnTo>
                      <a:pt x="26" y="282"/>
                    </a:lnTo>
                    <a:lnTo>
                      <a:pt x="30" y="250"/>
                    </a:lnTo>
                    <a:lnTo>
                      <a:pt x="32" y="236"/>
                    </a:lnTo>
                    <a:lnTo>
                      <a:pt x="31" y="236"/>
                    </a:lnTo>
                    <a:lnTo>
                      <a:pt x="29" y="244"/>
                    </a:lnTo>
                    <a:lnTo>
                      <a:pt x="23" y="260"/>
                    </a:lnTo>
                    <a:lnTo>
                      <a:pt x="5" y="272"/>
                    </a:lnTo>
                    <a:lnTo>
                      <a:pt x="23" y="258"/>
                    </a:lnTo>
                    <a:lnTo>
                      <a:pt x="30" y="238"/>
                    </a:lnTo>
                    <a:lnTo>
                      <a:pt x="31" y="223"/>
                    </a:lnTo>
                    <a:lnTo>
                      <a:pt x="29" y="223"/>
                    </a:lnTo>
                    <a:lnTo>
                      <a:pt x="31" y="208"/>
                    </a:lnTo>
                    <a:lnTo>
                      <a:pt x="28" y="212"/>
                    </a:lnTo>
                    <a:lnTo>
                      <a:pt x="15" y="240"/>
                    </a:lnTo>
                    <a:lnTo>
                      <a:pt x="28" y="211"/>
                    </a:lnTo>
                    <a:lnTo>
                      <a:pt x="31" y="193"/>
                    </a:lnTo>
                    <a:lnTo>
                      <a:pt x="28" y="198"/>
                    </a:lnTo>
                    <a:lnTo>
                      <a:pt x="30" y="184"/>
                    </a:lnTo>
                    <a:lnTo>
                      <a:pt x="26" y="193"/>
                    </a:lnTo>
                    <a:lnTo>
                      <a:pt x="29" y="172"/>
                    </a:lnTo>
                    <a:lnTo>
                      <a:pt x="26" y="183"/>
                    </a:lnTo>
                    <a:lnTo>
                      <a:pt x="15" y="228"/>
                    </a:lnTo>
                    <a:lnTo>
                      <a:pt x="26" y="183"/>
                    </a:lnTo>
                    <a:lnTo>
                      <a:pt x="29" y="157"/>
                    </a:lnTo>
                    <a:lnTo>
                      <a:pt x="26" y="162"/>
                    </a:lnTo>
                    <a:lnTo>
                      <a:pt x="7" y="187"/>
                    </a:lnTo>
                    <a:lnTo>
                      <a:pt x="26" y="161"/>
                    </a:lnTo>
                    <a:lnTo>
                      <a:pt x="29" y="138"/>
                    </a:lnTo>
                    <a:lnTo>
                      <a:pt x="26" y="142"/>
                    </a:lnTo>
                    <a:lnTo>
                      <a:pt x="28" y="129"/>
                    </a:lnTo>
                    <a:lnTo>
                      <a:pt x="26" y="133"/>
                    </a:lnTo>
                    <a:lnTo>
                      <a:pt x="16" y="197"/>
                    </a:lnTo>
                    <a:lnTo>
                      <a:pt x="26" y="128"/>
                    </a:lnTo>
                    <a:lnTo>
                      <a:pt x="26" y="111"/>
                    </a:lnTo>
                    <a:lnTo>
                      <a:pt x="23" y="119"/>
                    </a:lnTo>
                    <a:lnTo>
                      <a:pt x="18" y="155"/>
                    </a:lnTo>
                    <a:lnTo>
                      <a:pt x="24" y="108"/>
                    </a:lnTo>
                    <a:lnTo>
                      <a:pt x="26" y="94"/>
                    </a:lnTo>
                    <a:lnTo>
                      <a:pt x="23" y="100"/>
                    </a:lnTo>
                    <a:lnTo>
                      <a:pt x="16" y="129"/>
                    </a:lnTo>
                    <a:lnTo>
                      <a:pt x="0" y="145"/>
                    </a:lnTo>
                    <a:lnTo>
                      <a:pt x="16" y="127"/>
                    </a:lnTo>
                    <a:lnTo>
                      <a:pt x="23" y="96"/>
                    </a:lnTo>
                    <a:lnTo>
                      <a:pt x="23" y="76"/>
                    </a:lnTo>
                    <a:lnTo>
                      <a:pt x="21" y="86"/>
                    </a:lnTo>
                    <a:lnTo>
                      <a:pt x="22" y="68"/>
                    </a:lnTo>
                    <a:lnTo>
                      <a:pt x="11" y="115"/>
                    </a:lnTo>
                    <a:lnTo>
                      <a:pt x="21" y="65"/>
                    </a:lnTo>
                    <a:lnTo>
                      <a:pt x="23" y="51"/>
                    </a:lnTo>
                    <a:lnTo>
                      <a:pt x="19" y="62"/>
                    </a:lnTo>
                    <a:lnTo>
                      <a:pt x="20" y="40"/>
                    </a:lnTo>
                    <a:lnTo>
                      <a:pt x="15" y="50"/>
                    </a:lnTo>
                    <a:lnTo>
                      <a:pt x="0" y="88"/>
                    </a:lnTo>
                    <a:lnTo>
                      <a:pt x="15" y="49"/>
                    </a:lnTo>
                    <a:lnTo>
                      <a:pt x="18" y="27"/>
                    </a:lnTo>
                    <a:lnTo>
                      <a:pt x="15" y="33"/>
                    </a:lnTo>
                    <a:lnTo>
                      <a:pt x="16" y="16"/>
                    </a:lnTo>
                    <a:lnTo>
                      <a:pt x="14" y="21"/>
                    </a:lnTo>
                    <a:lnTo>
                      <a:pt x="13" y="8"/>
                    </a:lnTo>
                    <a:lnTo>
                      <a:pt x="14" y="3"/>
                    </a:lnTo>
                    <a:lnTo>
                      <a:pt x="15" y="0"/>
                    </a:lnTo>
                  </a:path>
                </a:pathLst>
              </a:custGeom>
              <a:solidFill>
                <a:srgbClr val="CEDA9D"/>
              </a:solidFill>
              <a:ln w="9525" cap="rnd">
                <a:noFill/>
                <a:round/>
              </a:ln>
              <a:effectLst/>
            </p:spPr>
            <p:txBody>
              <a:bodyPr/>
              <a:lstStyle/>
              <a:p>
                <a:endParaRPr lang="zh-CN" altLang="en-US"/>
              </a:p>
            </p:txBody>
          </p:sp>
          <p:grpSp>
            <p:nvGrpSpPr>
              <p:cNvPr id="9" name="Group 38"/>
              <p:cNvGrpSpPr/>
              <p:nvPr/>
            </p:nvGrpSpPr>
            <p:grpSpPr bwMode="auto">
              <a:xfrm>
                <a:off x="139" y="3607"/>
                <a:ext cx="217" cy="566"/>
                <a:chOff x="139" y="3607"/>
                <a:chExt cx="217" cy="566"/>
              </a:xfrm>
            </p:grpSpPr>
            <p:sp>
              <p:nvSpPr>
                <p:cNvPr id="1060" name="Freeform 36"/>
                <p:cNvSpPr/>
                <p:nvPr/>
              </p:nvSpPr>
              <p:spPr bwMode="ltGray">
                <a:xfrm>
                  <a:off x="308" y="3918"/>
                  <a:ext cx="48" cy="255"/>
                </a:xfrm>
                <a:custGeom>
                  <a:avLst/>
                  <a:gdLst/>
                  <a:ahLst/>
                  <a:cxnLst>
                    <a:cxn ang="0">
                      <a:pos x="37" y="0"/>
                    </a:cxn>
                    <a:cxn ang="0">
                      <a:pos x="34" y="5"/>
                    </a:cxn>
                    <a:cxn ang="0">
                      <a:pos x="18" y="50"/>
                    </a:cxn>
                    <a:cxn ang="0">
                      <a:pos x="9" y="92"/>
                    </a:cxn>
                    <a:cxn ang="0">
                      <a:pos x="0" y="145"/>
                    </a:cxn>
                    <a:cxn ang="0">
                      <a:pos x="0" y="203"/>
                    </a:cxn>
                    <a:cxn ang="0">
                      <a:pos x="4" y="254"/>
                    </a:cxn>
                    <a:cxn ang="0">
                      <a:pos x="9" y="254"/>
                    </a:cxn>
                    <a:cxn ang="0">
                      <a:pos x="4" y="203"/>
                    </a:cxn>
                    <a:cxn ang="0">
                      <a:pos x="4" y="161"/>
                    </a:cxn>
                    <a:cxn ang="0">
                      <a:pos x="14" y="115"/>
                    </a:cxn>
                    <a:cxn ang="0">
                      <a:pos x="28" y="69"/>
                    </a:cxn>
                    <a:cxn ang="0">
                      <a:pos x="47" y="11"/>
                    </a:cxn>
                    <a:cxn ang="0">
                      <a:pos x="37" y="0"/>
                    </a:cxn>
                  </a:cxnLst>
                  <a:rect l="0" t="0" r="r" b="b"/>
                  <a:pathLst>
                    <a:path w="48" h="255">
                      <a:moveTo>
                        <a:pt x="37" y="0"/>
                      </a:moveTo>
                      <a:lnTo>
                        <a:pt x="34" y="5"/>
                      </a:lnTo>
                      <a:lnTo>
                        <a:pt x="18" y="50"/>
                      </a:lnTo>
                      <a:lnTo>
                        <a:pt x="9" y="92"/>
                      </a:lnTo>
                      <a:lnTo>
                        <a:pt x="0" y="145"/>
                      </a:lnTo>
                      <a:lnTo>
                        <a:pt x="0" y="203"/>
                      </a:lnTo>
                      <a:lnTo>
                        <a:pt x="4" y="254"/>
                      </a:lnTo>
                      <a:lnTo>
                        <a:pt x="9" y="254"/>
                      </a:lnTo>
                      <a:lnTo>
                        <a:pt x="4" y="203"/>
                      </a:lnTo>
                      <a:lnTo>
                        <a:pt x="4" y="161"/>
                      </a:lnTo>
                      <a:lnTo>
                        <a:pt x="14" y="115"/>
                      </a:lnTo>
                      <a:lnTo>
                        <a:pt x="28" y="69"/>
                      </a:lnTo>
                      <a:lnTo>
                        <a:pt x="47" y="11"/>
                      </a:lnTo>
                      <a:lnTo>
                        <a:pt x="37" y="0"/>
                      </a:lnTo>
                    </a:path>
                  </a:pathLst>
                </a:custGeom>
                <a:solidFill>
                  <a:srgbClr val="CEDA9D"/>
                </a:solidFill>
                <a:ln w="9525" cap="rnd">
                  <a:noFill/>
                  <a:round/>
                </a:ln>
                <a:effectLst/>
              </p:spPr>
              <p:txBody>
                <a:bodyPr/>
                <a:lstStyle/>
                <a:p>
                  <a:endParaRPr lang="zh-CN" altLang="en-US"/>
                </a:p>
              </p:txBody>
            </p:sp>
            <p:sp>
              <p:nvSpPr>
                <p:cNvPr id="1061" name="Freeform 37"/>
                <p:cNvSpPr/>
                <p:nvPr/>
              </p:nvSpPr>
              <p:spPr bwMode="ltGray">
                <a:xfrm>
                  <a:off x="139" y="3607"/>
                  <a:ext cx="186" cy="326"/>
                </a:xfrm>
                <a:custGeom>
                  <a:avLst/>
                  <a:gdLst/>
                  <a:ahLst/>
                  <a:cxnLst>
                    <a:cxn ang="0">
                      <a:pos x="84" y="8"/>
                    </a:cxn>
                    <a:cxn ang="0">
                      <a:pos x="13" y="14"/>
                    </a:cxn>
                    <a:cxn ang="0">
                      <a:pos x="79" y="14"/>
                    </a:cxn>
                    <a:cxn ang="0">
                      <a:pos x="68" y="28"/>
                    </a:cxn>
                    <a:cxn ang="0">
                      <a:pos x="68" y="34"/>
                    </a:cxn>
                    <a:cxn ang="0">
                      <a:pos x="36" y="49"/>
                    </a:cxn>
                    <a:cxn ang="0">
                      <a:pos x="60" y="43"/>
                    </a:cxn>
                    <a:cxn ang="0">
                      <a:pos x="60" y="51"/>
                    </a:cxn>
                    <a:cxn ang="0">
                      <a:pos x="66" y="54"/>
                    </a:cxn>
                    <a:cxn ang="0">
                      <a:pos x="8" y="88"/>
                    </a:cxn>
                    <a:cxn ang="0">
                      <a:pos x="63" y="71"/>
                    </a:cxn>
                    <a:cxn ang="0">
                      <a:pos x="49" y="94"/>
                    </a:cxn>
                    <a:cxn ang="0">
                      <a:pos x="8" y="109"/>
                    </a:cxn>
                    <a:cxn ang="0">
                      <a:pos x="52" y="97"/>
                    </a:cxn>
                    <a:cxn ang="0">
                      <a:pos x="18" y="122"/>
                    </a:cxn>
                    <a:cxn ang="0">
                      <a:pos x="39" y="111"/>
                    </a:cxn>
                    <a:cxn ang="0">
                      <a:pos x="52" y="109"/>
                    </a:cxn>
                    <a:cxn ang="0">
                      <a:pos x="52" y="117"/>
                    </a:cxn>
                    <a:cxn ang="0">
                      <a:pos x="44" y="133"/>
                    </a:cxn>
                    <a:cxn ang="0">
                      <a:pos x="5" y="154"/>
                    </a:cxn>
                    <a:cxn ang="0">
                      <a:pos x="49" y="136"/>
                    </a:cxn>
                    <a:cxn ang="0">
                      <a:pos x="42" y="160"/>
                    </a:cxn>
                    <a:cxn ang="0">
                      <a:pos x="32" y="174"/>
                    </a:cxn>
                    <a:cxn ang="0">
                      <a:pos x="36" y="174"/>
                    </a:cxn>
                    <a:cxn ang="0">
                      <a:pos x="36" y="182"/>
                    </a:cxn>
                    <a:cxn ang="0">
                      <a:pos x="8" y="202"/>
                    </a:cxn>
                    <a:cxn ang="0">
                      <a:pos x="32" y="199"/>
                    </a:cxn>
                    <a:cxn ang="0">
                      <a:pos x="32" y="202"/>
                    </a:cxn>
                    <a:cxn ang="0">
                      <a:pos x="34" y="211"/>
                    </a:cxn>
                    <a:cxn ang="0">
                      <a:pos x="28" y="228"/>
                    </a:cxn>
                    <a:cxn ang="0">
                      <a:pos x="34" y="237"/>
                    </a:cxn>
                    <a:cxn ang="0">
                      <a:pos x="36" y="273"/>
                    </a:cxn>
                    <a:cxn ang="0">
                      <a:pos x="42" y="228"/>
                    </a:cxn>
                    <a:cxn ang="0">
                      <a:pos x="86" y="325"/>
                    </a:cxn>
                    <a:cxn ang="0">
                      <a:pos x="60" y="211"/>
                    </a:cxn>
                    <a:cxn ang="0">
                      <a:pos x="60" y="208"/>
                    </a:cxn>
                    <a:cxn ang="0">
                      <a:pos x="63" y="199"/>
                    </a:cxn>
                    <a:cxn ang="0">
                      <a:pos x="100" y="256"/>
                    </a:cxn>
                    <a:cxn ang="0">
                      <a:pos x="76" y="225"/>
                    </a:cxn>
                    <a:cxn ang="0">
                      <a:pos x="68" y="174"/>
                    </a:cxn>
                    <a:cxn ang="0">
                      <a:pos x="70" y="160"/>
                    </a:cxn>
                    <a:cxn ang="0">
                      <a:pos x="84" y="193"/>
                    </a:cxn>
                    <a:cxn ang="0">
                      <a:pos x="76" y="142"/>
                    </a:cxn>
                    <a:cxn ang="0">
                      <a:pos x="89" y="133"/>
                    </a:cxn>
                    <a:cxn ang="0">
                      <a:pos x="100" y="168"/>
                    </a:cxn>
                    <a:cxn ang="0">
                      <a:pos x="86" y="109"/>
                    </a:cxn>
                    <a:cxn ang="0">
                      <a:pos x="89" y="102"/>
                    </a:cxn>
                    <a:cxn ang="0">
                      <a:pos x="92" y="74"/>
                    </a:cxn>
                    <a:cxn ang="0">
                      <a:pos x="105" y="76"/>
                    </a:cxn>
                    <a:cxn ang="0">
                      <a:pos x="152" y="151"/>
                    </a:cxn>
                    <a:cxn ang="0">
                      <a:pos x="118" y="109"/>
                    </a:cxn>
                    <a:cxn ang="0">
                      <a:pos x="100" y="49"/>
                    </a:cxn>
                    <a:cxn ang="0">
                      <a:pos x="105" y="38"/>
                    </a:cxn>
                    <a:cxn ang="0">
                      <a:pos x="128" y="71"/>
                    </a:cxn>
                    <a:cxn ang="0">
                      <a:pos x="123" y="68"/>
                    </a:cxn>
                    <a:cxn ang="0">
                      <a:pos x="113" y="22"/>
                    </a:cxn>
                    <a:cxn ang="0">
                      <a:pos x="142" y="68"/>
                    </a:cxn>
                    <a:cxn ang="0">
                      <a:pos x="123" y="46"/>
                    </a:cxn>
                    <a:cxn ang="0">
                      <a:pos x="108" y="2"/>
                    </a:cxn>
                  </a:cxnLst>
                  <a:rect l="0" t="0" r="r" b="b"/>
                  <a:pathLst>
                    <a:path w="186" h="326">
                      <a:moveTo>
                        <a:pt x="104" y="4"/>
                      </a:moveTo>
                      <a:lnTo>
                        <a:pt x="92" y="0"/>
                      </a:lnTo>
                      <a:lnTo>
                        <a:pt x="84" y="8"/>
                      </a:lnTo>
                      <a:lnTo>
                        <a:pt x="76" y="11"/>
                      </a:lnTo>
                      <a:lnTo>
                        <a:pt x="58" y="14"/>
                      </a:lnTo>
                      <a:lnTo>
                        <a:pt x="13" y="14"/>
                      </a:lnTo>
                      <a:lnTo>
                        <a:pt x="58" y="16"/>
                      </a:lnTo>
                      <a:lnTo>
                        <a:pt x="70" y="11"/>
                      </a:lnTo>
                      <a:lnTo>
                        <a:pt x="79" y="14"/>
                      </a:lnTo>
                      <a:lnTo>
                        <a:pt x="68" y="19"/>
                      </a:lnTo>
                      <a:lnTo>
                        <a:pt x="76" y="19"/>
                      </a:lnTo>
                      <a:lnTo>
                        <a:pt x="68" y="28"/>
                      </a:lnTo>
                      <a:lnTo>
                        <a:pt x="10" y="76"/>
                      </a:lnTo>
                      <a:lnTo>
                        <a:pt x="70" y="28"/>
                      </a:lnTo>
                      <a:lnTo>
                        <a:pt x="68" y="34"/>
                      </a:lnTo>
                      <a:lnTo>
                        <a:pt x="60" y="43"/>
                      </a:lnTo>
                      <a:lnTo>
                        <a:pt x="52" y="46"/>
                      </a:lnTo>
                      <a:lnTo>
                        <a:pt x="36" y="49"/>
                      </a:lnTo>
                      <a:lnTo>
                        <a:pt x="10" y="43"/>
                      </a:lnTo>
                      <a:lnTo>
                        <a:pt x="52" y="49"/>
                      </a:lnTo>
                      <a:lnTo>
                        <a:pt x="60" y="43"/>
                      </a:lnTo>
                      <a:lnTo>
                        <a:pt x="68" y="40"/>
                      </a:lnTo>
                      <a:lnTo>
                        <a:pt x="66" y="49"/>
                      </a:lnTo>
                      <a:lnTo>
                        <a:pt x="60" y="51"/>
                      </a:lnTo>
                      <a:lnTo>
                        <a:pt x="8" y="79"/>
                      </a:lnTo>
                      <a:lnTo>
                        <a:pt x="60" y="54"/>
                      </a:lnTo>
                      <a:lnTo>
                        <a:pt x="66" y="54"/>
                      </a:lnTo>
                      <a:lnTo>
                        <a:pt x="60" y="62"/>
                      </a:lnTo>
                      <a:lnTo>
                        <a:pt x="52" y="71"/>
                      </a:lnTo>
                      <a:lnTo>
                        <a:pt x="8" y="88"/>
                      </a:lnTo>
                      <a:lnTo>
                        <a:pt x="58" y="68"/>
                      </a:lnTo>
                      <a:lnTo>
                        <a:pt x="60" y="68"/>
                      </a:lnTo>
                      <a:lnTo>
                        <a:pt x="63" y="71"/>
                      </a:lnTo>
                      <a:lnTo>
                        <a:pt x="52" y="82"/>
                      </a:lnTo>
                      <a:lnTo>
                        <a:pt x="63" y="79"/>
                      </a:lnTo>
                      <a:lnTo>
                        <a:pt x="49" y="94"/>
                      </a:lnTo>
                      <a:lnTo>
                        <a:pt x="39" y="102"/>
                      </a:lnTo>
                      <a:lnTo>
                        <a:pt x="18" y="109"/>
                      </a:lnTo>
                      <a:lnTo>
                        <a:pt x="8" y="109"/>
                      </a:lnTo>
                      <a:lnTo>
                        <a:pt x="26" y="106"/>
                      </a:lnTo>
                      <a:lnTo>
                        <a:pt x="47" y="99"/>
                      </a:lnTo>
                      <a:lnTo>
                        <a:pt x="52" y="97"/>
                      </a:lnTo>
                      <a:lnTo>
                        <a:pt x="47" y="106"/>
                      </a:lnTo>
                      <a:lnTo>
                        <a:pt x="36" y="117"/>
                      </a:lnTo>
                      <a:lnTo>
                        <a:pt x="18" y="122"/>
                      </a:lnTo>
                      <a:lnTo>
                        <a:pt x="0" y="128"/>
                      </a:lnTo>
                      <a:lnTo>
                        <a:pt x="23" y="120"/>
                      </a:lnTo>
                      <a:lnTo>
                        <a:pt x="39" y="111"/>
                      </a:lnTo>
                      <a:lnTo>
                        <a:pt x="52" y="102"/>
                      </a:lnTo>
                      <a:lnTo>
                        <a:pt x="55" y="99"/>
                      </a:lnTo>
                      <a:lnTo>
                        <a:pt x="52" y="109"/>
                      </a:lnTo>
                      <a:lnTo>
                        <a:pt x="58" y="106"/>
                      </a:lnTo>
                      <a:lnTo>
                        <a:pt x="63" y="109"/>
                      </a:lnTo>
                      <a:lnTo>
                        <a:pt x="52" y="117"/>
                      </a:lnTo>
                      <a:lnTo>
                        <a:pt x="52" y="122"/>
                      </a:lnTo>
                      <a:lnTo>
                        <a:pt x="39" y="133"/>
                      </a:lnTo>
                      <a:lnTo>
                        <a:pt x="44" y="133"/>
                      </a:lnTo>
                      <a:lnTo>
                        <a:pt x="39" y="140"/>
                      </a:lnTo>
                      <a:lnTo>
                        <a:pt x="21" y="151"/>
                      </a:lnTo>
                      <a:lnTo>
                        <a:pt x="5" y="154"/>
                      </a:lnTo>
                      <a:lnTo>
                        <a:pt x="28" y="147"/>
                      </a:lnTo>
                      <a:lnTo>
                        <a:pt x="42" y="140"/>
                      </a:lnTo>
                      <a:lnTo>
                        <a:pt x="49" y="136"/>
                      </a:lnTo>
                      <a:lnTo>
                        <a:pt x="49" y="145"/>
                      </a:lnTo>
                      <a:lnTo>
                        <a:pt x="49" y="147"/>
                      </a:lnTo>
                      <a:lnTo>
                        <a:pt x="42" y="160"/>
                      </a:lnTo>
                      <a:lnTo>
                        <a:pt x="34" y="168"/>
                      </a:lnTo>
                      <a:lnTo>
                        <a:pt x="39" y="168"/>
                      </a:lnTo>
                      <a:lnTo>
                        <a:pt x="32" y="174"/>
                      </a:lnTo>
                      <a:lnTo>
                        <a:pt x="5" y="188"/>
                      </a:lnTo>
                      <a:lnTo>
                        <a:pt x="23" y="179"/>
                      </a:lnTo>
                      <a:lnTo>
                        <a:pt x="36" y="174"/>
                      </a:lnTo>
                      <a:lnTo>
                        <a:pt x="36" y="182"/>
                      </a:lnTo>
                      <a:lnTo>
                        <a:pt x="28" y="185"/>
                      </a:lnTo>
                      <a:lnTo>
                        <a:pt x="36" y="182"/>
                      </a:lnTo>
                      <a:lnTo>
                        <a:pt x="36" y="188"/>
                      </a:lnTo>
                      <a:lnTo>
                        <a:pt x="32" y="193"/>
                      </a:lnTo>
                      <a:lnTo>
                        <a:pt x="8" y="202"/>
                      </a:lnTo>
                      <a:lnTo>
                        <a:pt x="28" y="193"/>
                      </a:lnTo>
                      <a:lnTo>
                        <a:pt x="28" y="196"/>
                      </a:lnTo>
                      <a:lnTo>
                        <a:pt x="32" y="199"/>
                      </a:lnTo>
                      <a:lnTo>
                        <a:pt x="8" y="219"/>
                      </a:lnTo>
                      <a:lnTo>
                        <a:pt x="26" y="204"/>
                      </a:lnTo>
                      <a:lnTo>
                        <a:pt x="32" y="202"/>
                      </a:lnTo>
                      <a:lnTo>
                        <a:pt x="34" y="208"/>
                      </a:lnTo>
                      <a:lnTo>
                        <a:pt x="28" y="213"/>
                      </a:lnTo>
                      <a:lnTo>
                        <a:pt x="34" y="211"/>
                      </a:lnTo>
                      <a:lnTo>
                        <a:pt x="28" y="228"/>
                      </a:lnTo>
                      <a:lnTo>
                        <a:pt x="5" y="248"/>
                      </a:lnTo>
                      <a:lnTo>
                        <a:pt x="28" y="228"/>
                      </a:lnTo>
                      <a:lnTo>
                        <a:pt x="26" y="237"/>
                      </a:lnTo>
                      <a:lnTo>
                        <a:pt x="34" y="228"/>
                      </a:lnTo>
                      <a:lnTo>
                        <a:pt x="34" y="237"/>
                      </a:lnTo>
                      <a:lnTo>
                        <a:pt x="36" y="276"/>
                      </a:lnTo>
                      <a:lnTo>
                        <a:pt x="60" y="325"/>
                      </a:lnTo>
                      <a:lnTo>
                        <a:pt x="36" y="273"/>
                      </a:lnTo>
                      <a:lnTo>
                        <a:pt x="36" y="253"/>
                      </a:lnTo>
                      <a:lnTo>
                        <a:pt x="39" y="239"/>
                      </a:lnTo>
                      <a:lnTo>
                        <a:pt x="42" y="228"/>
                      </a:lnTo>
                      <a:lnTo>
                        <a:pt x="47" y="208"/>
                      </a:lnTo>
                      <a:lnTo>
                        <a:pt x="52" y="216"/>
                      </a:lnTo>
                      <a:lnTo>
                        <a:pt x="86" y="325"/>
                      </a:lnTo>
                      <a:lnTo>
                        <a:pt x="55" y="216"/>
                      </a:lnTo>
                      <a:lnTo>
                        <a:pt x="55" y="204"/>
                      </a:lnTo>
                      <a:lnTo>
                        <a:pt x="60" y="211"/>
                      </a:lnTo>
                      <a:lnTo>
                        <a:pt x="66" y="316"/>
                      </a:lnTo>
                      <a:lnTo>
                        <a:pt x="63" y="225"/>
                      </a:lnTo>
                      <a:lnTo>
                        <a:pt x="60" y="208"/>
                      </a:lnTo>
                      <a:lnTo>
                        <a:pt x="58" y="202"/>
                      </a:lnTo>
                      <a:lnTo>
                        <a:pt x="60" y="188"/>
                      </a:lnTo>
                      <a:lnTo>
                        <a:pt x="63" y="199"/>
                      </a:lnTo>
                      <a:lnTo>
                        <a:pt x="70" y="222"/>
                      </a:lnTo>
                      <a:lnTo>
                        <a:pt x="79" y="237"/>
                      </a:lnTo>
                      <a:lnTo>
                        <a:pt x="100" y="256"/>
                      </a:lnTo>
                      <a:lnTo>
                        <a:pt x="145" y="294"/>
                      </a:lnTo>
                      <a:lnTo>
                        <a:pt x="86" y="239"/>
                      </a:lnTo>
                      <a:lnTo>
                        <a:pt x="76" y="225"/>
                      </a:lnTo>
                      <a:lnTo>
                        <a:pt x="70" y="216"/>
                      </a:lnTo>
                      <a:lnTo>
                        <a:pt x="66" y="204"/>
                      </a:lnTo>
                      <a:lnTo>
                        <a:pt x="68" y="174"/>
                      </a:lnTo>
                      <a:lnTo>
                        <a:pt x="70" y="182"/>
                      </a:lnTo>
                      <a:lnTo>
                        <a:pt x="70" y="165"/>
                      </a:lnTo>
                      <a:lnTo>
                        <a:pt x="70" y="160"/>
                      </a:lnTo>
                      <a:lnTo>
                        <a:pt x="76" y="174"/>
                      </a:lnTo>
                      <a:lnTo>
                        <a:pt x="126" y="279"/>
                      </a:lnTo>
                      <a:lnTo>
                        <a:pt x="84" y="193"/>
                      </a:lnTo>
                      <a:lnTo>
                        <a:pt x="79" y="185"/>
                      </a:lnTo>
                      <a:lnTo>
                        <a:pt x="76" y="174"/>
                      </a:lnTo>
                      <a:lnTo>
                        <a:pt x="76" y="142"/>
                      </a:lnTo>
                      <a:lnTo>
                        <a:pt x="79" y="145"/>
                      </a:lnTo>
                      <a:lnTo>
                        <a:pt x="81" y="128"/>
                      </a:lnTo>
                      <a:lnTo>
                        <a:pt x="89" y="133"/>
                      </a:lnTo>
                      <a:lnTo>
                        <a:pt x="128" y="251"/>
                      </a:lnTo>
                      <a:lnTo>
                        <a:pt x="108" y="193"/>
                      </a:lnTo>
                      <a:lnTo>
                        <a:pt x="100" y="168"/>
                      </a:lnTo>
                      <a:lnTo>
                        <a:pt x="89" y="145"/>
                      </a:lnTo>
                      <a:lnTo>
                        <a:pt x="89" y="131"/>
                      </a:lnTo>
                      <a:lnTo>
                        <a:pt x="86" y="109"/>
                      </a:lnTo>
                      <a:lnTo>
                        <a:pt x="92" y="111"/>
                      </a:lnTo>
                      <a:lnTo>
                        <a:pt x="113" y="228"/>
                      </a:lnTo>
                      <a:lnTo>
                        <a:pt x="89" y="102"/>
                      </a:lnTo>
                      <a:lnTo>
                        <a:pt x="89" y="91"/>
                      </a:lnTo>
                      <a:lnTo>
                        <a:pt x="92" y="99"/>
                      </a:lnTo>
                      <a:lnTo>
                        <a:pt x="92" y="74"/>
                      </a:lnTo>
                      <a:lnTo>
                        <a:pt x="97" y="82"/>
                      </a:lnTo>
                      <a:lnTo>
                        <a:pt x="97" y="68"/>
                      </a:lnTo>
                      <a:lnTo>
                        <a:pt x="105" y="76"/>
                      </a:lnTo>
                      <a:lnTo>
                        <a:pt x="116" y="106"/>
                      </a:lnTo>
                      <a:lnTo>
                        <a:pt x="128" y="122"/>
                      </a:lnTo>
                      <a:lnTo>
                        <a:pt x="152" y="151"/>
                      </a:lnTo>
                      <a:lnTo>
                        <a:pt x="166" y="177"/>
                      </a:lnTo>
                      <a:lnTo>
                        <a:pt x="128" y="122"/>
                      </a:lnTo>
                      <a:lnTo>
                        <a:pt x="118" y="109"/>
                      </a:lnTo>
                      <a:lnTo>
                        <a:pt x="108" y="88"/>
                      </a:lnTo>
                      <a:lnTo>
                        <a:pt x="105" y="74"/>
                      </a:lnTo>
                      <a:lnTo>
                        <a:pt x="100" y="49"/>
                      </a:lnTo>
                      <a:lnTo>
                        <a:pt x="102" y="51"/>
                      </a:lnTo>
                      <a:lnTo>
                        <a:pt x="108" y="49"/>
                      </a:lnTo>
                      <a:lnTo>
                        <a:pt x="105" y="38"/>
                      </a:lnTo>
                      <a:lnTo>
                        <a:pt x="110" y="49"/>
                      </a:lnTo>
                      <a:lnTo>
                        <a:pt x="116" y="60"/>
                      </a:lnTo>
                      <a:lnTo>
                        <a:pt x="128" y="71"/>
                      </a:lnTo>
                      <a:lnTo>
                        <a:pt x="148" y="82"/>
                      </a:lnTo>
                      <a:lnTo>
                        <a:pt x="185" y="111"/>
                      </a:lnTo>
                      <a:lnTo>
                        <a:pt x="123" y="68"/>
                      </a:lnTo>
                      <a:lnTo>
                        <a:pt x="116" y="57"/>
                      </a:lnTo>
                      <a:lnTo>
                        <a:pt x="113" y="51"/>
                      </a:lnTo>
                      <a:lnTo>
                        <a:pt x="113" y="22"/>
                      </a:lnTo>
                      <a:lnTo>
                        <a:pt x="118" y="31"/>
                      </a:lnTo>
                      <a:lnTo>
                        <a:pt x="126" y="46"/>
                      </a:lnTo>
                      <a:lnTo>
                        <a:pt x="142" y="68"/>
                      </a:lnTo>
                      <a:lnTo>
                        <a:pt x="163" y="91"/>
                      </a:lnTo>
                      <a:lnTo>
                        <a:pt x="168" y="102"/>
                      </a:lnTo>
                      <a:lnTo>
                        <a:pt x="123" y="46"/>
                      </a:lnTo>
                      <a:lnTo>
                        <a:pt x="118" y="25"/>
                      </a:lnTo>
                      <a:lnTo>
                        <a:pt x="120" y="11"/>
                      </a:lnTo>
                      <a:lnTo>
                        <a:pt x="108" y="2"/>
                      </a:lnTo>
                      <a:lnTo>
                        <a:pt x="104" y="4"/>
                      </a:lnTo>
                    </a:path>
                  </a:pathLst>
                </a:custGeom>
                <a:solidFill>
                  <a:srgbClr val="CEDA9D"/>
                </a:solidFill>
                <a:ln w="9525" cap="rnd">
                  <a:noFill/>
                  <a:round/>
                </a:ln>
                <a:effectLst/>
              </p:spPr>
              <p:txBody>
                <a:bodyPr/>
                <a:lstStyle/>
                <a:p>
                  <a:endParaRPr lang="zh-CN" altLang="en-US"/>
                </a:p>
              </p:txBody>
            </p:sp>
          </p:grpSp>
          <p:sp>
            <p:nvSpPr>
              <p:cNvPr id="1063" name="Freeform 39"/>
              <p:cNvSpPr/>
              <p:nvPr/>
            </p:nvSpPr>
            <p:spPr bwMode="ltGray">
              <a:xfrm>
                <a:off x="43" y="3130"/>
                <a:ext cx="108" cy="566"/>
              </a:xfrm>
              <a:custGeom>
                <a:avLst/>
                <a:gdLst/>
                <a:ahLst/>
                <a:cxnLst>
                  <a:cxn ang="0">
                    <a:pos x="48" y="15"/>
                  </a:cxn>
                  <a:cxn ang="0">
                    <a:pos x="8" y="24"/>
                  </a:cxn>
                  <a:cxn ang="0">
                    <a:pos x="45" y="24"/>
                  </a:cxn>
                  <a:cxn ang="0">
                    <a:pos x="38" y="50"/>
                  </a:cxn>
                  <a:cxn ang="0">
                    <a:pos x="38" y="59"/>
                  </a:cxn>
                  <a:cxn ang="0">
                    <a:pos x="20" y="83"/>
                  </a:cxn>
                  <a:cxn ang="0">
                    <a:pos x="35" y="75"/>
                  </a:cxn>
                  <a:cxn ang="0">
                    <a:pos x="35" y="90"/>
                  </a:cxn>
                  <a:cxn ang="0">
                    <a:pos x="38" y="94"/>
                  </a:cxn>
                  <a:cxn ang="0">
                    <a:pos x="3" y="154"/>
                  </a:cxn>
                  <a:cxn ang="0">
                    <a:pos x="36" y="124"/>
                  </a:cxn>
                  <a:cxn ang="0">
                    <a:pos x="28" y="163"/>
                  </a:cxn>
                  <a:cxn ang="0">
                    <a:pos x="3" y="188"/>
                  </a:cxn>
                  <a:cxn ang="0">
                    <a:pos x="30" y="168"/>
                  </a:cxn>
                  <a:cxn ang="0">
                    <a:pos x="10" y="214"/>
                  </a:cxn>
                  <a:cxn ang="0">
                    <a:pos x="21" y="192"/>
                  </a:cxn>
                  <a:cxn ang="0">
                    <a:pos x="30" y="188"/>
                  </a:cxn>
                  <a:cxn ang="0">
                    <a:pos x="30" y="203"/>
                  </a:cxn>
                  <a:cxn ang="0">
                    <a:pos x="26" y="232"/>
                  </a:cxn>
                  <a:cxn ang="0">
                    <a:pos x="2" y="267"/>
                  </a:cxn>
                  <a:cxn ang="0">
                    <a:pos x="28" y="238"/>
                  </a:cxn>
                  <a:cxn ang="0">
                    <a:pos x="24" y="278"/>
                  </a:cxn>
                  <a:cxn ang="0">
                    <a:pos x="18" y="302"/>
                  </a:cxn>
                  <a:cxn ang="0">
                    <a:pos x="20" y="302"/>
                  </a:cxn>
                  <a:cxn ang="0">
                    <a:pos x="20" y="318"/>
                  </a:cxn>
                  <a:cxn ang="0">
                    <a:pos x="3" y="351"/>
                  </a:cxn>
                  <a:cxn ang="0">
                    <a:pos x="18" y="347"/>
                  </a:cxn>
                  <a:cxn ang="0">
                    <a:pos x="18" y="351"/>
                  </a:cxn>
                  <a:cxn ang="0">
                    <a:pos x="19" y="367"/>
                  </a:cxn>
                  <a:cxn ang="0">
                    <a:pos x="16" y="396"/>
                  </a:cxn>
                  <a:cxn ang="0">
                    <a:pos x="19" y="411"/>
                  </a:cxn>
                  <a:cxn ang="0">
                    <a:pos x="20" y="475"/>
                  </a:cxn>
                  <a:cxn ang="0">
                    <a:pos x="24" y="396"/>
                  </a:cxn>
                  <a:cxn ang="0">
                    <a:pos x="50" y="565"/>
                  </a:cxn>
                  <a:cxn ang="0">
                    <a:pos x="35" y="367"/>
                  </a:cxn>
                  <a:cxn ang="0">
                    <a:pos x="35" y="362"/>
                  </a:cxn>
                  <a:cxn ang="0">
                    <a:pos x="36" y="347"/>
                  </a:cxn>
                  <a:cxn ang="0">
                    <a:pos x="58" y="446"/>
                  </a:cxn>
                  <a:cxn ang="0">
                    <a:pos x="44" y="391"/>
                  </a:cxn>
                  <a:cxn ang="0">
                    <a:pos x="38" y="302"/>
                  </a:cxn>
                  <a:cxn ang="0">
                    <a:pos x="40" y="278"/>
                  </a:cxn>
                  <a:cxn ang="0">
                    <a:pos x="48" y="336"/>
                  </a:cxn>
                  <a:cxn ang="0">
                    <a:pos x="44" y="248"/>
                  </a:cxn>
                  <a:cxn ang="0">
                    <a:pos x="52" y="232"/>
                  </a:cxn>
                  <a:cxn ang="0">
                    <a:pos x="58" y="292"/>
                  </a:cxn>
                  <a:cxn ang="0">
                    <a:pos x="50" y="188"/>
                  </a:cxn>
                  <a:cxn ang="0">
                    <a:pos x="52" y="177"/>
                  </a:cxn>
                  <a:cxn ang="0">
                    <a:pos x="53" y="128"/>
                  </a:cxn>
                  <a:cxn ang="0">
                    <a:pos x="61" y="135"/>
                  </a:cxn>
                  <a:cxn ang="0">
                    <a:pos x="88" y="263"/>
                  </a:cxn>
                  <a:cxn ang="0">
                    <a:pos x="68" y="188"/>
                  </a:cxn>
                  <a:cxn ang="0">
                    <a:pos x="58" y="83"/>
                  </a:cxn>
                  <a:cxn ang="0">
                    <a:pos x="61" y="65"/>
                  </a:cxn>
                  <a:cxn ang="0">
                    <a:pos x="74" y="124"/>
                  </a:cxn>
                  <a:cxn ang="0">
                    <a:pos x="71" y="118"/>
                  </a:cxn>
                  <a:cxn ang="0">
                    <a:pos x="65" y="40"/>
                  </a:cxn>
                  <a:cxn ang="0">
                    <a:pos x="82" y="118"/>
                  </a:cxn>
                  <a:cxn ang="0">
                    <a:pos x="71" y="79"/>
                  </a:cxn>
                  <a:cxn ang="0">
                    <a:pos x="62" y="4"/>
                  </a:cxn>
                </a:cxnLst>
                <a:rect l="0" t="0" r="r" b="b"/>
                <a:pathLst>
                  <a:path w="108" h="566">
                    <a:moveTo>
                      <a:pt x="60" y="7"/>
                    </a:moveTo>
                    <a:lnTo>
                      <a:pt x="53" y="0"/>
                    </a:lnTo>
                    <a:lnTo>
                      <a:pt x="48" y="15"/>
                    </a:lnTo>
                    <a:lnTo>
                      <a:pt x="44" y="19"/>
                    </a:lnTo>
                    <a:lnTo>
                      <a:pt x="33" y="24"/>
                    </a:lnTo>
                    <a:lnTo>
                      <a:pt x="8" y="24"/>
                    </a:lnTo>
                    <a:lnTo>
                      <a:pt x="33" y="29"/>
                    </a:lnTo>
                    <a:lnTo>
                      <a:pt x="40" y="19"/>
                    </a:lnTo>
                    <a:lnTo>
                      <a:pt x="45" y="24"/>
                    </a:lnTo>
                    <a:lnTo>
                      <a:pt x="38" y="35"/>
                    </a:lnTo>
                    <a:lnTo>
                      <a:pt x="44" y="35"/>
                    </a:lnTo>
                    <a:lnTo>
                      <a:pt x="38" y="50"/>
                    </a:lnTo>
                    <a:lnTo>
                      <a:pt x="5" y="135"/>
                    </a:lnTo>
                    <a:lnTo>
                      <a:pt x="40" y="50"/>
                    </a:lnTo>
                    <a:lnTo>
                      <a:pt x="38" y="59"/>
                    </a:lnTo>
                    <a:lnTo>
                      <a:pt x="35" y="75"/>
                    </a:lnTo>
                    <a:lnTo>
                      <a:pt x="30" y="79"/>
                    </a:lnTo>
                    <a:lnTo>
                      <a:pt x="20" y="83"/>
                    </a:lnTo>
                    <a:lnTo>
                      <a:pt x="5" y="75"/>
                    </a:lnTo>
                    <a:lnTo>
                      <a:pt x="30" y="83"/>
                    </a:lnTo>
                    <a:lnTo>
                      <a:pt x="35" y="75"/>
                    </a:lnTo>
                    <a:lnTo>
                      <a:pt x="38" y="68"/>
                    </a:lnTo>
                    <a:lnTo>
                      <a:pt x="38" y="83"/>
                    </a:lnTo>
                    <a:lnTo>
                      <a:pt x="35" y="90"/>
                    </a:lnTo>
                    <a:lnTo>
                      <a:pt x="3" y="139"/>
                    </a:lnTo>
                    <a:lnTo>
                      <a:pt x="35" y="94"/>
                    </a:lnTo>
                    <a:lnTo>
                      <a:pt x="38" y="94"/>
                    </a:lnTo>
                    <a:lnTo>
                      <a:pt x="35" y="108"/>
                    </a:lnTo>
                    <a:lnTo>
                      <a:pt x="30" y="124"/>
                    </a:lnTo>
                    <a:lnTo>
                      <a:pt x="3" y="154"/>
                    </a:lnTo>
                    <a:lnTo>
                      <a:pt x="33" y="118"/>
                    </a:lnTo>
                    <a:lnTo>
                      <a:pt x="35" y="118"/>
                    </a:lnTo>
                    <a:lnTo>
                      <a:pt x="36" y="124"/>
                    </a:lnTo>
                    <a:lnTo>
                      <a:pt x="30" y="143"/>
                    </a:lnTo>
                    <a:lnTo>
                      <a:pt x="36" y="139"/>
                    </a:lnTo>
                    <a:lnTo>
                      <a:pt x="28" y="163"/>
                    </a:lnTo>
                    <a:lnTo>
                      <a:pt x="21" y="177"/>
                    </a:lnTo>
                    <a:lnTo>
                      <a:pt x="10" y="188"/>
                    </a:lnTo>
                    <a:lnTo>
                      <a:pt x="3" y="188"/>
                    </a:lnTo>
                    <a:lnTo>
                      <a:pt x="15" y="183"/>
                    </a:lnTo>
                    <a:lnTo>
                      <a:pt x="27" y="173"/>
                    </a:lnTo>
                    <a:lnTo>
                      <a:pt x="30" y="168"/>
                    </a:lnTo>
                    <a:lnTo>
                      <a:pt x="27" y="183"/>
                    </a:lnTo>
                    <a:lnTo>
                      <a:pt x="20" y="203"/>
                    </a:lnTo>
                    <a:lnTo>
                      <a:pt x="10" y="214"/>
                    </a:lnTo>
                    <a:lnTo>
                      <a:pt x="0" y="221"/>
                    </a:lnTo>
                    <a:lnTo>
                      <a:pt x="13" y="208"/>
                    </a:lnTo>
                    <a:lnTo>
                      <a:pt x="21" y="192"/>
                    </a:lnTo>
                    <a:lnTo>
                      <a:pt x="30" y="177"/>
                    </a:lnTo>
                    <a:lnTo>
                      <a:pt x="31" y="173"/>
                    </a:lnTo>
                    <a:lnTo>
                      <a:pt x="30" y="188"/>
                    </a:lnTo>
                    <a:lnTo>
                      <a:pt x="33" y="183"/>
                    </a:lnTo>
                    <a:lnTo>
                      <a:pt x="36" y="188"/>
                    </a:lnTo>
                    <a:lnTo>
                      <a:pt x="30" y="203"/>
                    </a:lnTo>
                    <a:lnTo>
                      <a:pt x="30" y="214"/>
                    </a:lnTo>
                    <a:lnTo>
                      <a:pt x="21" y="232"/>
                    </a:lnTo>
                    <a:lnTo>
                      <a:pt x="26" y="232"/>
                    </a:lnTo>
                    <a:lnTo>
                      <a:pt x="21" y="243"/>
                    </a:lnTo>
                    <a:lnTo>
                      <a:pt x="11" y="263"/>
                    </a:lnTo>
                    <a:lnTo>
                      <a:pt x="2" y="267"/>
                    </a:lnTo>
                    <a:lnTo>
                      <a:pt x="16" y="256"/>
                    </a:lnTo>
                    <a:lnTo>
                      <a:pt x="24" y="243"/>
                    </a:lnTo>
                    <a:lnTo>
                      <a:pt x="28" y="238"/>
                    </a:lnTo>
                    <a:lnTo>
                      <a:pt x="28" y="252"/>
                    </a:lnTo>
                    <a:lnTo>
                      <a:pt x="28" y="256"/>
                    </a:lnTo>
                    <a:lnTo>
                      <a:pt x="24" y="278"/>
                    </a:lnTo>
                    <a:lnTo>
                      <a:pt x="19" y="292"/>
                    </a:lnTo>
                    <a:lnTo>
                      <a:pt x="21" y="292"/>
                    </a:lnTo>
                    <a:lnTo>
                      <a:pt x="18" y="302"/>
                    </a:lnTo>
                    <a:lnTo>
                      <a:pt x="2" y="327"/>
                    </a:lnTo>
                    <a:lnTo>
                      <a:pt x="13" y="312"/>
                    </a:lnTo>
                    <a:lnTo>
                      <a:pt x="20" y="302"/>
                    </a:lnTo>
                    <a:lnTo>
                      <a:pt x="20" y="318"/>
                    </a:lnTo>
                    <a:lnTo>
                      <a:pt x="16" y="321"/>
                    </a:lnTo>
                    <a:lnTo>
                      <a:pt x="20" y="318"/>
                    </a:lnTo>
                    <a:lnTo>
                      <a:pt x="20" y="327"/>
                    </a:lnTo>
                    <a:lnTo>
                      <a:pt x="18" y="336"/>
                    </a:lnTo>
                    <a:lnTo>
                      <a:pt x="3" y="351"/>
                    </a:lnTo>
                    <a:lnTo>
                      <a:pt x="16" y="336"/>
                    </a:lnTo>
                    <a:lnTo>
                      <a:pt x="16" y="343"/>
                    </a:lnTo>
                    <a:lnTo>
                      <a:pt x="18" y="347"/>
                    </a:lnTo>
                    <a:lnTo>
                      <a:pt x="3" y="381"/>
                    </a:lnTo>
                    <a:lnTo>
                      <a:pt x="15" y="356"/>
                    </a:lnTo>
                    <a:lnTo>
                      <a:pt x="18" y="351"/>
                    </a:lnTo>
                    <a:lnTo>
                      <a:pt x="19" y="362"/>
                    </a:lnTo>
                    <a:lnTo>
                      <a:pt x="16" y="372"/>
                    </a:lnTo>
                    <a:lnTo>
                      <a:pt x="19" y="367"/>
                    </a:lnTo>
                    <a:lnTo>
                      <a:pt x="16" y="396"/>
                    </a:lnTo>
                    <a:lnTo>
                      <a:pt x="2" y="429"/>
                    </a:lnTo>
                    <a:lnTo>
                      <a:pt x="16" y="396"/>
                    </a:lnTo>
                    <a:lnTo>
                      <a:pt x="15" y="411"/>
                    </a:lnTo>
                    <a:lnTo>
                      <a:pt x="19" y="396"/>
                    </a:lnTo>
                    <a:lnTo>
                      <a:pt x="19" y="411"/>
                    </a:lnTo>
                    <a:lnTo>
                      <a:pt x="20" y="481"/>
                    </a:lnTo>
                    <a:lnTo>
                      <a:pt x="35" y="565"/>
                    </a:lnTo>
                    <a:lnTo>
                      <a:pt x="20" y="475"/>
                    </a:lnTo>
                    <a:lnTo>
                      <a:pt x="20" y="440"/>
                    </a:lnTo>
                    <a:lnTo>
                      <a:pt x="21" y="416"/>
                    </a:lnTo>
                    <a:lnTo>
                      <a:pt x="24" y="396"/>
                    </a:lnTo>
                    <a:lnTo>
                      <a:pt x="27" y="362"/>
                    </a:lnTo>
                    <a:lnTo>
                      <a:pt x="30" y="376"/>
                    </a:lnTo>
                    <a:lnTo>
                      <a:pt x="50" y="565"/>
                    </a:lnTo>
                    <a:lnTo>
                      <a:pt x="31" y="376"/>
                    </a:lnTo>
                    <a:lnTo>
                      <a:pt x="31" y="356"/>
                    </a:lnTo>
                    <a:lnTo>
                      <a:pt x="35" y="367"/>
                    </a:lnTo>
                    <a:lnTo>
                      <a:pt x="38" y="551"/>
                    </a:lnTo>
                    <a:lnTo>
                      <a:pt x="36" y="391"/>
                    </a:lnTo>
                    <a:lnTo>
                      <a:pt x="35" y="362"/>
                    </a:lnTo>
                    <a:lnTo>
                      <a:pt x="33" y="351"/>
                    </a:lnTo>
                    <a:lnTo>
                      <a:pt x="35" y="327"/>
                    </a:lnTo>
                    <a:lnTo>
                      <a:pt x="36" y="347"/>
                    </a:lnTo>
                    <a:lnTo>
                      <a:pt x="40" y="387"/>
                    </a:lnTo>
                    <a:lnTo>
                      <a:pt x="45" y="411"/>
                    </a:lnTo>
                    <a:lnTo>
                      <a:pt x="58" y="446"/>
                    </a:lnTo>
                    <a:lnTo>
                      <a:pt x="83" y="511"/>
                    </a:lnTo>
                    <a:lnTo>
                      <a:pt x="50" y="416"/>
                    </a:lnTo>
                    <a:lnTo>
                      <a:pt x="44" y="391"/>
                    </a:lnTo>
                    <a:lnTo>
                      <a:pt x="40" y="376"/>
                    </a:lnTo>
                    <a:lnTo>
                      <a:pt x="38" y="356"/>
                    </a:lnTo>
                    <a:lnTo>
                      <a:pt x="38" y="302"/>
                    </a:lnTo>
                    <a:lnTo>
                      <a:pt x="40" y="318"/>
                    </a:lnTo>
                    <a:lnTo>
                      <a:pt x="40" y="287"/>
                    </a:lnTo>
                    <a:lnTo>
                      <a:pt x="40" y="278"/>
                    </a:lnTo>
                    <a:lnTo>
                      <a:pt x="44" y="302"/>
                    </a:lnTo>
                    <a:lnTo>
                      <a:pt x="73" y="485"/>
                    </a:lnTo>
                    <a:lnTo>
                      <a:pt x="48" y="336"/>
                    </a:lnTo>
                    <a:lnTo>
                      <a:pt x="45" y="321"/>
                    </a:lnTo>
                    <a:lnTo>
                      <a:pt x="44" y="302"/>
                    </a:lnTo>
                    <a:lnTo>
                      <a:pt x="44" y="248"/>
                    </a:lnTo>
                    <a:lnTo>
                      <a:pt x="45" y="252"/>
                    </a:lnTo>
                    <a:lnTo>
                      <a:pt x="46" y="221"/>
                    </a:lnTo>
                    <a:lnTo>
                      <a:pt x="52" y="232"/>
                    </a:lnTo>
                    <a:lnTo>
                      <a:pt x="74" y="436"/>
                    </a:lnTo>
                    <a:lnTo>
                      <a:pt x="62" y="336"/>
                    </a:lnTo>
                    <a:lnTo>
                      <a:pt x="58" y="292"/>
                    </a:lnTo>
                    <a:lnTo>
                      <a:pt x="52" y="252"/>
                    </a:lnTo>
                    <a:lnTo>
                      <a:pt x="52" y="228"/>
                    </a:lnTo>
                    <a:lnTo>
                      <a:pt x="50" y="188"/>
                    </a:lnTo>
                    <a:lnTo>
                      <a:pt x="53" y="192"/>
                    </a:lnTo>
                    <a:lnTo>
                      <a:pt x="65" y="396"/>
                    </a:lnTo>
                    <a:lnTo>
                      <a:pt x="52" y="177"/>
                    </a:lnTo>
                    <a:lnTo>
                      <a:pt x="52" y="159"/>
                    </a:lnTo>
                    <a:lnTo>
                      <a:pt x="53" y="173"/>
                    </a:lnTo>
                    <a:lnTo>
                      <a:pt x="53" y="128"/>
                    </a:lnTo>
                    <a:lnTo>
                      <a:pt x="56" y="143"/>
                    </a:lnTo>
                    <a:lnTo>
                      <a:pt x="56" y="118"/>
                    </a:lnTo>
                    <a:lnTo>
                      <a:pt x="61" y="135"/>
                    </a:lnTo>
                    <a:lnTo>
                      <a:pt x="68" y="183"/>
                    </a:lnTo>
                    <a:lnTo>
                      <a:pt x="74" y="214"/>
                    </a:lnTo>
                    <a:lnTo>
                      <a:pt x="88" y="263"/>
                    </a:lnTo>
                    <a:lnTo>
                      <a:pt x="96" y="308"/>
                    </a:lnTo>
                    <a:lnTo>
                      <a:pt x="74" y="214"/>
                    </a:lnTo>
                    <a:lnTo>
                      <a:pt x="68" y="188"/>
                    </a:lnTo>
                    <a:lnTo>
                      <a:pt x="62" y="154"/>
                    </a:lnTo>
                    <a:lnTo>
                      <a:pt x="61" y="128"/>
                    </a:lnTo>
                    <a:lnTo>
                      <a:pt x="58" y="83"/>
                    </a:lnTo>
                    <a:lnTo>
                      <a:pt x="60" y="90"/>
                    </a:lnTo>
                    <a:lnTo>
                      <a:pt x="62" y="83"/>
                    </a:lnTo>
                    <a:lnTo>
                      <a:pt x="61" y="65"/>
                    </a:lnTo>
                    <a:lnTo>
                      <a:pt x="63" y="83"/>
                    </a:lnTo>
                    <a:lnTo>
                      <a:pt x="68" y="104"/>
                    </a:lnTo>
                    <a:lnTo>
                      <a:pt x="74" y="124"/>
                    </a:lnTo>
                    <a:lnTo>
                      <a:pt x="86" y="143"/>
                    </a:lnTo>
                    <a:lnTo>
                      <a:pt x="107" y="192"/>
                    </a:lnTo>
                    <a:lnTo>
                      <a:pt x="71" y="118"/>
                    </a:lnTo>
                    <a:lnTo>
                      <a:pt x="68" y="99"/>
                    </a:lnTo>
                    <a:lnTo>
                      <a:pt x="65" y="90"/>
                    </a:lnTo>
                    <a:lnTo>
                      <a:pt x="65" y="40"/>
                    </a:lnTo>
                    <a:lnTo>
                      <a:pt x="68" y="55"/>
                    </a:lnTo>
                    <a:lnTo>
                      <a:pt x="73" y="79"/>
                    </a:lnTo>
                    <a:lnTo>
                      <a:pt x="82" y="118"/>
                    </a:lnTo>
                    <a:lnTo>
                      <a:pt x="95" y="159"/>
                    </a:lnTo>
                    <a:lnTo>
                      <a:pt x="98" y="177"/>
                    </a:lnTo>
                    <a:lnTo>
                      <a:pt x="71" y="79"/>
                    </a:lnTo>
                    <a:lnTo>
                      <a:pt x="68" y="44"/>
                    </a:lnTo>
                    <a:lnTo>
                      <a:pt x="70" y="19"/>
                    </a:lnTo>
                    <a:lnTo>
                      <a:pt x="62" y="4"/>
                    </a:lnTo>
                    <a:lnTo>
                      <a:pt x="60" y="7"/>
                    </a:lnTo>
                  </a:path>
                </a:pathLst>
              </a:custGeom>
              <a:solidFill>
                <a:srgbClr val="CEDA9D"/>
              </a:solidFill>
              <a:ln w="9525" cap="rnd">
                <a:noFill/>
                <a:round/>
              </a:ln>
              <a:effectLst/>
            </p:spPr>
            <p:txBody>
              <a:bodyPr/>
              <a:lstStyle/>
              <a:p>
                <a:endParaRPr lang="zh-CN" altLang="en-US"/>
              </a:p>
            </p:txBody>
          </p:sp>
          <p:grpSp>
            <p:nvGrpSpPr>
              <p:cNvPr id="10" name="Group 47"/>
              <p:cNvGrpSpPr/>
              <p:nvPr/>
            </p:nvGrpSpPr>
            <p:grpSpPr bwMode="auto">
              <a:xfrm>
                <a:off x="117" y="2718"/>
                <a:ext cx="332" cy="1514"/>
                <a:chOff x="117" y="2718"/>
                <a:chExt cx="332" cy="1514"/>
              </a:xfrm>
            </p:grpSpPr>
            <p:sp>
              <p:nvSpPr>
                <p:cNvPr id="1064" name="Freeform 40"/>
                <p:cNvSpPr/>
                <p:nvPr/>
              </p:nvSpPr>
              <p:spPr bwMode="ltGray">
                <a:xfrm>
                  <a:off x="167" y="3861"/>
                  <a:ext cx="28" cy="371"/>
                </a:xfrm>
                <a:custGeom>
                  <a:avLst/>
                  <a:gdLst/>
                  <a:ahLst/>
                  <a:cxnLst>
                    <a:cxn ang="0">
                      <a:pos x="21" y="0"/>
                    </a:cxn>
                    <a:cxn ang="0">
                      <a:pos x="19" y="7"/>
                    </a:cxn>
                    <a:cxn ang="0">
                      <a:pos x="11" y="72"/>
                    </a:cxn>
                    <a:cxn ang="0">
                      <a:pos x="5" y="135"/>
                    </a:cxn>
                    <a:cxn ang="0">
                      <a:pos x="0" y="212"/>
                    </a:cxn>
                    <a:cxn ang="0">
                      <a:pos x="0" y="296"/>
                    </a:cxn>
                    <a:cxn ang="0">
                      <a:pos x="3" y="370"/>
                    </a:cxn>
                    <a:cxn ang="0">
                      <a:pos x="5" y="370"/>
                    </a:cxn>
                    <a:cxn ang="0">
                      <a:pos x="3" y="296"/>
                    </a:cxn>
                    <a:cxn ang="0">
                      <a:pos x="3" y="234"/>
                    </a:cxn>
                    <a:cxn ang="0">
                      <a:pos x="8" y="167"/>
                    </a:cxn>
                    <a:cxn ang="0">
                      <a:pos x="15" y="101"/>
                    </a:cxn>
                    <a:cxn ang="0">
                      <a:pos x="27" y="16"/>
                    </a:cxn>
                    <a:cxn ang="0">
                      <a:pos x="21" y="0"/>
                    </a:cxn>
                  </a:cxnLst>
                  <a:rect l="0" t="0" r="r" b="b"/>
                  <a:pathLst>
                    <a:path w="28" h="371">
                      <a:moveTo>
                        <a:pt x="21" y="0"/>
                      </a:moveTo>
                      <a:lnTo>
                        <a:pt x="19" y="7"/>
                      </a:lnTo>
                      <a:lnTo>
                        <a:pt x="11" y="72"/>
                      </a:lnTo>
                      <a:lnTo>
                        <a:pt x="5" y="135"/>
                      </a:lnTo>
                      <a:lnTo>
                        <a:pt x="0" y="212"/>
                      </a:lnTo>
                      <a:lnTo>
                        <a:pt x="0" y="296"/>
                      </a:lnTo>
                      <a:lnTo>
                        <a:pt x="3" y="370"/>
                      </a:lnTo>
                      <a:lnTo>
                        <a:pt x="5" y="370"/>
                      </a:lnTo>
                      <a:lnTo>
                        <a:pt x="3" y="296"/>
                      </a:lnTo>
                      <a:lnTo>
                        <a:pt x="3" y="234"/>
                      </a:lnTo>
                      <a:lnTo>
                        <a:pt x="8" y="167"/>
                      </a:lnTo>
                      <a:lnTo>
                        <a:pt x="15" y="101"/>
                      </a:lnTo>
                      <a:lnTo>
                        <a:pt x="27" y="16"/>
                      </a:lnTo>
                      <a:lnTo>
                        <a:pt x="21" y="0"/>
                      </a:lnTo>
                    </a:path>
                  </a:pathLst>
                </a:custGeom>
                <a:solidFill>
                  <a:srgbClr val="CEDA9D"/>
                </a:solidFill>
                <a:ln w="9525" cap="rnd">
                  <a:noFill/>
                  <a:round/>
                </a:ln>
                <a:effectLst/>
              </p:spPr>
              <p:txBody>
                <a:bodyPr/>
                <a:lstStyle/>
                <a:p>
                  <a:endParaRPr lang="zh-CN" altLang="en-US"/>
                </a:p>
              </p:txBody>
            </p:sp>
            <p:sp>
              <p:nvSpPr>
                <p:cNvPr id="1065" name="Freeform 41"/>
                <p:cNvSpPr/>
                <p:nvPr/>
              </p:nvSpPr>
              <p:spPr bwMode="ltGray">
                <a:xfrm>
                  <a:off x="117" y="3482"/>
                  <a:ext cx="88" cy="450"/>
                </a:xfrm>
                <a:custGeom>
                  <a:avLst/>
                  <a:gdLst/>
                  <a:ahLst/>
                  <a:cxnLst>
                    <a:cxn ang="0">
                      <a:pos x="86" y="70"/>
                    </a:cxn>
                    <a:cxn ang="0">
                      <a:pos x="79" y="40"/>
                    </a:cxn>
                    <a:cxn ang="0">
                      <a:pos x="76" y="29"/>
                    </a:cxn>
                    <a:cxn ang="0">
                      <a:pos x="70" y="18"/>
                    </a:cxn>
                    <a:cxn ang="0">
                      <a:pos x="64" y="10"/>
                    </a:cxn>
                    <a:cxn ang="0">
                      <a:pos x="56" y="1"/>
                    </a:cxn>
                    <a:cxn ang="0">
                      <a:pos x="49" y="0"/>
                    </a:cxn>
                    <a:cxn ang="0">
                      <a:pos x="42" y="4"/>
                    </a:cxn>
                    <a:cxn ang="0">
                      <a:pos x="35" y="8"/>
                    </a:cxn>
                    <a:cxn ang="0">
                      <a:pos x="27" y="16"/>
                    </a:cxn>
                    <a:cxn ang="0">
                      <a:pos x="22" y="33"/>
                    </a:cxn>
                    <a:cxn ang="0">
                      <a:pos x="17" y="57"/>
                    </a:cxn>
                    <a:cxn ang="0">
                      <a:pos x="12" y="76"/>
                    </a:cxn>
                    <a:cxn ang="0">
                      <a:pos x="7" y="95"/>
                    </a:cxn>
                    <a:cxn ang="0">
                      <a:pos x="2" y="121"/>
                    </a:cxn>
                    <a:cxn ang="0">
                      <a:pos x="0" y="175"/>
                    </a:cxn>
                    <a:cxn ang="0">
                      <a:pos x="0" y="216"/>
                    </a:cxn>
                    <a:cxn ang="0">
                      <a:pos x="5" y="275"/>
                    </a:cxn>
                    <a:cxn ang="0">
                      <a:pos x="12" y="327"/>
                    </a:cxn>
                    <a:cxn ang="0">
                      <a:pos x="27" y="449"/>
                    </a:cxn>
                    <a:cxn ang="0">
                      <a:pos x="21" y="318"/>
                    </a:cxn>
                    <a:cxn ang="0">
                      <a:pos x="18" y="273"/>
                    </a:cxn>
                    <a:cxn ang="0">
                      <a:pos x="15" y="232"/>
                    </a:cxn>
                    <a:cxn ang="0">
                      <a:pos x="15" y="190"/>
                    </a:cxn>
                    <a:cxn ang="0">
                      <a:pos x="17" y="143"/>
                    </a:cxn>
                    <a:cxn ang="0">
                      <a:pos x="19" y="106"/>
                    </a:cxn>
                    <a:cxn ang="0">
                      <a:pos x="23" y="62"/>
                    </a:cxn>
                    <a:cxn ang="0">
                      <a:pos x="29" y="40"/>
                    </a:cxn>
                    <a:cxn ang="0">
                      <a:pos x="37" y="32"/>
                    </a:cxn>
                    <a:cxn ang="0">
                      <a:pos x="59" y="27"/>
                    </a:cxn>
                    <a:cxn ang="0">
                      <a:pos x="72" y="42"/>
                    </a:cxn>
                    <a:cxn ang="0">
                      <a:pos x="87" y="75"/>
                    </a:cxn>
                    <a:cxn ang="0">
                      <a:pos x="86" y="70"/>
                    </a:cxn>
                  </a:cxnLst>
                  <a:rect l="0" t="0" r="r" b="b"/>
                  <a:pathLst>
                    <a:path w="88" h="450">
                      <a:moveTo>
                        <a:pt x="86" y="70"/>
                      </a:moveTo>
                      <a:lnTo>
                        <a:pt x="79" y="40"/>
                      </a:lnTo>
                      <a:lnTo>
                        <a:pt x="76" y="29"/>
                      </a:lnTo>
                      <a:lnTo>
                        <a:pt x="70" y="18"/>
                      </a:lnTo>
                      <a:lnTo>
                        <a:pt x="64" y="10"/>
                      </a:lnTo>
                      <a:lnTo>
                        <a:pt x="56" y="1"/>
                      </a:lnTo>
                      <a:lnTo>
                        <a:pt x="49" y="0"/>
                      </a:lnTo>
                      <a:lnTo>
                        <a:pt x="42" y="4"/>
                      </a:lnTo>
                      <a:lnTo>
                        <a:pt x="35" y="8"/>
                      </a:lnTo>
                      <a:lnTo>
                        <a:pt x="27" y="16"/>
                      </a:lnTo>
                      <a:lnTo>
                        <a:pt x="22" y="33"/>
                      </a:lnTo>
                      <a:lnTo>
                        <a:pt x="17" y="57"/>
                      </a:lnTo>
                      <a:lnTo>
                        <a:pt x="12" y="76"/>
                      </a:lnTo>
                      <a:lnTo>
                        <a:pt x="7" y="95"/>
                      </a:lnTo>
                      <a:lnTo>
                        <a:pt x="2" y="121"/>
                      </a:lnTo>
                      <a:lnTo>
                        <a:pt x="0" y="175"/>
                      </a:lnTo>
                      <a:lnTo>
                        <a:pt x="0" y="216"/>
                      </a:lnTo>
                      <a:lnTo>
                        <a:pt x="5" y="275"/>
                      </a:lnTo>
                      <a:lnTo>
                        <a:pt x="12" y="327"/>
                      </a:lnTo>
                      <a:lnTo>
                        <a:pt x="27" y="449"/>
                      </a:lnTo>
                      <a:lnTo>
                        <a:pt x="21" y="318"/>
                      </a:lnTo>
                      <a:lnTo>
                        <a:pt x="18" y="273"/>
                      </a:lnTo>
                      <a:lnTo>
                        <a:pt x="15" y="232"/>
                      </a:lnTo>
                      <a:lnTo>
                        <a:pt x="15" y="190"/>
                      </a:lnTo>
                      <a:lnTo>
                        <a:pt x="17" y="143"/>
                      </a:lnTo>
                      <a:lnTo>
                        <a:pt x="19" y="106"/>
                      </a:lnTo>
                      <a:lnTo>
                        <a:pt x="23" y="62"/>
                      </a:lnTo>
                      <a:lnTo>
                        <a:pt x="29" y="40"/>
                      </a:lnTo>
                      <a:lnTo>
                        <a:pt x="37" y="32"/>
                      </a:lnTo>
                      <a:lnTo>
                        <a:pt x="59" y="27"/>
                      </a:lnTo>
                      <a:lnTo>
                        <a:pt x="72" y="42"/>
                      </a:lnTo>
                      <a:lnTo>
                        <a:pt x="87" y="75"/>
                      </a:lnTo>
                      <a:lnTo>
                        <a:pt x="86" y="70"/>
                      </a:lnTo>
                    </a:path>
                  </a:pathLst>
                </a:custGeom>
                <a:solidFill>
                  <a:srgbClr val="CEDA9D"/>
                </a:solidFill>
                <a:ln w="9525" cap="rnd">
                  <a:noFill/>
                  <a:round/>
                </a:ln>
                <a:effectLst/>
              </p:spPr>
              <p:txBody>
                <a:bodyPr/>
                <a:lstStyle/>
                <a:p>
                  <a:endParaRPr lang="zh-CN" altLang="en-US"/>
                </a:p>
              </p:txBody>
            </p:sp>
            <p:grpSp>
              <p:nvGrpSpPr>
                <p:cNvPr id="11" name="Group 44"/>
                <p:cNvGrpSpPr/>
                <p:nvPr/>
              </p:nvGrpSpPr>
              <p:grpSpPr bwMode="auto">
                <a:xfrm>
                  <a:off x="231" y="2718"/>
                  <a:ext cx="218" cy="641"/>
                  <a:chOff x="231" y="2718"/>
                  <a:chExt cx="218" cy="641"/>
                </a:xfrm>
              </p:grpSpPr>
              <p:sp>
                <p:nvSpPr>
                  <p:cNvPr id="1066" name="Freeform 42"/>
                  <p:cNvSpPr/>
                  <p:nvPr/>
                </p:nvSpPr>
                <p:spPr bwMode="ltGray">
                  <a:xfrm>
                    <a:off x="231" y="2718"/>
                    <a:ext cx="122" cy="641"/>
                  </a:xfrm>
                  <a:custGeom>
                    <a:avLst/>
                    <a:gdLst/>
                    <a:ahLst/>
                    <a:cxnLst>
                      <a:cxn ang="0">
                        <a:pos x="114" y="14"/>
                      </a:cxn>
                      <a:cxn ang="0">
                        <a:pos x="112" y="0"/>
                      </a:cxn>
                      <a:cxn ang="0">
                        <a:pos x="104" y="5"/>
                      </a:cxn>
                      <a:cxn ang="0">
                        <a:pos x="99" y="22"/>
                      </a:cxn>
                      <a:cxn ang="0">
                        <a:pos x="3" y="140"/>
                      </a:cxn>
                      <a:cxn ang="0">
                        <a:pos x="89" y="57"/>
                      </a:cxn>
                      <a:cxn ang="0">
                        <a:pos x="90" y="73"/>
                      </a:cxn>
                      <a:cxn ang="0">
                        <a:pos x="47" y="173"/>
                      </a:cxn>
                      <a:cxn ang="0">
                        <a:pos x="100" y="93"/>
                      </a:cxn>
                      <a:cxn ang="0">
                        <a:pos x="93" y="126"/>
                      </a:cxn>
                      <a:cxn ang="0">
                        <a:pos x="76" y="181"/>
                      </a:cxn>
                      <a:cxn ang="0">
                        <a:pos x="26" y="326"/>
                      </a:cxn>
                      <a:cxn ang="0">
                        <a:pos x="28" y="315"/>
                      </a:cxn>
                      <a:cxn ang="0">
                        <a:pos x="61" y="224"/>
                      </a:cxn>
                      <a:cxn ang="0">
                        <a:pos x="87" y="154"/>
                      </a:cxn>
                      <a:cxn ang="0">
                        <a:pos x="99" y="120"/>
                      </a:cxn>
                      <a:cxn ang="0">
                        <a:pos x="101" y="132"/>
                      </a:cxn>
                      <a:cxn ang="0">
                        <a:pos x="87" y="176"/>
                      </a:cxn>
                      <a:cxn ang="0">
                        <a:pos x="67" y="237"/>
                      </a:cxn>
                      <a:cxn ang="0">
                        <a:pos x="93" y="154"/>
                      </a:cxn>
                      <a:cxn ang="0">
                        <a:pos x="101" y="132"/>
                      </a:cxn>
                      <a:cxn ang="0">
                        <a:pos x="102" y="156"/>
                      </a:cxn>
                      <a:cxn ang="0">
                        <a:pos x="93" y="198"/>
                      </a:cxn>
                      <a:cxn ang="0">
                        <a:pos x="67" y="254"/>
                      </a:cxn>
                      <a:cxn ang="0">
                        <a:pos x="44" y="305"/>
                      </a:cxn>
                      <a:cxn ang="0">
                        <a:pos x="70" y="253"/>
                      </a:cxn>
                      <a:cxn ang="0">
                        <a:pos x="97" y="193"/>
                      </a:cxn>
                      <a:cxn ang="0">
                        <a:pos x="96" y="213"/>
                      </a:cxn>
                      <a:cxn ang="0">
                        <a:pos x="97" y="248"/>
                      </a:cxn>
                      <a:cxn ang="0">
                        <a:pos x="92" y="266"/>
                      </a:cxn>
                      <a:cxn ang="0">
                        <a:pos x="71" y="317"/>
                      </a:cxn>
                      <a:cxn ang="0">
                        <a:pos x="30" y="399"/>
                      </a:cxn>
                      <a:cxn ang="0">
                        <a:pos x="36" y="381"/>
                      </a:cxn>
                      <a:cxn ang="0">
                        <a:pos x="87" y="282"/>
                      </a:cxn>
                      <a:cxn ang="0">
                        <a:pos x="103" y="239"/>
                      </a:cxn>
                      <a:cxn ang="0">
                        <a:pos x="62" y="367"/>
                      </a:cxn>
                      <a:cxn ang="0">
                        <a:pos x="102" y="277"/>
                      </a:cxn>
                      <a:cxn ang="0">
                        <a:pos x="101" y="313"/>
                      </a:cxn>
                      <a:cxn ang="0">
                        <a:pos x="81" y="399"/>
                      </a:cxn>
                      <a:cxn ang="0">
                        <a:pos x="46" y="460"/>
                      </a:cxn>
                      <a:cxn ang="0">
                        <a:pos x="14" y="515"/>
                      </a:cxn>
                      <a:cxn ang="0">
                        <a:pos x="63" y="438"/>
                      </a:cxn>
                      <a:cxn ang="0">
                        <a:pos x="83" y="393"/>
                      </a:cxn>
                      <a:cxn ang="0">
                        <a:pos x="101" y="328"/>
                      </a:cxn>
                      <a:cxn ang="0">
                        <a:pos x="99" y="357"/>
                      </a:cxn>
                      <a:cxn ang="0">
                        <a:pos x="98" y="386"/>
                      </a:cxn>
                      <a:cxn ang="0">
                        <a:pos x="99" y="415"/>
                      </a:cxn>
                      <a:cxn ang="0">
                        <a:pos x="81" y="471"/>
                      </a:cxn>
                      <a:cxn ang="0">
                        <a:pos x="47" y="521"/>
                      </a:cxn>
                      <a:cxn ang="0">
                        <a:pos x="50" y="517"/>
                      </a:cxn>
                      <a:cxn ang="0">
                        <a:pos x="91" y="449"/>
                      </a:cxn>
                      <a:cxn ang="0">
                        <a:pos x="89" y="466"/>
                      </a:cxn>
                      <a:cxn ang="0">
                        <a:pos x="91" y="476"/>
                      </a:cxn>
                      <a:cxn ang="0">
                        <a:pos x="93" y="492"/>
                      </a:cxn>
                      <a:cxn ang="0">
                        <a:pos x="73" y="544"/>
                      </a:cxn>
                      <a:cxn ang="0">
                        <a:pos x="50" y="555"/>
                      </a:cxn>
                      <a:cxn ang="0">
                        <a:pos x="91" y="510"/>
                      </a:cxn>
                      <a:cxn ang="0">
                        <a:pos x="89" y="536"/>
                      </a:cxn>
                      <a:cxn ang="0">
                        <a:pos x="92" y="550"/>
                      </a:cxn>
                      <a:cxn ang="0">
                        <a:pos x="44" y="640"/>
                      </a:cxn>
                      <a:cxn ang="0">
                        <a:pos x="89" y="571"/>
                      </a:cxn>
                      <a:cxn ang="0">
                        <a:pos x="98" y="546"/>
                      </a:cxn>
                      <a:cxn ang="0">
                        <a:pos x="105" y="523"/>
                      </a:cxn>
                    </a:cxnLst>
                    <a:rect l="0" t="0" r="r" b="b"/>
                    <a:pathLst>
                      <a:path w="122" h="641">
                        <a:moveTo>
                          <a:pt x="112" y="49"/>
                        </a:moveTo>
                        <a:lnTo>
                          <a:pt x="114" y="14"/>
                        </a:lnTo>
                        <a:lnTo>
                          <a:pt x="121" y="12"/>
                        </a:lnTo>
                        <a:lnTo>
                          <a:pt x="112" y="0"/>
                        </a:lnTo>
                        <a:lnTo>
                          <a:pt x="109" y="0"/>
                        </a:lnTo>
                        <a:lnTo>
                          <a:pt x="104" y="5"/>
                        </a:lnTo>
                        <a:lnTo>
                          <a:pt x="104" y="16"/>
                        </a:lnTo>
                        <a:lnTo>
                          <a:pt x="99" y="22"/>
                        </a:lnTo>
                        <a:lnTo>
                          <a:pt x="59" y="114"/>
                        </a:lnTo>
                        <a:lnTo>
                          <a:pt x="3" y="140"/>
                        </a:lnTo>
                        <a:lnTo>
                          <a:pt x="58" y="113"/>
                        </a:lnTo>
                        <a:lnTo>
                          <a:pt x="89" y="57"/>
                        </a:lnTo>
                        <a:lnTo>
                          <a:pt x="99" y="49"/>
                        </a:lnTo>
                        <a:lnTo>
                          <a:pt x="90" y="73"/>
                        </a:lnTo>
                        <a:lnTo>
                          <a:pt x="99" y="74"/>
                        </a:lnTo>
                        <a:lnTo>
                          <a:pt x="47" y="173"/>
                        </a:lnTo>
                        <a:lnTo>
                          <a:pt x="83" y="111"/>
                        </a:lnTo>
                        <a:lnTo>
                          <a:pt x="100" y="93"/>
                        </a:lnTo>
                        <a:lnTo>
                          <a:pt x="99" y="106"/>
                        </a:lnTo>
                        <a:lnTo>
                          <a:pt x="93" y="126"/>
                        </a:lnTo>
                        <a:lnTo>
                          <a:pt x="89" y="143"/>
                        </a:lnTo>
                        <a:lnTo>
                          <a:pt x="76" y="181"/>
                        </a:lnTo>
                        <a:lnTo>
                          <a:pt x="54" y="248"/>
                        </a:lnTo>
                        <a:lnTo>
                          <a:pt x="26" y="326"/>
                        </a:lnTo>
                        <a:lnTo>
                          <a:pt x="3" y="381"/>
                        </a:lnTo>
                        <a:lnTo>
                          <a:pt x="28" y="315"/>
                        </a:lnTo>
                        <a:lnTo>
                          <a:pt x="42" y="275"/>
                        </a:lnTo>
                        <a:lnTo>
                          <a:pt x="61" y="224"/>
                        </a:lnTo>
                        <a:lnTo>
                          <a:pt x="71" y="193"/>
                        </a:lnTo>
                        <a:lnTo>
                          <a:pt x="87" y="154"/>
                        </a:lnTo>
                        <a:lnTo>
                          <a:pt x="93" y="136"/>
                        </a:lnTo>
                        <a:lnTo>
                          <a:pt x="99" y="120"/>
                        </a:lnTo>
                        <a:lnTo>
                          <a:pt x="95" y="122"/>
                        </a:lnTo>
                        <a:lnTo>
                          <a:pt x="101" y="132"/>
                        </a:lnTo>
                        <a:lnTo>
                          <a:pt x="95" y="143"/>
                        </a:lnTo>
                        <a:lnTo>
                          <a:pt x="87" y="176"/>
                        </a:lnTo>
                        <a:lnTo>
                          <a:pt x="78" y="210"/>
                        </a:lnTo>
                        <a:lnTo>
                          <a:pt x="67" y="237"/>
                        </a:lnTo>
                        <a:lnTo>
                          <a:pt x="85" y="181"/>
                        </a:lnTo>
                        <a:lnTo>
                          <a:pt x="93" y="154"/>
                        </a:lnTo>
                        <a:lnTo>
                          <a:pt x="99" y="132"/>
                        </a:lnTo>
                        <a:lnTo>
                          <a:pt x="101" y="132"/>
                        </a:lnTo>
                        <a:lnTo>
                          <a:pt x="97" y="164"/>
                        </a:lnTo>
                        <a:lnTo>
                          <a:pt x="102" y="156"/>
                        </a:lnTo>
                        <a:lnTo>
                          <a:pt x="99" y="176"/>
                        </a:lnTo>
                        <a:lnTo>
                          <a:pt x="93" y="198"/>
                        </a:lnTo>
                        <a:lnTo>
                          <a:pt x="81" y="231"/>
                        </a:lnTo>
                        <a:lnTo>
                          <a:pt x="67" y="254"/>
                        </a:lnTo>
                        <a:lnTo>
                          <a:pt x="54" y="282"/>
                        </a:lnTo>
                        <a:lnTo>
                          <a:pt x="44" y="305"/>
                        </a:lnTo>
                        <a:lnTo>
                          <a:pt x="50" y="293"/>
                        </a:lnTo>
                        <a:lnTo>
                          <a:pt x="70" y="253"/>
                        </a:lnTo>
                        <a:lnTo>
                          <a:pt x="93" y="204"/>
                        </a:lnTo>
                        <a:lnTo>
                          <a:pt x="97" y="193"/>
                        </a:lnTo>
                        <a:lnTo>
                          <a:pt x="101" y="176"/>
                        </a:lnTo>
                        <a:lnTo>
                          <a:pt x="96" y="213"/>
                        </a:lnTo>
                        <a:lnTo>
                          <a:pt x="105" y="199"/>
                        </a:lnTo>
                        <a:lnTo>
                          <a:pt x="97" y="248"/>
                        </a:lnTo>
                        <a:lnTo>
                          <a:pt x="95" y="259"/>
                        </a:lnTo>
                        <a:lnTo>
                          <a:pt x="92" y="266"/>
                        </a:lnTo>
                        <a:lnTo>
                          <a:pt x="82" y="292"/>
                        </a:lnTo>
                        <a:lnTo>
                          <a:pt x="71" y="317"/>
                        </a:lnTo>
                        <a:lnTo>
                          <a:pt x="50" y="359"/>
                        </a:lnTo>
                        <a:lnTo>
                          <a:pt x="30" y="399"/>
                        </a:lnTo>
                        <a:lnTo>
                          <a:pt x="0" y="454"/>
                        </a:lnTo>
                        <a:lnTo>
                          <a:pt x="36" y="381"/>
                        </a:lnTo>
                        <a:lnTo>
                          <a:pt x="73" y="310"/>
                        </a:lnTo>
                        <a:lnTo>
                          <a:pt x="87" y="282"/>
                        </a:lnTo>
                        <a:lnTo>
                          <a:pt x="95" y="252"/>
                        </a:lnTo>
                        <a:lnTo>
                          <a:pt x="103" y="239"/>
                        </a:lnTo>
                        <a:lnTo>
                          <a:pt x="104" y="240"/>
                        </a:lnTo>
                        <a:lnTo>
                          <a:pt x="62" y="367"/>
                        </a:lnTo>
                        <a:lnTo>
                          <a:pt x="95" y="280"/>
                        </a:lnTo>
                        <a:lnTo>
                          <a:pt x="102" y="277"/>
                        </a:lnTo>
                        <a:lnTo>
                          <a:pt x="93" y="324"/>
                        </a:lnTo>
                        <a:lnTo>
                          <a:pt x="101" y="313"/>
                        </a:lnTo>
                        <a:lnTo>
                          <a:pt x="89" y="365"/>
                        </a:lnTo>
                        <a:lnTo>
                          <a:pt x="81" y="399"/>
                        </a:lnTo>
                        <a:lnTo>
                          <a:pt x="67" y="426"/>
                        </a:lnTo>
                        <a:lnTo>
                          <a:pt x="46" y="460"/>
                        </a:lnTo>
                        <a:lnTo>
                          <a:pt x="28" y="492"/>
                        </a:lnTo>
                        <a:lnTo>
                          <a:pt x="14" y="515"/>
                        </a:lnTo>
                        <a:lnTo>
                          <a:pt x="3" y="527"/>
                        </a:lnTo>
                        <a:lnTo>
                          <a:pt x="63" y="438"/>
                        </a:lnTo>
                        <a:lnTo>
                          <a:pt x="76" y="411"/>
                        </a:lnTo>
                        <a:lnTo>
                          <a:pt x="83" y="393"/>
                        </a:lnTo>
                        <a:lnTo>
                          <a:pt x="92" y="359"/>
                        </a:lnTo>
                        <a:lnTo>
                          <a:pt x="101" y="328"/>
                        </a:lnTo>
                        <a:lnTo>
                          <a:pt x="92" y="373"/>
                        </a:lnTo>
                        <a:lnTo>
                          <a:pt x="99" y="357"/>
                        </a:lnTo>
                        <a:lnTo>
                          <a:pt x="91" y="394"/>
                        </a:lnTo>
                        <a:lnTo>
                          <a:pt x="98" y="386"/>
                        </a:lnTo>
                        <a:lnTo>
                          <a:pt x="90" y="430"/>
                        </a:lnTo>
                        <a:lnTo>
                          <a:pt x="99" y="415"/>
                        </a:lnTo>
                        <a:lnTo>
                          <a:pt x="91" y="438"/>
                        </a:lnTo>
                        <a:lnTo>
                          <a:pt x="81" y="471"/>
                        </a:lnTo>
                        <a:lnTo>
                          <a:pt x="73" y="481"/>
                        </a:lnTo>
                        <a:lnTo>
                          <a:pt x="47" y="521"/>
                        </a:lnTo>
                        <a:lnTo>
                          <a:pt x="24" y="544"/>
                        </a:lnTo>
                        <a:lnTo>
                          <a:pt x="50" y="517"/>
                        </a:lnTo>
                        <a:lnTo>
                          <a:pt x="71" y="482"/>
                        </a:lnTo>
                        <a:lnTo>
                          <a:pt x="91" y="449"/>
                        </a:lnTo>
                        <a:lnTo>
                          <a:pt x="97" y="433"/>
                        </a:lnTo>
                        <a:lnTo>
                          <a:pt x="89" y="466"/>
                        </a:lnTo>
                        <a:lnTo>
                          <a:pt x="95" y="460"/>
                        </a:lnTo>
                        <a:lnTo>
                          <a:pt x="91" y="476"/>
                        </a:lnTo>
                        <a:lnTo>
                          <a:pt x="89" y="499"/>
                        </a:lnTo>
                        <a:lnTo>
                          <a:pt x="93" y="492"/>
                        </a:lnTo>
                        <a:lnTo>
                          <a:pt x="88" y="512"/>
                        </a:lnTo>
                        <a:lnTo>
                          <a:pt x="73" y="544"/>
                        </a:lnTo>
                        <a:lnTo>
                          <a:pt x="63" y="549"/>
                        </a:lnTo>
                        <a:lnTo>
                          <a:pt x="50" y="555"/>
                        </a:lnTo>
                        <a:lnTo>
                          <a:pt x="75" y="538"/>
                        </a:lnTo>
                        <a:lnTo>
                          <a:pt x="91" y="510"/>
                        </a:lnTo>
                        <a:lnTo>
                          <a:pt x="95" y="488"/>
                        </a:lnTo>
                        <a:lnTo>
                          <a:pt x="89" y="536"/>
                        </a:lnTo>
                        <a:lnTo>
                          <a:pt x="95" y="523"/>
                        </a:lnTo>
                        <a:lnTo>
                          <a:pt x="92" y="550"/>
                        </a:lnTo>
                        <a:lnTo>
                          <a:pt x="85" y="585"/>
                        </a:lnTo>
                        <a:lnTo>
                          <a:pt x="44" y="640"/>
                        </a:lnTo>
                        <a:lnTo>
                          <a:pt x="85" y="589"/>
                        </a:lnTo>
                        <a:lnTo>
                          <a:pt x="89" y="571"/>
                        </a:lnTo>
                        <a:lnTo>
                          <a:pt x="92" y="560"/>
                        </a:lnTo>
                        <a:lnTo>
                          <a:pt x="98" y="546"/>
                        </a:lnTo>
                        <a:lnTo>
                          <a:pt x="103" y="572"/>
                        </a:lnTo>
                        <a:lnTo>
                          <a:pt x="105" y="523"/>
                        </a:lnTo>
                        <a:lnTo>
                          <a:pt x="112" y="49"/>
                        </a:lnTo>
                      </a:path>
                    </a:pathLst>
                  </a:custGeom>
                  <a:solidFill>
                    <a:srgbClr val="CEDA9D"/>
                  </a:solidFill>
                  <a:ln w="9525" cap="rnd">
                    <a:noFill/>
                    <a:round/>
                  </a:ln>
                  <a:effectLst/>
                </p:spPr>
                <p:txBody>
                  <a:bodyPr/>
                  <a:lstStyle/>
                  <a:p>
                    <a:endParaRPr lang="zh-CN" altLang="en-US"/>
                  </a:p>
                </p:txBody>
              </p:sp>
              <p:sp>
                <p:nvSpPr>
                  <p:cNvPr id="1067" name="Freeform 43"/>
                  <p:cNvSpPr/>
                  <p:nvPr/>
                </p:nvSpPr>
                <p:spPr bwMode="ltGray">
                  <a:xfrm>
                    <a:off x="335" y="2718"/>
                    <a:ext cx="114" cy="641"/>
                  </a:xfrm>
                  <a:custGeom>
                    <a:avLst/>
                    <a:gdLst/>
                    <a:ahLst/>
                    <a:cxnLst>
                      <a:cxn ang="0">
                        <a:pos x="0" y="529"/>
                      </a:cxn>
                      <a:cxn ang="0">
                        <a:pos x="4" y="507"/>
                      </a:cxn>
                      <a:cxn ang="0">
                        <a:pos x="32" y="640"/>
                      </a:cxn>
                      <a:cxn ang="0">
                        <a:pos x="10" y="510"/>
                      </a:cxn>
                      <a:cxn ang="0">
                        <a:pos x="12" y="496"/>
                      </a:cxn>
                      <a:cxn ang="0">
                        <a:pos x="39" y="591"/>
                      </a:cxn>
                      <a:cxn ang="0">
                        <a:pos x="11" y="490"/>
                      </a:cxn>
                      <a:cxn ang="0">
                        <a:pos x="15" y="469"/>
                      </a:cxn>
                      <a:cxn ang="0">
                        <a:pos x="18" y="446"/>
                      </a:cxn>
                      <a:cxn ang="0">
                        <a:pos x="16" y="430"/>
                      </a:cxn>
                      <a:cxn ang="0">
                        <a:pos x="20" y="420"/>
                      </a:cxn>
                      <a:cxn ang="0">
                        <a:pos x="18" y="418"/>
                      </a:cxn>
                      <a:cxn ang="0">
                        <a:pos x="18" y="395"/>
                      </a:cxn>
                      <a:cxn ang="0">
                        <a:pos x="20" y="379"/>
                      </a:cxn>
                      <a:cxn ang="0">
                        <a:pos x="53" y="491"/>
                      </a:cxn>
                      <a:cxn ang="0">
                        <a:pos x="18" y="374"/>
                      </a:cxn>
                      <a:cxn ang="0">
                        <a:pos x="22" y="374"/>
                      </a:cxn>
                      <a:cxn ang="0">
                        <a:pos x="22" y="340"/>
                      </a:cxn>
                      <a:cxn ang="0">
                        <a:pos x="64" y="419"/>
                      </a:cxn>
                      <a:cxn ang="0">
                        <a:pos x="31" y="364"/>
                      </a:cxn>
                      <a:cxn ang="0">
                        <a:pos x="19" y="318"/>
                      </a:cxn>
                      <a:cxn ang="0">
                        <a:pos x="20" y="301"/>
                      </a:cxn>
                      <a:cxn ang="0">
                        <a:pos x="27" y="316"/>
                      </a:cxn>
                      <a:cxn ang="0">
                        <a:pos x="28" y="295"/>
                      </a:cxn>
                      <a:cxn ang="0">
                        <a:pos x="59" y="330"/>
                      </a:cxn>
                      <a:cxn ang="0">
                        <a:pos x="47" y="313"/>
                      </a:cxn>
                      <a:cxn ang="0">
                        <a:pos x="23" y="269"/>
                      </a:cxn>
                      <a:cxn ang="0">
                        <a:pos x="22" y="240"/>
                      </a:cxn>
                      <a:cxn ang="0">
                        <a:pos x="24" y="222"/>
                      </a:cxn>
                      <a:cxn ang="0">
                        <a:pos x="32" y="235"/>
                      </a:cxn>
                      <a:cxn ang="0">
                        <a:pos x="31" y="206"/>
                      </a:cxn>
                      <a:cxn ang="0">
                        <a:pos x="28" y="185"/>
                      </a:cxn>
                      <a:cxn ang="0">
                        <a:pos x="30" y="174"/>
                      </a:cxn>
                      <a:cxn ang="0">
                        <a:pos x="63" y="228"/>
                      </a:cxn>
                      <a:cxn ang="0">
                        <a:pos x="101" y="269"/>
                      </a:cxn>
                      <a:cxn ang="0">
                        <a:pos x="47" y="202"/>
                      </a:cxn>
                      <a:cxn ang="0">
                        <a:pos x="30" y="174"/>
                      </a:cxn>
                      <a:cxn ang="0">
                        <a:pos x="32" y="158"/>
                      </a:cxn>
                      <a:cxn ang="0">
                        <a:pos x="28" y="122"/>
                      </a:cxn>
                      <a:cxn ang="0">
                        <a:pos x="30" y="97"/>
                      </a:cxn>
                      <a:cxn ang="0">
                        <a:pos x="47" y="127"/>
                      </a:cxn>
                      <a:cxn ang="0">
                        <a:pos x="44" y="119"/>
                      </a:cxn>
                      <a:cxn ang="0">
                        <a:pos x="32" y="97"/>
                      </a:cxn>
                      <a:cxn ang="0">
                        <a:pos x="30" y="86"/>
                      </a:cxn>
                      <a:cxn ang="0">
                        <a:pos x="24" y="70"/>
                      </a:cxn>
                      <a:cxn ang="0">
                        <a:pos x="59" y="99"/>
                      </a:cxn>
                      <a:cxn ang="0">
                        <a:pos x="24" y="47"/>
                      </a:cxn>
                      <a:cxn ang="0">
                        <a:pos x="65" y="47"/>
                      </a:cxn>
                      <a:cxn ang="0">
                        <a:pos x="84" y="40"/>
                      </a:cxn>
                      <a:cxn ang="0">
                        <a:pos x="30" y="47"/>
                      </a:cxn>
                      <a:cxn ang="0">
                        <a:pos x="22" y="19"/>
                      </a:cxn>
                      <a:cxn ang="0">
                        <a:pos x="10" y="8"/>
                      </a:cxn>
                      <a:cxn ang="0">
                        <a:pos x="0" y="556"/>
                      </a:cxn>
                    </a:cxnLst>
                    <a:rect l="0" t="0" r="r" b="b"/>
                    <a:pathLst>
                      <a:path w="114" h="641">
                        <a:moveTo>
                          <a:pt x="0" y="556"/>
                        </a:moveTo>
                        <a:lnTo>
                          <a:pt x="0" y="529"/>
                        </a:lnTo>
                        <a:lnTo>
                          <a:pt x="7" y="545"/>
                        </a:lnTo>
                        <a:lnTo>
                          <a:pt x="4" y="507"/>
                        </a:lnTo>
                        <a:lnTo>
                          <a:pt x="10" y="512"/>
                        </a:lnTo>
                        <a:lnTo>
                          <a:pt x="32" y="640"/>
                        </a:lnTo>
                        <a:lnTo>
                          <a:pt x="12" y="529"/>
                        </a:lnTo>
                        <a:lnTo>
                          <a:pt x="10" y="510"/>
                        </a:lnTo>
                        <a:lnTo>
                          <a:pt x="8" y="491"/>
                        </a:lnTo>
                        <a:lnTo>
                          <a:pt x="12" y="496"/>
                        </a:lnTo>
                        <a:lnTo>
                          <a:pt x="25" y="531"/>
                        </a:lnTo>
                        <a:lnTo>
                          <a:pt x="39" y="591"/>
                        </a:lnTo>
                        <a:lnTo>
                          <a:pt x="18" y="512"/>
                        </a:lnTo>
                        <a:lnTo>
                          <a:pt x="11" y="490"/>
                        </a:lnTo>
                        <a:lnTo>
                          <a:pt x="10" y="460"/>
                        </a:lnTo>
                        <a:lnTo>
                          <a:pt x="15" y="469"/>
                        </a:lnTo>
                        <a:lnTo>
                          <a:pt x="14" y="434"/>
                        </a:lnTo>
                        <a:lnTo>
                          <a:pt x="18" y="446"/>
                        </a:lnTo>
                        <a:lnTo>
                          <a:pt x="38" y="562"/>
                        </a:lnTo>
                        <a:lnTo>
                          <a:pt x="16" y="430"/>
                        </a:lnTo>
                        <a:lnTo>
                          <a:pt x="14" y="407"/>
                        </a:lnTo>
                        <a:lnTo>
                          <a:pt x="20" y="420"/>
                        </a:lnTo>
                        <a:lnTo>
                          <a:pt x="36" y="485"/>
                        </a:lnTo>
                        <a:lnTo>
                          <a:pt x="18" y="418"/>
                        </a:lnTo>
                        <a:lnTo>
                          <a:pt x="12" y="385"/>
                        </a:lnTo>
                        <a:lnTo>
                          <a:pt x="18" y="395"/>
                        </a:lnTo>
                        <a:lnTo>
                          <a:pt x="14" y="374"/>
                        </a:lnTo>
                        <a:lnTo>
                          <a:pt x="20" y="379"/>
                        </a:lnTo>
                        <a:lnTo>
                          <a:pt x="26" y="418"/>
                        </a:lnTo>
                        <a:lnTo>
                          <a:pt x="53" y="491"/>
                        </a:lnTo>
                        <a:lnTo>
                          <a:pt x="24" y="407"/>
                        </a:lnTo>
                        <a:lnTo>
                          <a:pt x="18" y="374"/>
                        </a:lnTo>
                        <a:lnTo>
                          <a:pt x="16" y="357"/>
                        </a:lnTo>
                        <a:lnTo>
                          <a:pt x="22" y="374"/>
                        </a:lnTo>
                        <a:lnTo>
                          <a:pt x="18" y="336"/>
                        </a:lnTo>
                        <a:lnTo>
                          <a:pt x="22" y="340"/>
                        </a:lnTo>
                        <a:lnTo>
                          <a:pt x="25" y="360"/>
                        </a:lnTo>
                        <a:lnTo>
                          <a:pt x="64" y="419"/>
                        </a:lnTo>
                        <a:lnTo>
                          <a:pt x="43" y="384"/>
                        </a:lnTo>
                        <a:lnTo>
                          <a:pt x="31" y="364"/>
                        </a:lnTo>
                        <a:lnTo>
                          <a:pt x="28" y="357"/>
                        </a:lnTo>
                        <a:lnTo>
                          <a:pt x="19" y="318"/>
                        </a:lnTo>
                        <a:lnTo>
                          <a:pt x="22" y="325"/>
                        </a:lnTo>
                        <a:lnTo>
                          <a:pt x="20" y="301"/>
                        </a:lnTo>
                        <a:lnTo>
                          <a:pt x="19" y="306"/>
                        </a:lnTo>
                        <a:lnTo>
                          <a:pt x="27" y="316"/>
                        </a:lnTo>
                        <a:lnTo>
                          <a:pt x="21" y="290"/>
                        </a:lnTo>
                        <a:lnTo>
                          <a:pt x="28" y="295"/>
                        </a:lnTo>
                        <a:lnTo>
                          <a:pt x="43" y="308"/>
                        </a:lnTo>
                        <a:lnTo>
                          <a:pt x="59" y="330"/>
                        </a:lnTo>
                        <a:lnTo>
                          <a:pt x="99" y="413"/>
                        </a:lnTo>
                        <a:lnTo>
                          <a:pt x="47" y="313"/>
                        </a:lnTo>
                        <a:lnTo>
                          <a:pt x="28" y="290"/>
                        </a:lnTo>
                        <a:lnTo>
                          <a:pt x="23" y="269"/>
                        </a:lnTo>
                        <a:lnTo>
                          <a:pt x="31" y="279"/>
                        </a:lnTo>
                        <a:lnTo>
                          <a:pt x="22" y="240"/>
                        </a:lnTo>
                        <a:lnTo>
                          <a:pt x="28" y="243"/>
                        </a:lnTo>
                        <a:lnTo>
                          <a:pt x="24" y="222"/>
                        </a:lnTo>
                        <a:lnTo>
                          <a:pt x="25" y="218"/>
                        </a:lnTo>
                        <a:lnTo>
                          <a:pt x="32" y="235"/>
                        </a:lnTo>
                        <a:lnTo>
                          <a:pt x="25" y="206"/>
                        </a:lnTo>
                        <a:lnTo>
                          <a:pt x="31" y="206"/>
                        </a:lnTo>
                        <a:lnTo>
                          <a:pt x="24" y="185"/>
                        </a:lnTo>
                        <a:lnTo>
                          <a:pt x="28" y="185"/>
                        </a:lnTo>
                        <a:lnTo>
                          <a:pt x="24" y="174"/>
                        </a:lnTo>
                        <a:lnTo>
                          <a:pt x="30" y="174"/>
                        </a:lnTo>
                        <a:lnTo>
                          <a:pt x="42" y="198"/>
                        </a:lnTo>
                        <a:lnTo>
                          <a:pt x="63" y="228"/>
                        </a:lnTo>
                        <a:lnTo>
                          <a:pt x="83" y="252"/>
                        </a:lnTo>
                        <a:lnTo>
                          <a:pt x="101" y="269"/>
                        </a:lnTo>
                        <a:lnTo>
                          <a:pt x="57" y="218"/>
                        </a:lnTo>
                        <a:lnTo>
                          <a:pt x="47" y="202"/>
                        </a:lnTo>
                        <a:lnTo>
                          <a:pt x="32" y="181"/>
                        </a:lnTo>
                        <a:lnTo>
                          <a:pt x="30" y="174"/>
                        </a:lnTo>
                        <a:lnTo>
                          <a:pt x="26" y="152"/>
                        </a:lnTo>
                        <a:lnTo>
                          <a:pt x="32" y="158"/>
                        </a:lnTo>
                        <a:lnTo>
                          <a:pt x="25" y="122"/>
                        </a:lnTo>
                        <a:lnTo>
                          <a:pt x="28" y="122"/>
                        </a:lnTo>
                        <a:lnTo>
                          <a:pt x="24" y="97"/>
                        </a:lnTo>
                        <a:lnTo>
                          <a:pt x="30" y="97"/>
                        </a:lnTo>
                        <a:lnTo>
                          <a:pt x="34" y="109"/>
                        </a:lnTo>
                        <a:lnTo>
                          <a:pt x="47" y="127"/>
                        </a:lnTo>
                        <a:lnTo>
                          <a:pt x="87" y="169"/>
                        </a:lnTo>
                        <a:lnTo>
                          <a:pt x="44" y="119"/>
                        </a:lnTo>
                        <a:lnTo>
                          <a:pt x="34" y="108"/>
                        </a:lnTo>
                        <a:lnTo>
                          <a:pt x="32" y="97"/>
                        </a:lnTo>
                        <a:lnTo>
                          <a:pt x="26" y="80"/>
                        </a:lnTo>
                        <a:lnTo>
                          <a:pt x="30" y="86"/>
                        </a:lnTo>
                        <a:lnTo>
                          <a:pt x="20" y="63"/>
                        </a:lnTo>
                        <a:lnTo>
                          <a:pt x="24" y="70"/>
                        </a:lnTo>
                        <a:lnTo>
                          <a:pt x="33" y="69"/>
                        </a:lnTo>
                        <a:lnTo>
                          <a:pt x="59" y="99"/>
                        </a:lnTo>
                        <a:lnTo>
                          <a:pt x="32" y="70"/>
                        </a:lnTo>
                        <a:lnTo>
                          <a:pt x="24" y="47"/>
                        </a:lnTo>
                        <a:lnTo>
                          <a:pt x="32" y="47"/>
                        </a:lnTo>
                        <a:lnTo>
                          <a:pt x="65" y="47"/>
                        </a:lnTo>
                        <a:lnTo>
                          <a:pt x="113" y="24"/>
                        </a:lnTo>
                        <a:lnTo>
                          <a:pt x="84" y="40"/>
                        </a:lnTo>
                        <a:lnTo>
                          <a:pt x="42" y="52"/>
                        </a:lnTo>
                        <a:lnTo>
                          <a:pt x="30" y="47"/>
                        </a:lnTo>
                        <a:lnTo>
                          <a:pt x="26" y="36"/>
                        </a:lnTo>
                        <a:lnTo>
                          <a:pt x="22" y="19"/>
                        </a:lnTo>
                        <a:lnTo>
                          <a:pt x="13" y="0"/>
                        </a:lnTo>
                        <a:lnTo>
                          <a:pt x="10" y="8"/>
                        </a:lnTo>
                        <a:lnTo>
                          <a:pt x="8" y="1"/>
                        </a:lnTo>
                        <a:lnTo>
                          <a:pt x="0" y="556"/>
                        </a:lnTo>
                      </a:path>
                    </a:pathLst>
                  </a:custGeom>
                  <a:solidFill>
                    <a:srgbClr val="CEDA9D"/>
                  </a:solidFill>
                  <a:ln w="9525" cap="rnd">
                    <a:noFill/>
                    <a:round/>
                  </a:ln>
                  <a:effectLst/>
                </p:spPr>
                <p:txBody>
                  <a:bodyPr/>
                  <a:lstStyle/>
                  <a:p>
                    <a:endParaRPr lang="zh-CN" altLang="en-US"/>
                  </a:p>
                </p:txBody>
              </p:sp>
            </p:grpSp>
            <p:sp>
              <p:nvSpPr>
                <p:cNvPr id="1069" name="Freeform 45"/>
                <p:cNvSpPr/>
                <p:nvPr/>
              </p:nvSpPr>
              <p:spPr bwMode="ltGray">
                <a:xfrm>
                  <a:off x="336" y="3361"/>
                  <a:ext cx="31" cy="490"/>
                </a:xfrm>
                <a:custGeom>
                  <a:avLst/>
                  <a:gdLst/>
                  <a:ahLst/>
                  <a:cxnLst>
                    <a:cxn ang="0">
                      <a:pos x="5" y="0"/>
                    </a:cxn>
                    <a:cxn ang="0">
                      <a:pos x="11" y="37"/>
                    </a:cxn>
                    <a:cxn ang="0">
                      <a:pos x="18" y="96"/>
                    </a:cxn>
                    <a:cxn ang="0">
                      <a:pos x="24" y="178"/>
                    </a:cxn>
                    <a:cxn ang="0">
                      <a:pos x="30" y="282"/>
                    </a:cxn>
                    <a:cxn ang="0">
                      <a:pos x="30" y="393"/>
                    </a:cxn>
                    <a:cxn ang="0">
                      <a:pos x="27" y="489"/>
                    </a:cxn>
                    <a:cxn ang="0">
                      <a:pos x="24" y="489"/>
                    </a:cxn>
                    <a:cxn ang="0">
                      <a:pos x="27" y="393"/>
                    </a:cxn>
                    <a:cxn ang="0">
                      <a:pos x="27" y="311"/>
                    </a:cxn>
                    <a:cxn ang="0">
                      <a:pos x="21" y="222"/>
                    </a:cxn>
                    <a:cxn ang="0">
                      <a:pos x="11" y="133"/>
                    </a:cxn>
                    <a:cxn ang="0">
                      <a:pos x="0" y="22"/>
                    </a:cxn>
                    <a:cxn ang="0">
                      <a:pos x="5" y="0"/>
                    </a:cxn>
                  </a:cxnLst>
                  <a:rect l="0" t="0" r="r" b="b"/>
                  <a:pathLst>
                    <a:path w="31" h="490">
                      <a:moveTo>
                        <a:pt x="5" y="0"/>
                      </a:moveTo>
                      <a:lnTo>
                        <a:pt x="11" y="37"/>
                      </a:lnTo>
                      <a:lnTo>
                        <a:pt x="18" y="96"/>
                      </a:lnTo>
                      <a:lnTo>
                        <a:pt x="24" y="178"/>
                      </a:lnTo>
                      <a:lnTo>
                        <a:pt x="30" y="282"/>
                      </a:lnTo>
                      <a:lnTo>
                        <a:pt x="30" y="393"/>
                      </a:lnTo>
                      <a:lnTo>
                        <a:pt x="27" y="489"/>
                      </a:lnTo>
                      <a:lnTo>
                        <a:pt x="24" y="489"/>
                      </a:lnTo>
                      <a:lnTo>
                        <a:pt x="27" y="393"/>
                      </a:lnTo>
                      <a:lnTo>
                        <a:pt x="27" y="311"/>
                      </a:lnTo>
                      <a:lnTo>
                        <a:pt x="21" y="222"/>
                      </a:lnTo>
                      <a:lnTo>
                        <a:pt x="11" y="133"/>
                      </a:lnTo>
                      <a:lnTo>
                        <a:pt x="0" y="22"/>
                      </a:lnTo>
                      <a:lnTo>
                        <a:pt x="5" y="0"/>
                      </a:lnTo>
                    </a:path>
                  </a:pathLst>
                </a:custGeom>
                <a:solidFill>
                  <a:srgbClr val="CEDA9D"/>
                </a:solidFill>
                <a:ln w="9525" cap="rnd">
                  <a:noFill/>
                  <a:round/>
                </a:ln>
                <a:effectLst/>
              </p:spPr>
              <p:txBody>
                <a:bodyPr/>
                <a:lstStyle/>
                <a:p>
                  <a:endParaRPr lang="zh-CN" altLang="en-US"/>
                </a:p>
              </p:txBody>
            </p:sp>
            <p:sp>
              <p:nvSpPr>
                <p:cNvPr id="1070" name="Freeform 46"/>
                <p:cNvSpPr/>
                <p:nvPr/>
              </p:nvSpPr>
              <p:spPr bwMode="ltGray">
                <a:xfrm>
                  <a:off x="181" y="3161"/>
                  <a:ext cx="90" cy="439"/>
                </a:xfrm>
                <a:custGeom>
                  <a:avLst/>
                  <a:gdLst/>
                  <a:ahLst/>
                  <a:cxnLst>
                    <a:cxn ang="0">
                      <a:pos x="25" y="438"/>
                    </a:cxn>
                    <a:cxn ang="0">
                      <a:pos x="19" y="362"/>
                    </a:cxn>
                    <a:cxn ang="0">
                      <a:pos x="16" y="330"/>
                    </a:cxn>
                    <a:cxn ang="0">
                      <a:pos x="10" y="291"/>
                    </a:cxn>
                    <a:cxn ang="0">
                      <a:pos x="3" y="253"/>
                    </a:cxn>
                    <a:cxn ang="0">
                      <a:pos x="1" y="231"/>
                    </a:cxn>
                    <a:cxn ang="0">
                      <a:pos x="0" y="209"/>
                    </a:cxn>
                    <a:cxn ang="0">
                      <a:pos x="1" y="176"/>
                    </a:cxn>
                    <a:cxn ang="0">
                      <a:pos x="2" y="143"/>
                    </a:cxn>
                    <a:cxn ang="0">
                      <a:pos x="13" y="59"/>
                    </a:cxn>
                    <a:cxn ang="0">
                      <a:pos x="16" y="40"/>
                    </a:cxn>
                    <a:cxn ang="0">
                      <a:pos x="25" y="19"/>
                    </a:cxn>
                    <a:cxn ang="0">
                      <a:pos x="32" y="5"/>
                    </a:cxn>
                    <a:cxn ang="0">
                      <a:pos x="41" y="0"/>
                    </a:cxn>
                    <a:cxn ang="0">
                      <a:pos x="48" y="5"/>
                    </a:cxn>
                    <a:cxn ang="0">
                      <a:pos x="58" y="19"/>
                    </a:cxn>
                    <a:cxn ang="0">
                      <a:pos x="67" y="44"/>
                    </a:cxn>
                    <a:cxn ang="0">
                      <a:pos x="69" y="62"/>
                    </a:cxn>
                    <a:cxn ang="0">
                      <a:pos x="75" y="89"/>
                    </a:cxn>
                    <a:cxn ang="0">
                      <a:pos x="80" y="112"/>
                    </a:cxn>
                    <a:cxn ang="0">
                      <a:pos x="87" y="227"/>
                    </a:cxn>
                    <a:cxn ang="0">
                      <a:pos x="89" y="249"/>
                    </a:cxn>
                    <a:cxn ang="0">
                      <a:pos x="87" y="285"/>
                    </a:cxn>
                    <a:cxn ang="0">
                      <a:pos x="82" y="393"/>
                    </a:cxn>
                    <a:cxn ang="0">
                      <a:pos x="82" y="288"/>
                    </a:cxn>
                    <a:cxn ang="0">
                      <a:pos x="80" y="242"/>
                    </a:cxn>
                    <a:cxn ang="0">
                      <a:pos x="78" y="213"/>
                    </a:cxn>
                    <a:cxn ang="0">
                      <a:pos x="75" y="176"/>
                    </a:cxn>
                    <a:cxn ang="0">
                      <a:pos x="70" y="138"/>
                    </a:cxn>
                    <a:cxn ang="0">
                      <a:pos x="65" y="100"/>
                    </a:cxn>
                    <a:cxn ang="0">
                      <a:pos x="59" y="66"/>
                    </a:cxn>
                    <a:cxn ang="0">
                      <a:pos x="53" y="35"/>
                    </a:cxn>
                    <a:cxn ang="0">
                      <a:pos x="48" y="19"/>
                    </a:cxn>
                    <a:cxn ang="0">
                      <a:pos x="42" y="11"/>
                    </a:cxn>
                    <a:cxn ang="0">
                      <a:pos x="36" y="19"/>
                    </a:cxn>
                    <a:cxn ang="0">
                      <a:pos x="30" y="34"/>
                    </a:cxn>
                    <a:cxn ang="0">
                      <a:pos x="28" y="62"/>
                    </a:cxn>
                    <a:cxn ang="0">
                      <a:pos x="28" y="84"/>
                    </a:cxn>
                    <a:cxn ang="0">
                      <a:pos x="26" y="125"/>
                    </a:cxn>
                    <a:cxn ang="0">
                      <a:pos x="24" y="149"/>
                    </a:cxn>
                    <a:cxn ang="0">
                      <a:pos x="18" y="188"/>
                    </a:cxn>
                    <a:cxn ang="0">
                      <a:pos x="16" y="209"/>
                    </a:cxn>
                    <a:cxn ang="0">
                      <a:pos x="15" y="228"/>
                    </a:cxn>
                    <a:cxn ang="0">
                      <a:pos x="15" y="258"/>
                    </a:cxn>
                    <a:cxn ang="0">
                      <a:pos x="26" y="356"/>
                    </a:cxn>
                    <a:cxn ang="0">
                      <a:pos x="25" y="438"/>
                    </a:cxn>
                  </a:cxnLst>
                  <a:rect l="0" t="0" r="r" b="b"/>
                  <a:pathLst>
                    <a:path w="90" h="439">
                      <a:moveTo>
                        <a:pt x="25" y="438"/>
                      </a:moveTo>
                      <a:lnTo>
                        <a:pt x="19" y="362"/>
                      </a:lnTo>
                      <a:lnTo>
                        <a:pt x="16" y="330"/>
                      </a:lnTo>
                      <a:lnTo>
                        <a:pt x="10" y="291"/>
                      </a:lnTo>
                      <a:lnTo>
                        <a:pt x="3" y="253"/>
                      </a:lnTo>
                      <a:lnTo>
                        <a:pt x="1" y="231"/>
                      </a:lnTo>
                      <a:lnTo>
                        <a:pt x="0" y="209"/>
                      </a:lnTo>
                      <a:lnTo>
                        <a:pt x="1" y="176"/>
                      </a:lnTo>
                      <a:lnTo>
                        <a:pt x="2" y="143"/>
                      </a:lnTo>
                      <a:lnTo>
                        <a:pt x="13" y="59"/>
                      </a:lnTo>
                      <a:lnTo>
                        <a:pt x="16" y="40"/>
                      </a:lnTo>
                      <a:lnTo>
                        <a:pt x="25" y="19"/>
                      </a:lnTo>
                      <a:lnTo>
                        <a:pt x="32" y="5"/>
                      </a:lnTo>
                      <a:lnTo>
                        <a:pt x="41" y="0"/>
                      </a:lnTo>
                      <a:lnTo>
                        <a:pt x="48" y="5"/>
                      </a:lnTo>
                      <a:lnTo>
                        <a:pt x="58" y="19"/>
                      </a:lnTo>
                      <a:lnTo>
                        <a:pt x="67" y="44"/>
                      </a:lnTo>
                      <a:lnTo>
                        <a:pt x="69" y="62"/>
                      </a:lnTo>
                      <a:lnTo>
                        <a:pt x="75" y="89"/>
                      </a:lnTo>
                      <a:lnTo>
                        <a:pt x="80" y="112"/>
                      </a:lnTo>
                      <a:lnTo>
                        <a:pt x="87" y="227"/>
                      </a:lnTo>
                      <a:lnTo>
                        <a:pt x="89" y="249"/>
                      </a:lnTo>
                      <a:lnTo>
                        <a:pt x="87" y="285"/>
                      </a:lnTo>
                      <a:lnTo>
                        <a:pt x="82" y="393"/>
                      </a:lnTo>
                      <a:lnTo>
                        <a:pt x="82" y="288"/>
                      </a:lnTo>
                      <a:lnTo>
                        <a:pt x="80" y="242"/>
                      </a:lnTo>
                      <a:lnTo>
                        <a:pt x="78" y="213"/>
                      </a:lnTo>
                      <a:lnTo>
                        <a:pt x="75" y="176"/>
                      </a:lnTo>
                      <a:lnTo>
                        <a:pt x="70" y="138"/>
                      </a:lnTo>
                      <a:lnTo>
                        <a:pt x="65" y="100"/>
                      </a:lnTo>
                      <a:lnTo>
                        <a:pt x="59" y="66"/>
                      </a:lnTo>
                      <a:lnTo>
                        <a:pt x="53" y="35"/>
                      </a:lnTo>
                      <a:lnTo>
                        <a:pt x="48" y="19"/>
                      </a:lnTo>
                      <a:lnTo>
                        <a:pt x="42" y="11"/>
                      </a:lnTo>
                      <a:lnTo>
                        <a:pt x="36" y="19"/>
                      </a:lnTo>
                      <a:lnTo>
                        <a:pt x="30" y="34"/>
                      </a:lnTo>
                      <a:lnTo>
                        <a:pt x="28" y="62"/>
                      </a:lnTo>
                      <a:lnTo>
                        <a:pt x="28" y="84"/>
                      </a:lnTo>
                      <a:lnTo>
                        <a:pt x="26" y="125"/>
                      </a:lnTo>
                      <a:lnTo>
                        <a:pt x="24" y="149"/>
                      </a:lnTo>
                      <a:lnTo>
                        <a:pt x="18" y="188"/>
                      </a:lnTo>
                      <a:lnTo>
                        <a:pt x="16" y="209"/>
                      </a:lnTo>
                      <a:lnTo>
                        <a:pt x="15" y="228"/>
                      </a:lnTo>
                      <a:lnTo>
                        <a:pt x="15" y="258"/>
                      </a:lnTo>
                      <a:lnTo>
                        <a:pt x="26" y="356"/>
                      </a:lnTo>
                      <a:lnTo>
                        <a:pt x="25" y="438"/>
                      </a:lnTo>
                    </a:path>
                  </a:pathLst>
                </a:custGeom>
                <a:solidFill>
                  <a:srgbClr val="CEDA9D"/>
                </a:solidFill>
                <a:ln w="9525" cap="rnd">
                  <a:noFill/>
                  <a:round/>
                </a:ln>
                <a:effectLst/>
              </p:spPr>
              <p:txBody>
                <a:bodyPr/>
                <a:lstStyle/>
                <a:p>
                  <a:endParaRPr lang="zh-CN" altLang="en-US"/>
                </a:p>
              </p:txBody>
            </p:sp>
          </p:grpSp>
          <p:sp>
            <p:nvSpPr>
              <p:cNvPr id="1072" name="Freeform 48"/>
              <p:cNvSpPr/>
              <p:nvPr/>
            </p:nvSpPr>
            <p:spPr bwMode="ltGray">
              <a:xfrm>
                <a:off x="737" y="4020"/>
                <a:ext cx="48" cy="125"/>
              </a:xfrm>
              <a:custGeom>
                <a:avLst/>
                <a:gdLst/>
                <a:ahLst/>
                <a:cxnLst>
                  <a:cxn ang="0">
                    <a:pos x="37" y="0"/>
                  </a:cxn>
                  <a:cxn ang="0">
                    <a:pos x="34" y="2"/>
                  </a:cxn>
                  <a:cxn ang="0">
                    <a:pos x="18" y="24"/>
                  </a:cxn>
                  <a:cxn ang="0">
                    <a:pos x="9" y="45"/>
                  </a:cxn>
                  <a:cxn ang="0">
                    <a:pos x="0" y="71"/>
                  </a:cxn>
                  <a:cxn ang="0">
                    <a:pos x="0" y="99"/>
                  </a:cxn>
                  <a:cxn ang="0">
                    <a:pos x="4" y="124"/>
                  </a:cxn>
                  <a:cxn ang="0">
                    <a:pos x="9" y="124"/>
                  </a:cxn>
                  <a:cxn ang="0">
                    <a:pos x="4" y="99"/>
                  </a:cxn>
                  <a:cxn ang="0">
                    <a:pos x="4" y="78"/>
                  </a:cxn>
                  <a:cxn ang="0">
                    <a:pos x="14" y="56"/>
                  </a:cxn>
                  <a:cxn ang="0">
                    <a:pos x="28" y="33"/>
                  </a:cxn>
                  <a:cxn ang="0">
                    <a:pos x="47" y="5"/>
                  </a:cxn>
                  <a:cxn ang="0">
                    <a:pos x="37" y="0"/>
                  </a:cxn>
                </a:cxnLst>
                <a:rect l="0" t="0" r="r" b="b"/>
                <a:pathLst>
                  <a:path w="48" h="125">
                    <a:moveTo>
                      <a:pt x="37" y="0"/>
                    </a:moveTo>
                    <a:lnTo>
                      <a:pt x="34" y="2"/>
                    </a:lnTo>
                    <a:lnTo>
                      <a:pt x="18" y="24"/>
                    </a:lnTo>
                    <a:lnTo>
                      <a:pt x="9" y="45"/>
                    </a:lnTo>
                    <a:lnTo>
                      <a:pt x="0" y="71"/>
                    </a:lnTo>
                    <a:lnTo>
                      <a:pt x="0" y="99"/>
                    </a:lnTo>
                    <a:lnTo>
                      <a:pt x="4" y="124"/>
                    </a:lnTo>
                    <a:lnTo>
                      <a:pt x="9" y="124"/>
                    </a:lnTo>
                    <a:lnTo>
                      <a:pt x="4" y="99"/>
                    </a:lnTo>
                    <a:lnTo>
                      <a:pt x="4" y="78"/>
                    </a:lnTo>
                    <a:lnTo>
                      <a:pt x="14" y="56"/>
                    </a:lnTo>
                    <a:lnTo>
                      <a:pt x="28" y="33"/>
                    </a:lnTo>
                    <a:lnTo>
                      <a:pt x="47" y="5"/>
                    </a:lnTo>
                    <a:lnTo>
                      <a:pt x="37" y="0"/>
                    </a:lnTo>
                  </a:path>
                </a:pathLst>
              </a:custGeom>
              <a:solidFill>
                <a:srgbClr val="CEDA9D"/>
              </a:solidFill>
              <a:ln w="9525" cap="rnd">
                <a:noFill/>
                <a:round/>
              </a:ln>
              <a:effectLst/>
            </p:spPr>
            <p:txBody>
              <a:bodyPr/>
              <a:lstStyle/>
              <a:p>
                <a:endParaRPr lang="zh-CN" altLang="en-US"/>
              </a:p>
            </p:txBody>
          </p:sp>
          <p:sp>
            <p:nvSpPr>
              <p:cNvPr id="1073" name="Freeform 49"/>
              <p:cNvSpPr/>
              <p:nvPr/>
            </p:nvSpPr>
            <p:spPr bwMode="ltGray">
              <a:xfrm>
                <a:off x="1483" y="3976"/>
                <a:ext cx="62" cy="121"/>
              </a:xfrm>
              <a:custGeom>
                <a:avLst/>
                <a:gdLst/>
                <a:ahLst/>
                <a:cxnLst>
                  <a:cxn ang="0">
                    <a:pos x="12" y="0"/>
                  </a:cxn>
                  <a:cxn ang="0">
                    <a:pos x="24" y="8"/>
                  </a:cxn>
                  <a:cxn ang="0">
                    <a:pos x="36" y="23"/>
                  </a:cxn>
                  <a:cxn ang="0">
                    <a:pos x="48" y="43"/>
                  </a:cxn>
                  <a:cxn ang="0">
                    <a:pos x="61" y="69"/>
                  </a:cxn>
                  <a:cxn ang="0">
                    <a:pos x="61" y="96"/>
                  </a:cxn>
                  <a:cxn ang="0">
                    <a:pos x="55" y="120"/>
                  </a:cxn>
                  <a:cxn ang="0">
                    <a:pos x="48" y="120"/>
                  </a:cxn>
                  <a:cxn ang="0">
                    <a:pos x="55" y="96"/>
                  </a:cxn>
                  <a:cxn ang="0">
                    <a:pos x="55" y="76"/>
                  </a:cxn>
                  <a:cxn ang="0">
                    <a:pos x="43" y="54"/>
                  </a:cxn>
                  <a:cxn ang="0">
                    <a:pos x="24" y="32"/>
                  </a:cxn>
                  <a:cxn ang="0">
                    <a:pos x="0" y="5"/>
                  </a:cxn>
                  <a:cxn ang="0">
                    <a:pos x="12" y="0"/>
                  </a:cxn>
                </a:cxnLst>
                <a:rect l="0" t="0" r="r" b="b"/>
                <a:pathLst>
                  <a:path w="62" h="121">
                    <a:moveTo>
                      <a:pt x="12" y="0"/>
                    </a:moveTo>
                    <a:lnTo>
                      <a:pt x="24" y="8"/>
                    </a:lnTo>
                    <a:lnTo>
                      <a:pt x="36" y="23"/>
                    </a:lnTo>
                    <a:lnTo>
                      <a:pt x="48" y="43"/>
                    </a:lnTo>
                    <a:lnTo>
                      <a:pt x="61" y="69"/>
                    </a:lnTo>
                    <a:lnTo>
                      <a:pt x="61" y="96"/>
                    </a:lnTo>
                    <a:lnTo>
                      <a:pt x="55" y="120"/>
                    </a:lnTo>
                    <a:lnTo>
                      <a:pt x="48" y="120"/>
                    </a:lnTo>
                    <a:lnTo>
                      <a:pt x="55" y="96"/>
                    </a:lnTo>
                    <a:lnTo>
                      <a:pt x="55" y="76"/>
                    </a:lnTo>
                    <a:lnTo>
                      <a:pt x="43" y="54"/>
                    </a:lnTo>
                    <a:lnTo>
                      <a:pt x="24" y="32"/>
                    </a:lnTo>
                    <a:lnTo>
                      <a:pt x="0" y="5"/>
                    </a:lnTo>
                    <a:lnTo>
                      <a:pt x="12" y="0"/>
                    </a:lnTo>
                  </a:path>
                </a:pathLst>
              </a:custGeom>
              <a:solidFill>
                <a:srgbClr val="CEDA9D"/>
              </a:solidFill>
              <a:ln w="9525" cap="rnd">
                <a:noFill/>
                <a:round/>
              </a:ln>
              <a:effectLst/>
            </p:spPr>
            <p:txBody>
              <a:bodyPr/>
              <a:lstStyle/>
              <a:p>
                <a:endParaRPr lang="zh-CN" altLang="en-US"/>
              </a:p>
            </p:txBody>
          </p:sp>
          <p:sp>
            <p:nvSpPr>
              <p:cNvPr id="1074" name="Freeform 50"/>
              <p:cNvSpPr/>
              <p:nvPr/>
            </p:nvSpPr>
            <p:spPr bwMode="ltGray">
              <a:xfrm>
                <a:off x="1181" y="3908"/>
                <a:ext cx="104" cy="121"/>
              </a:xfrm>
              <a:custGeom>
                <a:avLst/>
                <a:gdLst/>
                <a:ahLst/>
                <a:cxnLst>
                  <a:cxn ang="0">
                    <a:pos x="100" y="19"/>
                  </a:cxn>
                  <a:cxn ang="0">
                    <a:pos x="79" y="0"/>
                  </a:cxn>
                  <a:cxn ang="0">
                    <a:pos x="65" y="0"/>
                  </a:cxn>
                  <a:cxn ang="0">
                    <a:pos x="53" y="1"/>
                  </a:cxn>
                  <a:cxn ang="0">
                    <a:pos x="44" y="6"/>
                  </a:cxn>
                  <a:cxn ang="0">
                    <a:pos x="20" y="21"/>
                  </a:cxn>
                  <a:cxn ang="0">
                    <a:pos x="12" y="28"/>
                  </a:cxn>
                  <a:cxn ang="0">
                    <a:pos x="7" y="35"/>
                  </a:cxn>
                  <a:cxn ang="0">
                    <a:pos x="1" y="56"/>
                  </a:cxn>
                  <a:cxn ang="0">
                    <a:pos x="0" y="62"/>
                  </a:cxn>
                  <a:cxn ang="0">
                    <a:pos x="1" y="70"/>
                  </a:cxn>
                  <a:cxn ang="0">
                    <a:pos x="5" y="79"/>
                  </a:cxn>
                  <a:cxn ang="0">
                    <a:pos x="15" y="91"/>
                  </a:cxn>
                  <a:cxn ang="0">
                    <a:pos x="23" y="100"/>
                  </a:cxn>
                  <a:cxn ang="0">
                    <a:pos x="34" y="109"/>
                  </a:cxn>
                  <a:cxn ang="0">
                    <a:pos x="58" y="120"/>
                  </a:cxn>
                  <a:cxn ang="0">
                    <a:pos x="45" y="106"/>
                  </a:cxn>
                  <a:cxn ang="0">
                    <a:pos x="36" y="93"/>
                  </a:cxn>
                  <a:cxn ang="0">
                    <a:pos x="31" y="81"/>
                  </a:cxn>
                  <a:cxn ang="0">
                    <a:pos x="32" y="70"/>
                  </a:cxn>
                  <a:cxn ang="0">
                    <a:pos x="34" y="62"/>
                  </a:cxn>
                  <a:cxn ang="0">
                    <a:pos x="31" y="52"/>
                  </a:cxn>
                  <a:cxn ang="0">
                    <a:pos x="28" y="44"/>
                  </a:cxn>
                  <a:cxn ang="0">
                    <a:pos x="37" y="28"/>
                  </a:cxn>
                  <a:cxn ang="0">
                    <a:pos x="39" y="20"/>
                  </a:cxn>
                  <a:cxn ang="0">
                    <a:pos x="48" y="13"/>
                  </a:cxn>
                  <a:cxn ang="0">
                    <a:pos x="65" y="5"/>
                  </a:cxn>
                  <a:cxn ang="0">
                    <a:pos x="73" y="11"/>
                  </a:cxn>
                  <a:cxn ang="0">
                    <a:pos x="103" y="22"/>
                  </a:cxn>
                  <a:cxn ang="0">
                    <a:pos x="100" y="19"/>
                  </a:cxn>
                </a:cxnLst>
                <a:rect l="0" t="0" r="r" b="b"/>
                <a:pathLst>
                  <a:path w="104" h="121">
                    <a:moveTo>
                      <a:pt x="100" y="19"/>
                    </a:moveTo>
                    <a:lnTo>
                      <a:pt x="79" y="0"/>
                    </a:lnTo>
                    <a:lnTo>
                      <a:pt x="65" y="0"/>
                    </a:lnTo>
                    <a:lnTo>
                      <a:pt x="53" y="1"/>
                    </a:lnTo>
                    <a:lnTo>
                      <a:pt x="44" y="6"/>
                    </a:lnTo>
                    <a:lnTo>
                      <a:pt x="20" y="21"/>
                    </a:lnTo>
                    <a:lnTo>
                      <a:pt x="12" y="28"/>
                    </a:lnTo>
                    <a:lnTo>
                      <a:pt x="7" y="35"/>
                    </a:lnTo>
                    <a:lnTo>
                      <a:pt x="1" y="56"/>
                    </a:lnTo>
                    <a:lnTo>
                      <a:pt x="0" y="62"/>
                    </a:lnTo>
                    <a:lnTo>
                      <a:pt x="1" y="70"/>
                    </a:lnTo>
                    <a:lnTo>
                      <a:pt x="5" y="79"/>
                    </a:lnTo>
                    <a:lnTo>
                      <a:pt x="15" y="91"/>
                    </a:lnTo>
                    <a:lnTo>
                      <a:pt x="23" y="100"/>
                    </a:lnTo>
                    <a:lnTo>
                      <a:pt x="34" y="109"/>
                    </a:lnTo>
                    <a:lnTo>
                      <a:pt x="58" y="120"/>
                    </a:lnTo>
                    <a:lnTo>
                      <a:pt x="45" y="106"/>
                    </a:lnTo>
                    <a:lnTo>
                      <a:pt x="36" y="93"/>
                    </a:lnTo>
                    <a:lnTo>
                      <a:pt x="31" y="81"/>
                    </a:lnTo>
                    <a:lnTo>
                      <a:pt x="32" y="70"/>
                    </a:lnTo>
                    <a:lnTo>
                      <a:pt x="34" y="62"/>
                    </a:lnTo>
                    <a:lnTo>
                      <a:pt x="31" y="52"/>
                    </a:lnTo>
                    <a:lnTo>
                      <a:pt x="28" y="44"/>
                    </a:lnTo>
                    <a:lnTo>
                      <a:pt x="37" y="28"/>
                    </a:lnTo>
                    <a:lnTo>
                      <a:pt x="39" y="20"/>
                    </a:lnTo>
                    <a:lnTo>
                      <a:pt x="48" y="13"/>
                    </a:lnTo>
                    <a:lnTo>
                      <a:pt x="65" y="5"/>
                    </a:lnTo>
                    <a:lnTo>
                      <a:pt x="73" y="11"/>
                    </a:lnTo>
                    <a:lnTo>
                      <a:pt x="103" y="22"/>
                    </a:lnTo>
                    <a:lnTo>
                      <a:pt x="100" y="19"/>
                    </a:lnTo>
                  </a:path>
                </a:pathLst>
              </a:custGeom>
              <a:solidFill>
                <a:srgbClr val="CEDA9D"/>
              </a:solidFill>
              <a:ln w="9525" cap="rnd">
                <a:noFill/>
                <a:round/>
              </a:ln>
              <a:effectLst/>
            </p:spPr>
            <p:txBody>
              <a:bodyPr/>
              <a:lstStyle/>
              <a:p>
                <a:endParaRPr lang="zh-CN" altLang="en-US"/>
              </a:p>
            </p:txBody>
          </p:sp>
          <p:sp>
            <p:nvSpPr>
              <p:cNvPr id="1075" name="Freeform 51"/>
              <p:cNvSpPr/>
              <p:nvPr/>
            </p:nvSpPr>
            <p:spPr bwMode="ltGray">
              <a:xfrm>
                <a:off x="596" y="3919"/>
                <a:ext cx="196" cy="161"/>
              </a:xfrm>
              <a:custGeom>
                <a:avLst/>
                <a:gdLst/>
                <a:ahLst/>
                <a:cxnLst>
                  <a:cxn ang="0">
                    <a:pos x="89" y="4"/>
                  </a:cxn>
                  <a:cxn ang="0">
                    <a:pos x="13" y="7"/>
                  </a:cxn>
                  <a:cxn ang="0">
                    <a:pos x="83" y="7"/>
                  </a:cxn>
                  <a:cxn ang="0">
                    <a:pos x="72" y="13"/>
                  </a:cxn>
                  <a:cxn ang="0">
                    <a:pos x="72" y="16"/>
                  </a:cxn>
                  <a:cxn ang="0">
                    <a:pos x="38" y="24"/>
                  </a:cxn>
                  <a:cxn ang="0">
                    <a:pos x="63" y="21"/>
                  </a:cxn>
                  <a:cxn ang="0">
                    <a:pos x="63" y="25"/>
                  </a:cxn>
                  <a:cxn ang="0">
                    <a:pos x="70" y="27"/>
                  </a:cxn>
                  <a:cxn ang="0">
                    <a:pos x="8" y="43"/>
                  </a:cxn>
                  <a:cxn ang="0">
                    <a:pos x="66" y="35"/>
                  </a:cxn>
                  <a:cxn ang="0">
                    <a:pos x="52" y="46"/>
                  </a:cxn>
                  <a:cxn ang="0">
                    <a:pos x="8" y="53"/>
                  </a:cxn>
                  <a:cxn ang="0">
                    <a:pos x="55" y="47"/>
                  </a:cxn>
                  <a:cxn ang="0">
                    <a:pos x="18" y="60"/>
                  </a:cxn>
                  <a:cxn ang="0">
                    <a:pos x="40" y="54"/>
                  </a:cxn>
                  <a:cxn ang="0">
                    <a:pos x="55" y="53"/>
                  </a:cxn>
                  <a:cxn ang="0">
                    <a:pos x="55" y="57"/>
                  </a:cxn>
                  <a:cxn ang="0">
                    <a:pos x="46" y="65"/>
                  </a:cxn>
                  <a:cxn ang="0">
                    <a:pos x="5" y="75"/>
                  </a:cxn>
                  <a:cxn ang="0">
                    <a:pos x="52" y="67"/>
                  </a:cxn>
                  <a:cxn ang="0">
                    <a:pos x="44" y="78"/>
                  </a:cxn>
                  <a:cxn ang="0">
                    <a:pos x="33" y="85"/>
                  </a:cxn>
                  <a:cxn ang="0">
                    <a:pos x="38" y="85"/>
                  </a:cxn>
                  <a:cxn ang="0">
                    <a:pos x="38" y="89"/>
                  </a:cxn>
                  <a:cxn ang="0">
                    <a:pos x="8" y="99"/>
                  </a:cxn>
                  <a:cxn ang="0">
                    <a:pos x="33" y="98"/>
                  </a:cxn>
                  <a:cxn ang="0">
                    <a:pos x="33" y="99"/>
                  </a:cxn>
                  <a:cxn ang="0">
                    <a:pos x="35" y="103"/>
                  </a:cxn>
                  <a:cxn ang="0">
                    <a:pos x="29" y="112"/>
                  </a:cxn>
                  <a:cxn ang="0">
                    <a:pos x="35" y="116"/>
                  </a:cxn>
                  <a:cxn ang="0">
                    <a:pos x="38" y="135"/>
                  </a:cxn>
                  <a:cxn ang="0">
                    <a:pos x="44" y="112"/>
                  </a:cxn>
                  <a:cxn ang="0">
                    <a:pos x="91" y="160"/>
                  </a:cxn>
                  <a:cxn ang="0">
                    <a:pos x="63" y="103"/>
                  </a:cxn>
                  <a:cxn ang="0">
                    <a:pos x="63" y="103"/>
                  </a:cxn>
                  <a:cxn ang="0">
                    <a:pos x="66" y="98"/>
                  </a:cxn>
                  <a:cxn ang="0">
                    <a:pos x="105" y="126"/>
                  </a:cxn>
                  <a:cxn ang="0">
                    <a:pos x="80" y="111"/>
                  </a:cxn>
                  <a:cxn ang="0">
                    <a:pos x="72" y="85"/>
                  </a:cxn>
                  <a:cxn ang="0">
                    <a:pos x="74" y="78"/>
                  </a:cxn>
                  <a:cxn ang="0">
                    <a:pos x="89" y="95"/>
                  </a:cxn>
                  <a:cxn ang="0">
                    <a:pos x="80" y="70"/>
                  </a:cxn>
                  <a:cxn ang="0">
                    <a:pos x="94" y="65"/>
                  </a:cxn>
                  <a:cxn ang="0">
                    <a:pos x="105" y="83"/>
                  </a:cxn>
                  <a:cxn ang="0">
                    <a:pos x="91" y="53"/>
                  </a:cxn>
                  <a:cxn ang="0">
                    <a:pos x="94" y="50"/>
                  </a:cxn>
                  <a:cxn ang="0">
                    <a:pos x="97" y="36"/>
                  </a:cxn>
                  <a:cxn ang="0">
                    <a:pos x="111" y="37"/>
                  </a:cxn>
                  <a:cxn ang="0">
                    <a:pos x="161" y="74"/>
                  </a:cxn>
                  <a:cxn ang="0">
                    <a:pos x="124" y="53"/>
                  </a:cxn>
                  <a:cxn ang="0">
                    <a:pos x="105" y="24"/>
                  </a:cxn>
                  <a:cxn ang="0">
                    <a:pos x="111" y="18"/>
                  </a:cxn>
                  <a:cxn ang="0">
                    <a:pos x="135" y="35"/>
                  </a:cxn>
                  <a:cxn ang="0">
                    <a:pos x="130" y="33"/>
                  </a:cxn>
                  <a:cxn ang="0">
                    <a:pos x="119" y="10"/>
                  </a:cxn>
                  <a:cxn ang="0">
                    <a:pos x="150" y="33"/>
                  </a:cxn>
                  <a:cxn ang="0">
                    <a:pos x="130" y="22"/>
                  </a:cxn>
                  <a:cxn ang="0">
                    <a:pos x="114" y="1"/>
                  </a:cxn>
                </a:cxnLst>
                <a:rect l="0" t="0" r="r" b="b"/>
                <a:pathLst>
                  <a:path w="196" h="161">
                    <a:moveTo>
                      <a:pt x="110" y="2"/>
                    </a:moveTo>
                    <a:lnTo>
                      <a:pt x="97" y="0"/>
                    </a:lnTo>
                    <a:lnTo>
                      <a:pt x="89" y="4"/>
                    </a:lnTo>
                    <a:lnTo>
                      <a:pt x="80" y="5"/>
                    </a:lnTo>
                    <a:lnTo>
                      <a:pt x="61" y="7"/>
                    </a:lnTo>
                    <a:lnTo>
                      <a:pt x="13" y="7"/>
                    </a:lnTo>
                    <a:lnTo>
                      <a:pt x="61" y="8"/>
                    </a:lnTo>
                    <a:lnTo>
                      <a:pt x="74" y="5"/>
                    </a:lnTo>
                    <a:lnTo>
                      <a:pt x="83" y="7"/>
                    </a:lnTo>
                    <a:lnTo>
                      <a:pt x="72" y="9"/>
                    </a:lnTo>
                    <a:lnTo>
                      <a:pt x="80" y="9"/>
                    </a:lnTo>
                    <a:lnTo>
                      <a:pt x="72" y="13"/>
                    </a:lnTo>
                    <a:lnTo>
                      <a:pt x="10" y="37"/>
                    </a:lnTo>
                    <a:lnTo>
                      <a:pt x="74" y="13"/>
                    </a:lnTo>
                    <a:lnTo>
                      <a:pt x="72" y="16"/>
                    </a:lnTo>
                    <a:lnTo>
                      <a:pt x="63" y="21"/>
                    </a:lnTo>
                    <a:lnTo>
                      <a:pt x="55" y="22"/>
                    </a:lnTo>
                    <a:lnTo>
                      <a:pt x="38" y="24"/>
                    </a:lnTo>
                    <a:lnTo>
                      <a:pt x="10" y="21"/>
                    </a:lnTo>
                    <a:lnTo>
                      <a:pt x="55" y="24"/>
                    </a:lnTo>
                    <a:lnTo>
                      <a:pt x="63" y="21"/>
                    </a:lnTo>
                    <a:lnTo>
                      <a:pt x="72" y="19"/>
                    </a:lnTo>
                    <a:lnTo>
                      <a:pt x="70" y="24"/>
                    </a:lnTo>
                    <a:lnTo>
                      <a:pt x="63" y="25"/>
                    </a:lnTo>
                    <a:lnTo>
                      <a:pt x="8" y="39"/>
                    </a:lnTo>
                    <a:lnTo>
                      <a:pt x="63" y="27"/>
                    </a:lnTo>
                    <a:lnTo>
                      <a:pt x="70" y="27"/>
                    </a:lnTo>
                    <a:lnTo>
                      <a:pt x="63" y="30"/>
                    </a:lnTo>
                    <a:lnTo>
                      <a:pt x="55" y="35"/>
                    </a:lnTo>
                    <a:lnTo>
                      <a:pt x="8" y="43"/>
                    </a:lnTo>
                    <a:lnTo>
                      <a:pt x="61" y="33"/>
                    </a:lnTo>
                    <a:lnTo>
                      <a:pt x="63" y="33"/>
                    </a:lnTo>
                    <a:lnTo>
                      <a:pt x="66" y="35"/>
                    </a:lnTo>
                    <a:lnTo>
                      <a:pt x="55" y="40"/>
                    </a:lnTo>
                    <a:lnTo>
                      <a:pt x="66" y="39"/>
                    </a:lnTo>
                    <a:lnTo>
                      <a:pt x="52" y="46"/>
                    </a:lnTo>
                    <a:lnTo>
                      <a:pt x="40" y="50"/>
                    </a:lnTo>
                    <a:lnTo>
                      <a:pt x="18" y="53"/>
                    </a:lnTo>
                    <a:lnTo>
                      <a:pt x="8" y="53"/>
                    </a:lnTo>
                    <a:lnTo>
                      <a:pt x="27" y="51"/>
                    </a:lnTo>
                    <a:lnTo>
                      <a:pt x="49" y="48"/>
                    </a:lnTo>
                    <a:lnTo>
                      <a:pt x="55" y="47"/>
                    </a:lnTo>
                    <a:lnTo>
                      <a:pt x="49" y="51"/>
                    </a:lnTo>
                    <a:lnTo>
                      <a:pt x="38" y="57"/>
                    </a:lnTo>
                    <a:lnTo>
                      <a:pt x="18" y="60"/>
                    </a:lnTo>
                    <a:lnTo>
                      <a:pt x="0" y="62"/>
                    </a:lnTo>
                    <a:lnTo>
                      <a:pt x="24" y="59"/>
                    </a:lnTo>
                    <a:lnTo>
                      <a:pt x="40" y="54"/>
                    </a:lnTo>
                    <a:lnTo>
                      <a:pt x="55" y="50"/>
                    </a:lnTo>
                    <a:lnTo>
                      <a:pt x="57" y="48"/>
                    </a:lnTo>
                    <a:lnTo>
                      <a:pt x="55" y="53"/>
                    </a:lnTo>
                    <a:lnTo>
                      <a:pt x="61" y="51"/>
                    </a:lnTo>
                    <a:lnTo>
                      <a:pt x="66" y="53"/>
                    </a:lnTo>
                    <a:lnTo>
                      <a:pt x="55" y="57"/>
                    </a:lnTo>
                    <a:lnTo>
                      <a:pt x="55" y="60"/>
                    </a:lnTo>
                    <a:lnTo>
                      <a:pt x="40" y="65"/>
                    </a:lnTo>
                    <a:lnTo>
                      <a:pt x="46" y="65"/>
                    </a:lnTo>
                    <a:lnTo>
                      <a:pt x="40" y="69"/>
                    </a:lnTo>
                    <a:lnTo>
                      <a:pt x="21" y="74"/>
                    </a:lnTo>
                    <a:lnTo>
                      <a:pt x="5" y="75"/>
                    </a:lnTo>
                    <a:lnTo>
                      <a:pt x="29" y="73"/>
                    </a:lnTo>
                    <a:lnTo>
                      <a:pt x="44" y="69"/>
                    </a:lnTo>
                    <a:lnTo>
                      <a:pt x="52" y="67"/>
                    </a:lnTo>
                    <a:lnTo>
                      <a:pt x="52" y="71"/>
                    </a:lnTo>
                    <a:lnTo>
                      <a:pt x="52" y="73"/>
                    </a:lnTo>
                    <a:lnTo>
                      <a:pt x="44" y="78"/>
                    </a:lnTo>
                    <a:lnTo>
                      <a:pt x="35" y="83"/>
                    </a:lnTo>
                    <a:lnTo>
                      <a:pt x="40" y="83"/>
                    </a:lnTo>
                    <a:lnTo>
                      <a:pt x="33" y="85"/>
                    </a:lnTo>
                    <a:lnTo>
                      <a:pt x="5" y="92"/>
                    </a:lnTo>
                    <a:lnTo>
                      <a:pt x="24" y="88"/>
                    </a:lnTo>
                    <a:lnTo>
                      <a:pt x="38" y="85"/>
                    </a:lnTo>
                    <a:lnTo>
                      <a:pt x="38" y="89"/>
                    </a:lnTo>
                    <a:lnTo>
                      <a:pt x="29" y="91"/>
                    </a:lnTo>
                    <a:lnTo>
                      <a:pt x="38" y="89"/>
                    </a:lnTo>
                    <a:lnTo>
                      <a:pt x="38" y="92"/>
                    </a:lnTo>
                    <a:lnTo>
                      <a:pt x="33" y="95"/>
                    </a:lnTo>
                    <a:lnTo>
                      <a:pt x="8" y="99"/>
                    </a:lnTo>
                    <a:lnTo>
                      <a:pt x="29" y="95"/>
                    </a:lnTo>
                    <a:lnTo>
                      <a:pt x="29" y="97"/>
                    </a:lnTo>
                    <a:lnTo>
                      <a:pt x="33" y="98"/>
                    </a:lnTo>
                    <a:lnTo>
                      <a:pt x="8" y="108"/>
                    </a:lnTo>
                    <a:lnTo>
                      <a:pt x="27" y="100"/>
                    </a:lnTo>
                    <a:lnTo>
                      <a:pt x="33" y="99"/>
                    </a:lnTo>
                    <a:lnTo>
                      <a:pt x="35" y="103"/>
                    </a:lnTo>
                    <a:lnTo>
                      <a:pt x="29" y="105"/>
                    </a:lnTo>
                    <a:lnTo>
                      <a:pt x="35" y="103"/>
                    </a:lnTo>
                    <a:lnTo>
                      <a:pt x="29" y="112"/>
                    </a:lnTo>
                    <a:lnTo>
                      <a:pt x="5" y="122"/>
                    </a:lnTo>
                    <a:lnTo>
                      <a:pt x="29" y="112"/>
                    </a:lnTo>
                    <a:lnTo>
                      <a:pt x="27" y="116"/>
                    </a:lnTo>
                    <a:lnTo>
                      <a:pt x="35" y="112"/>
                    </a:lnTo>
                    <a:lnTo>
                      <a:pt x="35" y="116"/>
                    </a:lnTo>
                    <a:lnTo>
                      <a:pt x="38" y="135"/>
                    </a:lnTo>
                    <a:lnTo>
                      <a:pt x="63" y="160"/>
                    </a:lnTo>
                    <a:lnTo>
                      <a:pt x="38" y="135"/>
                    </a:lnTo>
                    <a:lnTo>
                      <a:pt x="38" y="124"/>
                    </a:lnTo>
                    <a:lnTo>
                      <a:pt x="40" y="117"/>
                    </a:lnTo>
                    <a:lnTo>
                      <a:pt x="44" y="112"/>
                    </a:lnTo>
                    <a:lnTo>
                      <a:pt x="49" y="103"/>
                    </a:lnTo>
                    <a:lnTo>
                      <a:pt x="55" y="106"/>
                    </a:lnTo>
                    <a:lnTo>
                      <a:pt x="91" y="160"/>
                    </a:lnTo>
                    <a:lnTo>
                      <a:pt x="57" y="106"/>
                    </a:lnTo>
                    <a:lnTo>
                      <a:pt x="57" y="100"/>
                    </a:lnTo>
                    <a:lnTo>
                      <a:pt x="63" y="103"/>
                    </a:lnTo>
                    <a:lnTo>
                      <a:pt x="70" y="155"/>
                    </a:lnTo>
                    <a:lnTo>
                      <a:pt x="66" y="111"/>
                    </a:lnTo>
                    <a:lnTo>
                      <a:pt x="63" y="103"/>
                    </a:lnTo>
                    <a:lnTo>
                      <a:pt x="61" y="99"/>
                    </a:lnTo>
                    <a:lnTo>
                      <a:pt x="63" y="92"/>
                    </a:lnTo>
                    <a:lnTo>
                      <a:pt x="66" y="98"/>
                    </a:lnTo>
                    <a:lnTo>
                      <a:pt x="74" y="109"/>
                    </a:lnTo>
                    <a:lnTo>
                      <a:pt x="83" y="116"/>
                    </a:lnTo>
                    <a:lnTo>
                      <a:pt x="105" y="126"/>
                    </a:lnTo>
                    <a:lnTo>
                      <a:pt x="153" y="144"/>
                    </a:lnTo>
                    <a:lnTo>
                      <a:pt x="91" y="117"/>
                    </a:lnTo>
                    <a:lnTo>
                      <a:pt x="80" y="111"/>
                    </a:lnTo>
                    <a:lnTo>
                      <a:pt x="74" y="106"/>
                    </a:lnTo>
                    <a:lnTo>
                      <a:pt x="70" y="100"/>
                    </a:lnTo>
                    <a:lnTo>
                      <a:pt x="72" y="85"/>
                    </a:lnTo>
                    <a:lnTo>
                      <a:pt x="74" y="89"/>
                    </a:lnTo>
                    <a:lnTo>
                      <a:pt x="74" y="81"/>
                    </a:lnTo>
                    <a:lnTo>
                      <a:pt x="74" y="78"/>
                    </a:lnTo>
                    <a:lnTo>
                      <a:pt x="80" y="85"/>
                    </a:lnTo>
                    <a:lnTo>
                      <a:pt x="133" y="137"/>
                    </a:lnTo>
                    <a:lnTo>
                      <a:pt x="89" y="95"/>
                    </a:lnTo>
                    <a:lnTo>
                      <a:pt x="83" y="91"/>
                    </a:lnTo>
                    <a:lnTo>
                      <a:pt x="80" y="85"/>
                    </a:lnTo>
                    <a:lnTo>
                      <a:pt x="80" y="70"/>
                    </a:lnTo>
                    <a:lnTo>
                      <a:pt x="83" y="71"/>
                    </a:lnTo>
                    <a:lnTo>
                      <a:pt x="86" y="62"/>
                    </a:lnTo>
                    <a:lnTo>
                      <a:pt x="94" y="65"/>
                    </a:lnTo>
                    <a:lnTo>
                      <a:pt x="135" y="123"/>
                    </a:lnTo>
                    <a:lnTo>
                      <a:pt x="113" y="95"/>
                    </a:lnTo>
                    <a:lnTo>
                      <a:pt x="105" y="83"/>
                    </a:lnTo>
                    <a:lnTo>
                      <a:pt x="94" y="71"/>
                    </a:lnTo>
                    <a:lnTo>
                      <a:pt x="94" y="65"/>
                    </a:lnTo>
                    <a:lnTo>
                      <a:pt x="91" y="53"/>
                    </a:lnTo>
                    <a:lnTo>
                      <a:pt x="97" y="54"/>
                    </a:lnTo>
                    <a:lnTo>
                      <a:pt x="119" y="112"/>
                    </a:lnTo>
                    <a:lnTo>
                      <a:pt x="94" y="50"/>
                    </a:lnTo>
                    <a:lnTo>
                      <a:pt x="94" y="45"/>
                    </a:lnTo>
                    <a:lnTo>
                      <a:pt x="97" y="48"/>
                    </a:lnTo>
                    <a:lnTo>
                      <a:pt x="97" y="36"/>
                    </a:lnTo>
                    <a:lnTo>
                      <a:pt x="102" y="40"/>
                    </a:lnTo>
                    <a:lnTo>
                      <a:pt x="102" y="33"/>
                    </a:lnTo>
                    <a:lnTo>
                      <a:pt x="111" y="37"/>
                    </a:lnTo>
                    <a:lnTo>
                      <a:pt x="122" y="51"/>
                    </a:lnTo>
                    <a:lnTo>
                      <a:pt x="135" y="60"/>
                    </a:lnTo>
                    <a:lnTo>
                      <a:pt x="161" y="74"/>
                    </a:lnTo>
                    <a:lnTo>
                      <a:pt x="175" y="86"/>
                    </a:lnTo>
                    <a:lnTo>
                      <a:pt x="135" y="60"/>
                    </a:lnTo>
                    <a:lnTo>
                      <a:pt x="124" y="53"/>
                    </a:lnTo>
                    <a:lnTo>
                      <a:pt x="113" y="43"/>
                    </a:lnTo>
                    <a:lnTo>
                      <a:pt x="111" y="36"/>
                    </a:lnTo>
                    <a:lnTo>
                      <a:pt x="105" y="24"/>
                    </a:lnTo>
                    <a:lnTo>
                      <a:pt x="108" y="25"/>
                    </a:lnTo>
                    <a:lnTo>
                      <a:pt x="113" y="24"/>
                    </a:lnTo>
                    <a:lnTo>
                      <a:pt x="111" y="18"/>
                    </a:lnTo>
                    <a:lnTo>
                      <a:pt x="116" y="24"/>
                    </a:lnTo>
                    <a:lnTo>
                      <a:pt x="122" y="29"/>
                    </a:lnTo>
                    <a:lnTo>
                      <a:pt x="135" y="35"/>
                    </a:lnTo>
                    <a:lnTo>
                      <a:pt x="156" y="40"/>
                    </a:lnTo>
                    <a:lnTo>
                      <a:pt x="195" y="54"/>
                    </a:lnTo>
                    <a:lnTo>
                      <a:pt x="130" y="33"/>
                    </a:lnTo>
                    <a:lnTo>
                      <a:pt x="122" y="27"/>
                    </a:lnTo>
                    <a:lnTo>
                      <a:pt x="119" y="25"/>
                    </a:lnTo>
                    <a:lnTo>
                      <a:pt x="119" y="10"/>
                    </a:lnTo>
                    <a:lnTo>
                      <a:pt x="124" y="15"/>
                    </a:lnTo>
                    <a:lnTo>
                      <a:pt x="133" y="22"/>
                    </a:lnTo>
                    <a:lnTo>
                      <a:pt x="150" y="33"/>
                    </a:lnTo>
                    <a:lnTo>
                      <a:pt x="172" y="45"/>
                    </a:lnTo>
                    <a:lnTo>
                      <a:pt x="178" y="50"/>
                    </a:lnTo>
                    <a:lnTo>
                      <a:pt x="130" y="22"/>
                    </a:lnTo>
                    <a:lnTo>
                      <a:pt x="124" y="12"/>
                    </a:lnTo>
                    <a:lnTo>
                      <a:pt x="127" y="5"/>
                    </a:lnTo>
                    <a:lnTo>
                      <a:pt x="114" y="1"/>
                    </a:lnTo>
                    <a:lnTo>
                      <a:pt x="110" y="2"/>
                    </a:lnTo>
                  </a:path>
                </a:pathLst>
              </a:custGeom>
              <a:solidFill>
                <a:srgbClr val="CEDA9D"/>
              </a:solidFill>
              <a:ln w="9525" cap="rnd">
                <a:noFill/>
                <a:round/>
              </a:ln>
              <a:effectLst/>
            </p:spPr>
            <p:txBody>
              <a:bodyPr/>
              <a:lstStyle/>
              <a:p>
                <a:endParaRPr lang="zh-CN" altLang="en-US"/>
              </a:p>
            </p:txBody>
          </p:sp>
          <p:sp>
            <p:nvSpPr>
              <p:cNvPr id="1076" name="Freeform 52"/>
              <p:cNvSpPr/>
              <p:nvPr/>
            </p:nvSpPr>
            <p:spPr bwMode="ltGray">
              <a:xfrm>
                <a:off x="921" y="3984"/>
                <a:ext cx="148" cy="160"/>
              </a:xfrm>
              <a:custGeom>
                <a:avLst/>
                <a:gdLst/>
                <a:ahLst/>
                <a:cxnLst>
                  <a:cxn ang="0">
                    <a:pos x="34" y="159"/>
                  </a:cxn>
                  <a:cxn ang="0">
                    <a:pos x="5" y="91"/>
                  </a:cxn>
                  <a:cxn ang="0">
                    <a:pos x="2" y="88"/>
                  </a:cxn>
                  <a:cxn ang="0">
                    <a:pos x="0" y="82"/>
                  </a:cxn>
                  <a:cxn ang="0">
                    <a:pos x="0" y="76"/>
                  </a:cxn>
                  <a:cxn ang="0">
                    <a:pos x="0" y="71"/>
                  </a:cxn>
                  <a:cxn ang="0">
                    <a:pos x="0" y="64"/>
                  </a:cxn>
                  <a:cxn ang="0">
                    <a:pos x="4" y="54"/>
                  </a:cxn>
                  <a:cxn ang="0">
                    <a:pos x="20" y="17"/>
                  </a:cxn>
                  <a:cxn ang="0">
                    <a:pos x="24" y="14"/>
                  </a:cxn>
                  <a:cxn ang="0">
                    <a:pos x="31" y="8"/>
                  </a:cxn>
                  <a:cxn ang="0">
                    <a:pos x="39" y="3"/>
                  </a:cxn>
                  <a:cxn ang="0">
                    <a:pos x="51" y="0"/>
                  </a:cxn>
                  <a:cxn ang="0">
                    <a:pos x="61" y="0"/>
                  </a:cxn>
                  <a:cxn ang="0">
                    <a:pos x="69" y="2"/>
                  </a:cxn>
                  <a:cxn ang="0">
                    <a:pos x="79" y="5"/>
                  </a:cxn>
                  <a:cxn ang="0">
                    <a:pos x="92" y="11"/>
                  </a:cxn>
                  <a:cxn ang="0">
                    <a:pos x="106" y="19"/>
                  </a:cxn>
                  <a:cxn ang="0">
                    <a:pos x="114" y="24"/>
                  </a:cxn>
                  <a:cxn ang="0">
                    <a:pos x="120" y="31"/>
                  </a:cxn>
                  <a:cxn ang="0">
                    <a:pos x="123" y="35"/>
                  </a:cxn>
                  <a:cxn ang="0">
                    <a:pos x="136" y="55"/>
                  </a:cxn>
                  <a:cxn ang="0">
                    <a:pos x="136" y="57"/>
                  </a:cxn>
                  <a:cxn ang="0">
                    <a:pos x="139" y="65"/>
                  </a:cxn>
                  <a:cxn ang="0">
                    <a:pos x="141" y="71"/>
                  </a:cxn>
                  <a:cxn ang="0">
                    <a:pos x="147" y="101"/>
                  </a:cxn>
                  <a:cxn ang="0">
                    <a:pos x="138" y="83"/>
                  </a:cxn>
                  <a:cxn ang="0">
                    <a:pos x="131" y="70"/>
                  </a:cxn>
                  <a:cxn ang="0">
                    <a:pos x="123" y="57"/>
                  </a:cxn>
                  <a:cxn ang="0">
                    <a:pos x="113" y="43"/>
                  </a:cxn>
                  <a:cxn ang="0">
                    <a:pos x="78" y="12"/>
                  </a:cxn>
                  <a:cxn ang="0">
                    <a:pos x="69" y="8"/>
                  </a:cxn>
                  <a:cxn ang="0">
                    <a:pos x="61" y="6"/>
                  </a:cxn>
                  <a:cxn ang="0">
                    <a:pos x="54" y="6"/>
                  </a:cxn>
                  <a:cxn ang="0">
                    <a:pos x="48" y="10"/>
                  </a:cxn>
                  <a:cxn ang="0">
                    <a:pos x="38" y="21"/>
                  </a:cxn>
                  <a:cxn ang="0">
                    <a:pos x="28" y="57"/>
                  </a:cxn>
                  <a:cxn ang="0">
                    <a:pos x="18" y="82"/>
                  </a:cxn>
                  <a:cxn ang="0">
                    <a:pos x="17" y="88"/>
                  </a:cxn>
                  <a:cxn ang="0">
                    <a:pos x="18" y="94"/>
                  </a:cxn>
                  <a:cxn ang="0">
                    <a:pos x="19" y="100"/>
                  </a:cxn>
                  <a:cxn ang="0">
                    <a:pos x="27" y="112"/>
                  </a:cxn>
                  <a:cxn ang="0">
                    <a:pos x="22" y="101"/>
                  </a:cxn>
                  <a:cxn ang="0">
                    <a:pos x="32" y="125"/>
                  </a:cxn>
                  <a:cxn ang="0">
                    <a:pos x="38" y="137"/>
                  </a:cxn>
                  <a:cxn ang="0">
                    <a:pos x="39" y="147"/>
                  </a:cxn>
                  <a:cxn ang="0">
                    <a:pos x="35" y="156"/>
                  </a:cxn>
                  <a:cxn ang="0">
                    <a:pos x="34" y="159"/>
                  </a:cxn>
                </a:cxnLst>
                <a:rect l="0" t="0" r="r" b="b"/>
                <a:pathLst>
                  <a:path w="148" h="160">
                    <a:moveTo>
                      <a:pt x="34" y="159"/>
                    </a:moveTo>
                    <a:lnTo>
                      <a:pt x="5" y="91"/>
                    </a:lnTo>
                    <a:lnTo>
                      <a:pt x="2" y="88"/>
                    </a:lnTo>
                    <a:lnTo>
                      <a:pt x="0" y="82"/>
                    </a:lnTo>
                    <a:lnTo>
                      <a:pt x="0" y="76"/>
                    </a:lnTo>
                    <a:lnTo>
                      <a:pt x="0" y="71"/>
                    </a:lnTo>
                    <a:lnTo>
                      <a:pt x="0" y="64"/>
                    </a:lnTo>
                    <a:lnTo>
                      <a:pt x="4" y="54"/>
                    </a:lnTo>
                    <a:lnTo>
                      <a:pt x="20" y="17"/>
                    </a:lnTo>
                    <a:lnTo>
                      <a:pt x="24" y="14"/>
                    </a:lnTo>
                    <a:lnTo>
                      <a:pt x="31" y="8"/>
                    </a:lnTo>
                    <a:lnTo>
                      <a:pt x="39" y="3"/>
                    </a:lnTo>
                    <a:lnTo>
                      <a:pt x="51" y="0"/>
                    </a:lnTo>
                    <a:lnTo>
                      <a:pt x="61" y="0"/>
                    </a:lnTo>
                    <a:lnTo>
                      <a:pt x="69" y="2"/>
                    </a:lnTo>
                    <a:lnTo>
                      <a:pt x="79" y="5"/>
                    </a:lnTo>
                    <a:lnTo>
                      <a:pt x="92" y="11"/>
                    </a:lnTo>
                    <a:lnTo>
                      <a:pt x="106" y="19"/>
                    </a:lnTo>
                    <a:lnTo>
                      <a:pt x="114" y="24"/>
                    </a:lnTo>
                    <a:lnTo>
                      <a:pt x="120" y="31"/>
                    </a:lnTo>
                    <a:lnTo>
                      <a:pt x="123" y="35"/>
                    </a:lnTo>
                    <a:lnTo>
                      <a:pt x="136" y="55"/>
                    </a:lnTo>
                    <a:lnTo>
                      <a:pt x="136" y="57"/>
                    </a:lnTo>
                    <a:lnTo>
                      <a:pt x="139" y="65"/>
                    </a:lnTo>
                    <a:lnTo>
                      <a:pt x="141" y="71"/>
                    </a:lnTo>
                    <a:lnTo>
                      <a:pt x="147" y="101"/>
                    </a:lnTo>
                    <a:lnTo>
                      <a:pt x="138" y="83"/>
                    </a:lnTo>
                    <a:lnTo>
                      <a:pt x="131" y="70"/>
                    </a:lnTo>
                    <a:lnTo>
                      <a:pt x="123" y="57"/>
                    </a:lnTo>
                    <a:lnTo>
                      <a:pt x="113" y="43"/>
                    </a:lnTo>
                    <a:lnTo>
                      <a:pt x="78" y="12"/>
                    </a:lnTo>
                    <a:lnTo>
                      <a:pt x="69" y="8"/>
                    </a:lnTo>
                    <a:lnTo>
                      <a:pt x="61" y="6"/>
                    </a:lnTo>
                    <a:lnTo>
                      <a:pt x="54" y="6"/>
                    </a:lnTo>
                    <a:lnTo>
                      <a:pt x="48" y="10"/>
                    </a:lnTo>
                    <a:lnTo>
                      <a:pt x="38" y="21"/>
                    </a:lnTo>
                    <a:lnTo>
                      <a:pt x="28" y="57"/>
                    </a:lnTo>
                    <a:lnTo>
                      <a:pt x="18" y="82"/>
                    </a:lnTo>
                    <a:lnTo>
                      <a:pt x="17" y="88"/>
                    </a:lnTo>
                    <a:lnTo>
                      <a:pt x="18" y="94"/>
                    </a:lnTo>
                    <a:lnTo>
                      <a:pt x="19" y="100"/>
                    </a:lnTo>
                    <a:lnTo>
                      <a:pt x="27" y="112"/>
                    </a:lnTo>
                    <a:lnTo>
                      <a:pt x="22" y="101"/>
                    </a:lnTo>
                    <a:lnTo>
                      <a:pt x="32" y="125"/>
                    </a:lnTo>
                    <a:lnTo>
                      <a:pt x="38" y="137"/>
                    </a:lnTo>
                    <a:lnTo>
                      <a:pt x="39" y="147"/>
                    </a:lnTo>
                    <a:lnTo>
                      <a:pt x="35" y="156"/>
                    </a:lnTo>
                    <a:lnTo>
                      <a:pt x="34" y="159"/>
                    </a:lnTo>
                  </a:path>
                </a:pathLst>
              </a:custGeom>
              <a:solidFill>
                <a:srgbClr val="CEDA9D"/>
              </a:solidFill>
              <a:ln w="9525" cap="rnd">
                <a:noFill/>
                <a:round/>
              </a:ln>
              <a:effectLst/>
            </p:spPr>
            <p:txBody>
              <a:bodyPr/>
              <a:lstStyle/>
              <a:p>
                <a:endParaRPr lang="zh-CN" altLang="en-US"/>
              </a:p>
            </p:txBody>
          </p:sp>
          <p:sp>
            <p:nvSpPr>
              <p:cNvPr id="1077" name="Freeform 53"/>
              <p:cNvSpPr/>
              <p:nvPr/>
            </p:nvSpPr>
            <p:spPr bwMode="ltGray">
              <a:xfrm>
                <a:off x="844" y="3928"/>
                <a:ext cx="164" cy="152"/>
              </a:xfrm>
              <a:custGeom>
                <a:avLst/>
                <a:gdLst/>
                <a:ahLst/>
                <a:cxnLst>
                  <a:cxn ang="0">
                    <a:pos x="160" y="23"/>
                  </a:cxn>
                  <a:cxn ang="0">
                    <a:pos x="149" y="13"/>
                  </a:cxn>
                  <a:cxn ang="0">
                    <a:pos x="143" y="9"/>
                  </a:cxn>
                  <a:cxn ang="0">
                    <a:pos x="131" y="6"/>
                  </a:cxn>
                  <a:cxn ang="0">
                    <a:pos x="120" y="3"/>
                  </a:cxn>
                  <a:cxn ang="0">
                    <a:pos x="105" y="0"/>
                  </a:cxn>
                  <a:cxn ang="0">
                    <a:pos x="92" y="0"/>
                  </a:cxn>
                  <a:cxn ang="0">
                    <a:pos x="80" y="1"/>
                  </a:cxn>
                  <a:cxn ang="0">
                    <a:pos x="66" y="2"/>
                  </a:cxn>
                  <a:cxn ang="0">
                    <a:pos x="51" y="5"/>
                  </a:cxn>
                  <a:cxn ang="0">
                    <a:pos x="42" y="10"/>
                  </a:cxn>
                  <a:cxn ang="0">
                    <a:pos x="32" y="19"/>
                  </a:cxn>
                  <a:cxn ang="0">
                    <a:pos x="22" y="25"/>
                  </a:cxn>
                  <a:cxn ang="0">
                    <a:pos x="15" y="32"/>
                  </a:cxn>
                  <a:cxn ang="0">
                    <a:pos x="5" y="41"/>
                  </a:cxn>
                  <a:cxn ang="0">
                    <a:pos x="0" y="58"/>
                  </a:cxn>
                  <a:cxn ang="0">
                    <a:pos x="2" y="72"/>
                  </a:cxn>
                  <a:cxn ang="0">
                    <a:pos x="9" y="92"/>
                  </a:cxn>
                  <a:cxn ang="0">
                    <a:pos x="22" y="109"/>
                  </a:cxn>
                  <a:cxn ang="0">
                    <a:pos x="51" y="151"/>
                  </a:cxn>
                  <a:cxn ang="0">
                    <a:pos x="40" y="107"/>
                  </a:cxn>
                  <a:cxn ang="0">
                    <a:pos x="34" y="91"/>
                  </a:cxn>
                  <a:cxn ang="0">
                    <a:pos x="30" y="78"/>
                  </a:cxn>
                  <a:cxn ang="0">
                    <a:pos x="28" y="63"/>
                  </a:cxn>
                  <a:cxn ang="0">
                    <a:pos x="32" y="48"/>
                  </a:cxn>
                  <a:cxn ang="0">
                    <a:pos x="36" y="35"/>
                  </a:cxn>
                  <a:cxn ang="0">
                    <a:pos x="44" y="20"/>
                  </a:cxn>
                  <a:cxn ang="0">
                    <a:pos x="56" y="13"/>
                  </a:cxn>
                  <a:cxn ang="0">
                    <a:pos x="71" y="10"/>
                  </a:cxn>
                  <a:cxn ang="0">
                    <a:pos x="111" y="9"/>
                  </a:cxn>
                  <a:cxn ang="0">
                    <a:pos x="136" y="14"/>
                  </a:cxn>
                  <a:cxn ang="0">
                    <a:pos x="163" y="25"/>
                  </a:cxn>
                  <a:cxn ang="0">
                    <a:pos x="160" y="23"/>
                  </a:cxn>
                </a:cxnLst>
                <a:rect l="0" t="0" r="r" b="b"/>
                <a:pathLst>
                  <a:path w="164" h="152">
                    <a:moveTo>
                      <a:pt x="160" y="23"/>
                    </a:moveTo>
                    <a:lnTo>
                      <a:pt x="149" y="13"/>
                    </a:lnTo>
                    <a:lnTo>
                      <a:pt x="143" y="9"/>
                    </a:lnTo>
                    <a:lnTo>
                      <a:pt x="131" y="6"/>
                    </a:lnTo>
                    <a:lnTo>
                      <a:pt x="120" y="3"/>
                    </a:lnTo>
                    <a:lnTo>
                      <a:pt x="105" y="0"/>
                    </a:lnTo>
                    <a:lnTo>
                      <a:pt x="92" y="0"/>
                    </a:lnTo>
                    <a:lnTo>
                      <a:pt x="80" y="1"/>
                    </a:lnTo>
                    <a:lnTo>
                      <a:pt x="66" y="2"/>
                    </a:lnTo>
                    <a:lnTo>
                      <a:pt x="51" y="5"/>
                    </a:lnTo>
                    <a:lnTo>
                      <a:pt x="42" y="10"/>
                    </a:lnTo>
                    <a:lnTo>
                      <a:pt x="32" y="19"/>
                    </a:lnTo>
                    <a:lnTo>
                      <a:pt x="22" y="25"/>
                    </a:lnTo>
                    <a:lnTo>
                      <a:pt x="15" y="32"/>
                    </a:lnTo>
                    <a:lnTo>
                      <a:pt x="5" y="41"/>
                    </a:lnTo>
                    <a:lnTo>
                      <a:pt x="0" y="58"/>
                    </a:lnTo>
                    <a:lnTo>
                      <a:pt x="2" y="72"/>
                    </a:lnTo>
                    <a:lnTo>
                      <a:pt x="9" y="92"/>
                    </a:lnTo>
                    <a:lnTo>
                      <a:pt x="22" y="109"/>
                    </a:lnTo>
                    <a:lnTo>
                      <a:pt x="51" y="151"/>
                    </a:lnTo>
                    <a:lnTo>
                      <a:pt x="40" y="107"/>
                    </a:lnTo>
                    <a:lnTo>
                      <a:pt x="34" y="91"/>
                    </a:lnTo>
                    <a:lnTo>
                      <a:pt x="30" y="78"/>
                    </a:lnTo>
                    <a:lnTo>
                      <a:pt x="28" y="63"/>
                    </a:lnTo>
                    <a:lnTo>
                      <a:pt x="32" y="48"/>
                    </a:lnTo>
                    <a:lnTo>
                      <a:pt x="36" y="35"/>
                    </a:lnTo>
                    <a:lnTo>
                      <a:pt x="44" y="20"/>
                    </a:lnTo>
                    <a:lnTo>
                      <a:pt x="56" y="13"/>
                    </a:lnTo>
                    <a:lnTo>
                      <a:pt x="71" y="10"/>
                    </a:lnTo>
                    <a:lnTo>
                      <a:pt x="111" y="9"/>
                    </a:lnTo>
                    <a:lnTo>
                      <a:pt x="136" y="14"/>
                    </a:lnTo>
                    <a:lnTo>
                      <a:pt x="163" y="25"/>
                    </a:lnTo>
                    <a:lnTo>
                      <a:pt x="160" y="23"/>
                    </a:lnTo>
                  </a:path>
                </a:pathLst>
              </a:custGeom>
              <a:solidFill>
                <a:srgbClr val="CEDA9D"/>
              </a:solidFill>
              <a:ln w="9525" cap="rnd">
                <a:noFill/>
                <a:round/>
              </a:ln>
              <a:effectLst/>
            </p:spPr>
            <p:txBody>
              <a:bodyPr/>
              <a:lstStyle/>
              <a:p>
                <a:endParaRPr lang="zh-CN" altLang="en-US"/>
              </a:p>
            </p:txBody>
          </p:sp>
          <p:sp>
            <p:nvSpPr>
              <p:cNvPr id="1078" name="Freeform 54"/>
              <p:cNvSpPr/>
              <p:nvPr/>
            </p:nvSpPr>
            <p:spPr bwMode="ltGray">
              <a:xfrm>
                <a:off x="961" y="3819"/>
                <a:ext cx="170" cy="148"/>
              </a:xfrm>
              <a:custGeom>
                <a:avLst/>
                <a:gdLst/>
                <a:ahLst/>
                <a:cxnLst>
                  <a:cxn ang="0">
                    <a:pos x="49" y="147"/>
                  </a:cxn>
                  <a:cxn ang="0">
                    <a:pos x="37" y="121"/>
                  </a:cxn>
                  <a:cxn ang="0">
                    <a:pos x="32" y="111"/>
                  </a:cxn>
                  <a:cxn ang="0">
                    <a:pos x="20" y="97"/>
                  </a:cxn>
                  <a:cxn ang="0">
                    <a:pos x="8" y="85"/>
                  </a:cxn>
                  <a:cxn ang="0">
                    <a:pos x="1" y="77"/>
                  </a:cxn>
                  <a:cxn ang="0">
                    <a:pos x="0" y="69"/>
                  </a:cxn>
                  <a:cxn ang="0">
                    <a:pos x="2" y="58"/>
                  </a:cxn>
                  <a:cxn ang="0">
                    <a:pos x="5" y="48"/>
                  </a:cxn>
                  <a:cxn ang="0">
                    <a:pos x="24" y="20"/>
                  </a:cxn>
                  <a:cxn ang="0">
                    <a:pos x="32" y="13"/>
                  </a:cxn>
                  <a:cxn ang="0">
                    <a:pos x="48" y="6"/>
                  </a:cxn>
                  <a:cxn ang="0">
                    <a:pos x="61" y="1"/>
                  </a:cxn>
                  <a:cxn ang="0">
                    <a:pos x="78" y="0"/>
                  </a:cxn>
                  <a:cxn ang="0">
                    <a:pos x="92" y="2"/>
                  </a:cxn>
                  <a:cxn ang="0">
                    <a:pos x="109" y="6"/>
                  </a:cxn>
                  <a:cxn ang="0">
                    <a:pos x="126" y="15"/>
                  </a:cxn>
                  <a:cxn ang="0">
                    <a:pos x="132" y="21"/>
                  </a:cxn>
                  <a:cxn ang="0">
                    <a:pos x="143" y="29"/>
                  </a:cxn>
                  <a:cxn ang="0">
                    <a:pos x="152" y="37"/>
                  </a:cxn>
                  <a:cxn ang="0">
                    <a:pos x="167" y="76"/>
                  </a:cxn>
                  <a:cxn ang="0">
                    <a:pos x="169" y="83"/>
                  </a:cxn>
                  <a:cxn ang="0">
                    <a:pos x="166" y="96"/>
                  </a:cxn>
                  <a:cxn ang="0">
                    <a:pos x="156" y="132"/>
                  </a:cxn>
                  <a:cxn ang="0">
                    <a:pos x="157" y="96"/>
                  </a:cxn>
                  <a:cxn ang="0">
                    <a:pos x="152" y="81"/>
                  </a:cxn>
                  <a:cxn ang="0">
                    <a:pos x="148" y="72"/>
                  </a:cxn>
                  <a:cxn ang="0">
                    <a:pos x="142" y="58"/>
                  </a:cxn>
                  <a:cxn ang="0">
                    <a:pos x="134" y="46"/>
                  </a:cxn>
                  <a:cxn ang="0">
                    <a:pos x="124" y="34"/>
                  </a:cxn>
                  <a:cxn ang="0">
                    <a:pos x="112" y="22"/>
                  </a:cxn>
                  <a:cxn ang="0">
                    <a:pos x="102" y="12"/>
                  </a:cxn>
                  <a:cxn ang="0">
                    <a:pos x="92" y="6"/>
                  </a:cxn>
                  <a:cxn ang="0">
                    <a:pos x="80" y="4"/>
                  </a:cxn>
                  <a:cxn ang="0">
                    <a:pos x="68" y="6"/>
                  </a:cxn>
                  <a:cxn ang="0">
                    <a:pos x="59" y="11"/>
                  </a:cxn>
                  <a:cxn ang="0">
                    <a:pos x="54" y="21"/>
                  </a:cxn>
                  <a:cxn ang="0">
                    <a:pos x="54" y="28"/>
                  </a:cxn>
                  <a:cxn ang="0">
                    <a:pos x="50" y="42"/>
                  </a:cxn>
                  <a:cxn ang="0">
                    <a:pos x="45" y="50"/>
                  </a:cxn>
                  <a:cxn ang="0">
                    <a:pos x="34" y="63"/>
                  </a:cxn>
                  <a:cxn ang="0">
                    <a:pos x="32" y="69"/>
                  </a:cxn>
                  <a:cxn ang="0">
                    <a:pos x="30" y="77"/>
                  </a:cxn>
                  <a:cxn ang="0">
                    <a:pos x="30" y="86"/>
                  </a:cxn>
                  <a:cxn ang="0">
                    <a:pos x="50" y="119"/>
                  </a:cxn>
                  <a:cxn ang="0">
                    <a:pos x="49" y="147"/>
                  </a:cxn>
                </a:cxnLst>
                <a:rect l="0" t="0" r="r" b="b"/>
                <a:pathLst>
                  <a:path w="170" h="148">
                    <a:moveTo>
                      <a:pt x="49" y="147"/>
                    </a:moveTo>
                    <a:lnTo>
                      <a:pt x="37" y="121"/>
                    </a:lnTo>
                    <a:lnTo>
                      <a:pt x="32" y="111"/>
                    </a:lnTo>
                    <a:lnTo>
                      <a:pt x="20" y="97"/>
                    </a:lnTo>
                    <a:lnTo>
                      <a:pt x="8" y="85"/>
                    </a:lnTo>
                    <a:lnTo>
                      <a:pt x="1" y="77"/>
                    </a:lnTo>
                    <a:lnTo>
                      <a:pt x="0" y="69"/>
                    </a:lnTo>
                    <a:lnTo>
                      <a:pt x="2" y="58"/>
                    </a:lnTo>
                    <a:lnTo>
                      <a:pt x="5" y="48"/>
                    </a:lnTo>
                    <a:lnTo>
                      <a:pt x="24" y="20"/>
                    </a:lnTo>
                    <a:lnTo>
                      <a:pt x="32" y="13"/>
                    </a:lnTo>
                    <a:lnTo>
                      <a:pt x="48" y="6"/>
                    </a:lnTo>
                    <a:lnTo>
                      <a:pt x="61" y="1"/>
                    </a:lnTo>
                    <a:lnTo>
                      <a:pt x="78" y="0"/>
                    </a:lnTo>
                    <a:lnTo>
                      <a:pt x="92" y="2"/>
                    </a:lnTo>
                    <a:lnTo>
                      <a:pt x="109" y="6"/>
                    </a:lnTo>
                    <a:lnTo>
                      <a:pt x="126" y="15"/>
                    </a:lnTo>
                    <a:lnTo>
                      <a:pt x="132" y="21"/>
                    </a:lnTo>
                    <a:lnTo>
                      <a:pt x="143" y="29"/>
                    </a:lnTo>
                    <a:lnTo>
                      <a:pt x="152" y="37"/>
                    </a:lnTo>
                    <a:lnTo>
                      <a:pt x="167" y="76"/>
                    </a:lnTo>
                    <a:lnTo>
                      <a:pt x="169" y="83"/>
                    </a:lnTo>
                    <a:lnTo>
                      <a:pt x="166" y="96"/>
                    </a:lnTo>
                    <a:lnTo>
                      <a:pt x="156" y="132"/>
                    </a:lnTo>
                    <a:lnTo>
                      <a:pt x="157" y="96"/>
                    </a:lnTo>
                    <a:lnTo>
                      <a:pt x="152" y="81"/>
                    </a:lnTo>
                    <a:lnTo>
                      <a:pt x="148" y="72"/>
                    </a:lnTo>
                    <a:lnTo>
                      <a:pt x="142" y="58"/>
                    </a:lnTo>
                    <a:lnTo>
                      <a:pt x="134" y="46"/>
                    </a:lnTo>
                    <a:lnTo>
                      <a:pt x="124" y="34"/>
                    </a:lnTo>
                    <a:lnTo>
                      <a:pt x="112" y="22"/>
                    </a:lnTo>
                    <a:lnTo>
                      <a:pt x="102" y="12"/>
                    </a:lnTo>
                    <a:lnTo>
                      <a:pt x="92" y="6"/>
                    </a:lnTo>
                    <a:lnTo>
                      <a:pt x="80" y="4"/>
                    </a:lnTo>
                    <a:lnTo>
                      <a:pt x="68" y="6"/>
                    </a:lnTo>
                    <a:lnTo>
                      <a:pt x="59" y="11"/>
                    </a:lnTo>
                    <a:lnTo>
                      <a:pt x="54" y="21"/>
                    </a:lnTo>
                    <a:lnTo>
                      <a:pt x="54" y="28"/>
                    </a:lnTo>
                    <a:lnTo>
                      <a:pt x="50" y="42"/>
                    </a:lnTo>
                    <a:lnTo>
                      <a:pt x="45" y="50"/>
                    </a:lnTo>
                    <a:lnTo>
                      <a:pt x="34" y="63"/>
                    </a:lnTo>
                    <a:lnTo>
                      <a:pt x="32" y="69"/>
                    </a:lnTo>
                    <a:lnTo>
                      <a:pt x="30" y="77"/>
                    </a:lnTo>
                    <a:lnTo>
                      <a:pt x="30" y="86"/>
                    </a:lnTo>
                    <a:lnTo>
                      <a:pt x="50" y="119"/>
                    </a:lnTo>
                    <a:lnTo>
                      <a:pt x="49" y="147"/>
                    </a:lnTo>
                  </a:path>
                </a:pathLst>
              </a:custGeom>
              <a:solidFill>
                <a:srgbClr val="CEDA9D"/>
              </a:solidFill>
              <a:ln w="9525" cap="rnd">
                <a:noFill/>
                <a:round/>
              </a:ln>
              <a:effectLst/>
            </p:spPr>
            <p:txBody>
              <a:bodyPr/>
              <a:lstStyle/>
              <a:p>
                <a:endParaRPr lang="zh-CN" altLang="en-US"/>
              </a:p>
            </p:txBody>
          </p:sp>
          <p:sp>
            <p:nvSpPr>
              <p:cNvPr id="1079" name="Freeform 55"/>
              <p:cNvSpPr/>
              <p:nvPr/>
            </p:nvSpPr>
            <p:spPr bwMode="ltGray">
              <a:xfrm>
                <a:off x="1052" y="3670"/>
                <a:ext cx="225" cy="215"/>
              </a:xfrm>
              <a:custGeom>
                <a:avLst/>
                <a:gdLst/>
                <a:ahLst/>
                <a:cxnLst>
                  <a:cxn ang="0">
                    <a:pos x="210" y="5"/>
                  </a:cxn>
                  <a:cxn ang="0">
                    <a:pos x="209" y="0"/>
                  </a:cxn>
                  <a:cxn ang="0">
                    <a:pos x="193" y="2"/>
                  </a:cxn>
                  <a:cxn ang="0">
                    <a:pos x="184" y="7"/>
                  </a:cxn>
                  <a:cxn ang="0">
                    <a:pos x="5" y="46"/>
                  </a:cxn>
                  <a:cxn ang="0">
                    <a:pos x="164" y="18"/>
                  </a:cxn>
                  <a:cxn ang="0">
                    <a:pos x="166" y="24"/>
                  </a:cxn>
                  <a:cxn ang="0">
                    <a:pos x="89" y="57"/>
                  </a:cxn>
                  <a:cxn ang="0">
                    <a:pos x="185" y="31"/>
                  </a:cxn>
                  <a:cxn ang="0">
                    <a:pos x="172" y="42"/>
                  </a:cxn>
                  <a:cxn ang="0">
                    <a:pos x="142" y="60"/>
                  </a:cxn>
                  <a:cxn ang="0">
                    <a:pos x="49" y="109"/>
                  </a:cxn>
                  <a:cxn ang="0">
                    <a:pos x="52" y="105"/>
                  </a:cxn>
                  <a:cxn ang="0">
                    <a:pos x="113" y="75"/>
                  </a:cxn>
                  <a:cxn ang="0">
                    <a:pos x="161" y="51"/>
                  </a:cxn>
                  <a:cxn ang="0">
                    <a:pos x="184" y="40"/>
                  </a:cxn>
                  <a:cxn ang="0">
                    <a:pos x="188" y="44"/>
                  </a:cxn>
                  <a:cxn ang="0">
                    <a:pos x="161" y="59"/>
                  </a:cxn>
                  <a:cxn ang="0">
                    <a:pos x="124" y="79"/>
                  </a:cxn>
                  <a:cxn ang="0">
                    <a:pos x="172" y="51"/>
                  </a:cxn>
                  <a:cxn ang="0">
                    <a:pos x="188" y="44"/>
                  </a:cxn>
                  <a:cxn ang="0">
                    <a:pos x="190" y="52"/>
                  </a:cxn>
                  <a:cxn ang="0">
                    <a:pos x="172" y="66"/>
                  </a:cxn>
                  <a:cxn ang="0">
                    <a:pos x="124" y="85"/>
                  </a:cxn>
                  <a:cxn ang="0">
                    <a:pos x="82" y="102"/>
                  </a:cxn>
                  <a:cxn ang="0">
                    <a:pos x="131" y="84"/>
                  </a:cxn>
                  <a:cxn ang="0">
                    <a:pos x="180" y="64"/>
                  </a:cxn>
                  <a:cxn ang="0">
                    <a:pos x="178" y="71"/>
                  </a:cxn>
                  <a:cxn ang="0">
                    <a:pos x="180" y="83"/>
                  </a:cxn>
                  <a:cxn ang="0">
                    <a:pos x="172" y="89"/>
                  </a:cxn>
                  <a:cxn ang="0">
                    <a:pos x="132" y="105"/>
                  </a:cxn>
                  <a:cxn ang="0">
                    <a:pos x="56" y="133"/>
                  </a:cxn>
                  <a:cxn ang="0">
                    <a:pos x="67" y="127"/>
                  </a:cxn>
                  <a:cxn ang="0">
                    <a:pos x="161" y="94"/>
                  </a:cxn>
                  <a:cxn ang="0">
                    <a:pos x="191" y="80"/>
                  </a:cxn>
                  <a:cxn ang="0">
                    <a:pos x="115" y="122"/>
                  </a:cxn>
                  <a:cxn ang="0">
                    <a:pos x="190" y="92"/>
                  </a:cxn>
                  <a:cxn ang="0">
                    <a:pos x="188" y="105"/>
                  </a:cxn>
                  <a:cxn ang="0">
                    <a:pos x="150" y="133"/>
                  </a:cxn>
                  <a:cxn ang="0">
                    <a:pos x="86" y="154"/>
                  </a:cxn>
                  <a:cxn ang="0">
                    <a:pos x="26" y="172"/>
                  </a:cxn>
                  <a:cxn ang="0">
                    <a:pos x="117" y="146"/>
                  </a:cxn>
                  <a:cxn ang="0">
                    <a:pos x="153" y="131"/>
                  </a:cxn>
                  <a:cxn ang="0">
                    <a:pos x="188" y="109"/>
                  </a:cxn>
                  <a:cxn ang="0">
                    <a:pos x="184" y="119"/>
                  </a:cxn>
                  <a:cxn ang="0">
                    <a:pos x="182" y="129"/>
                  </a:cxn>
                  <a:cxn ang="0">
                    <a:pos x="184" y="138"/>
                  </a:cxn>
                  <a:cxn ang="0">
                    <a:pos x="150" y="157"/>
                  </a:cxn>
                  <a:cxn ang="0">
                    <a:pos x="88" y="174"/>
                  </a:cxn>
                  <a:cxn ang="0">
                    <a:pos x="92" y="173"/>
                  </a:cxn>
                  <a:cxn ang="0">
                    <a:pos x="169" y="150"/>
                  </a:cxn>
                  <a:cxn ang="0">
                    <a:pos x="165" y="156"/>
                  </a:cxn>
                  <a:cxn ang="0">
                    <a:pos x="169" y="159"/>
                  </a:cxn>
                  <a:cxn ang="0">
                    <a:pos x="172" y="165"/>
                  </a:cxn>
                  <a:cxn ang="0">
                    <a:pos x="135" y="181"/>
                  </a:cxn>
                  <a:cxn ang="0">
                    <a:pos x="93" y="185"/>
                  </a:cxn>
                  <a:cxn ang="0">
                    <a:pos x="169" y="170"/>
                  </a:cxn>
                  <a:cxn ang="0">
                    <a:pos x="165" y="178"/>
                  </a:cxn>
                  <a:cxn ang="0">
                    <a:pos x="170" y="184"/>
                  </a:cxn>
                  <a:cxn ang="0">
                    <a:pos x="82" y="214"/>
                  </a:cxn>
                  <a:cxn ang="0">
                    <a:pos x="166" y="191"/>
                  </a:cxn>
                  <a:cxn ang="0">
                    <a:pos x="183" y="182"/>
                  </a:cxn>
                  <a:cxn ang="0">
                    <a:pos x="194" y="175"/>
                  </a:cxn>
                </a:cxnLst>
                <a:rect l="0" t="0" r="r" b="b"/>
                <a:pathLst>
                  <a:path w="225" h="215">
                    <a:moveTo>
                      <a:pt x="207" y="16"/>
                    </a:moveTo>
                    <a:lnTo>
                      <a:pt x="210" y="5"/>
                    </a:lnTo>
                    <a:lnTo>
                      <a:pt x="224" y="4"/>
                    </a:lnTo>
                    <a:lnTo>
                      <a:pt x="209" y="0"/>
                    </a:lnTo>
                    <a:lnTo>
                      <a:pt x="203" y="0"/>
                    </a:lnTo>
                    <a:lnTo>
                      <a:pt x="193" y="2"/>
                    </a:lnTo>
                    <a:lnTo>
                      <a:pt x="193" y="5"/>
                    </a:lnTo>
                    <a:lnTo>
                      <a:pt x="184" y="7"/>
                    </a:lnTo>
                    <a:lnTo>
                      <a:pt x="109" y="37"/>
                    </a:lnTo>
                    <a:lnTo>
                      <a:pt x="5" y="46"/>
                    </a:lnTo>
                    <a:lnTo>
                      <a:pt x="107" y="37"/>
                    </a:lnTo>
                    <a:lnTo>
                      <a:pt x="164" y="18"/>
                    </a:lnTo>
                    <a:lnTo>
                      <a:pt x="184" y="16"/>
                    </a:lnTo>
                    <a:lnTo>
                      <a:pt x="166" y="24"/>
                    </a:lnTo>
                    <a:lnTo>
                      <a:pt x="184" y="24"/>
                    </a:lnTo>
                    <a:lnTo>
                      <a:pt x="89" y="57"/>
                    </a:lnTo>
                    <a:lnTo>
                      <a:pt x="153" y="37"/>
                    </a:lnTo>
                    <a:lnTo>
                      <a:pt x="185" y="31"/>
                    </a:lnTo>
                    <a:lnTo>
                      <a:pt x="184" y="35"/>
                    </a:lnTo>
                    <a:lnTo>
                      <a:pt x="172" y="42"/>
                    </a:lnTo>
                    <a:lnTo>
                      <a:pt x="164" y="48"/>
                    </a:lnTo>
                    <a:lnTo>
                      <a:pt x="142" y="60"/>
                    </a:lnTo>
                    <a:lnTo>
                      <a:pt x="101" y="83"/>
                    </a:lnTo>
                    <a:lnTo>
                      <a:pt x="49" y="109"/>
                    </a:lnTo>
                    <a:lnTo>
                      <a:pt x="7" y="127"/>
                    </a:lnTo>
                    <a:lnTo>
                      <a:pt x="52" y="105"/>
                    </a:lnTo>
                    <a:lnTo>
                      <a:pt x="79" y="92"/>
                    </a:lnTo>
                    <a:lnTo>
                      <a:pt x="113" y="75"/>
                    </a:lnTo>
                    <a:lnTo>
                      <a:pt x="131" y="64"/>
                    </a:lnTo>
                    <a:lnTo>
                      <a:pt x="161" y="51"/>
                    </a:lnTo>
                    <a:lnTo>
                      <a:pt x="172" y="46"/>
                    </a:lnTo>
                    <a:lnTo>
                      <a:pt x="184" y="40"/>
                    </a:lnTo>
                    <a:lnTo>
                      <a:pt x="177" y="40"/>
                    </a:lnTo>
                    <a:lnTo>
                      <a:pt x="188" y="44"/>
                    </a:lnTo>
                    <a:lnTo>
                      <a:pt x="177" y="48"/>
                    </a:lnTo>
                    <a:lnTo>
                      <a:pt x="161" y="59"/>
                    </a:lnTo>
                    <a:lnTo>
                      <a:pt x="144" y="70"/>
                    </a:lnTo>
                    <a:lnTo>
                      <a:pt x="124" y="79"/>
                    </a:lnTo>
                    <a:lnTo>
                      <a:pt x="158" y="60"/>
                    </a:lnTo>
                    <a:lnTo>
                      <a:pt x="172" y="51"/>
                    </a:lnTo>
                    <a:lnTo>
                      <a:pt x="184" y="44"/>
                    </a:lnTo>
                    <a:lnTo>
                      <a:pt x="188" y="44"/>
                    </a:lnTo>
                    <a:lnTo>
                      <a:pt x="180" y="54"/>
                    </a:lnTo>
                    <a:lnTo>
                      <a:pt x="190" y="52"/>
                    </a:lnTo>
                    <a:lnTo>
                      <a:pt x="184" y="59"/>
                    </a:lnTo>
                    <a:lnTo>
                      <a:pt x="172" y="66"/>
                    </a:lnTo>
                    <a:lnTo>
                      <a:pt x="150" y="77"/>
                    </a:lnTo>
                    <a:lnTo>
                      <a:pt x="124" y="85"/>
                    </a:lnTo>
                    <a:lnTo>
                      <a:pt x="101" y="94"/>
                    </a:lnTo>
                    <a:lnTo>
                      <a:pt x="82" y="102"/>
                    </a:lnTo>
                    <a:lnTo>
                      <a:pt x="93" y="97"/>
                    </a:lnTo>
                    <a:lnTo>
                      <a:pt x="131" y="84"/>
                    </a:lnTo>
                    <a:lnTo>
                      <a:pt x="172" y="68"/>
                    </a:lnTo>
                    <a:lnTo>
                      <a:pt x="180" y="64"/>
                    </a:lnTo>
                    <a:lnTo>
                      <a:pt x="188" y="59"/>
                    </a:lnTo>
                    <a:lnTo>
                      <a:pt x="178" y="71"/>
                    </a:lnTo>
                    <a:lnTo>
                      <a:pt x="194" y="66"/>
                    </a:lnTo>
                    <a:lnTo>
                      <a:pt x="180" y="83"/>
                    </a:lnTo>
                    <a:lnTo>
                      <a:pt x="177" y="86"/>
                    </a:lnTo>
                    <a:lnTo>
                      <a:pt x="172" y="89"/>
                    </a:lnTo>
                    <a:lnTo>
                      <a:pt x="153" y="97"/>
                    </a:lnTo>
                    <a:lnTo>
                      <a:pt x="132" y="105"/>
                    </a:lnTo>
                    <a:lnTo>
                      <a:pt x="92" y="120"/>
                    </a:lnTo>
                    <a:lnTo>
                      <a:pt x="56" y="133"/>
                    </a:lnTo>
                    <a:lnTo>
                      <a:pt x="0" y="151"/>
                    </a:lnTo>
                    <a:lnTo>
                      <a:pt x="67" y="127"/>
                    </a:lnTo>
                    <a:lnTo>
                      <a:pt x="135" y="103"/>
                    </a:lnTo>
                    <a:lnTo>
                      <a:pt x="161" y="94"/>
                    </a:lnTo>
                    <a:lnTo>
                      <a:pt x="177" y="83"/>
                    </a:lnTo>
                    <a:lnTo>
                      <a:pt x="191" y="80"/>
                    </a:lnTo>
                    <a:lnTo>
                      <a:pt x="193" y="80"/>
                    </a:lnTo>
                    <a:lnTo>
                      <a:pt x="115" y="122"/>
                    </a:lnTo>
                    <a:lnTo>
                      <a:pt x="176" y="93"/>
                    </a:lnTo>
                    <a:lnTo>
                      <a:pt x="190" y="92"/>
                    </a:lnTo>
                    <a:lnTo>
                      <a:pt x="173" y="108"/>
                    </a:lnTo>
                    <a:lnTo>
                      <a:pt x="188" y="105"/>
                    </a:lnTo>
                    <a:lnTo>
                      <a:pt x="165" y="121"/>
                    </a:lnTo>
                    <a:lnTo>
                      <a:pt x="150" y="133"/>
                    </a:lnTo>
                    <a:lnTo>
                      <a:pt x="124" y="142"/>
                    </a:lnTo>
                    <a:lnTo>
                      <a:pt x="86" y="154"/>
                    </a:lnTo>
                    <a:lnTo>
                      <a:pt x="52" y="165"/>
                    </a:lnTo>
                    <a:lnTo>
                      <a:pt x="26" y="172"/>
                    </a:lnTo>
                    <a:lnTo>
                      <a:pt x="7" y="176"/>
                    </a:lnTo>
                    <a:lnTo>
                      <a:pt x="117" y="146"/>
                    </a:lnTo>
                    <a:lnTo>
                      <a:pt x="142" y="138"/>
                    </a:lnTo>
                    <a:lnTo>
                      <a:pt x="153" y="131"/>
                    </a:lnTo>
                    <a:lnTo>
                      <a:pt x="171" y="120"/>
                    </a:lnTo>
                    <a:lnTo>
                      <a:pt x="188" y="109"/>
                    </a:lnTo>
                    <a:lnTo>
                      <a:pt x="170" y="124"/>
                    </a:lnTo>
                    <a:lnTo>
                      <a:pt x="184" y="119"/>
                    </a:lnTo>
                    <a:lnTo>
                      <a:pt x="169" y="132"/>
                    </a:lnTo>
                    <a:lnTo>
                      <a:pt x="182" y="129"/>
                    </a:lnTo>
                    <a:lnTo>
                      <a:pt x="167" y="143"/>
                    </a:lnTo>
                    <a:lnTo>
                      <a:pt x="184" y="138"/>
                    </a:lnTo>
                    <a:lnTo>
                      <a:pt x="169" y="146"/>
                    </a:lnTo>
                    <a:lnTo>
                      <a:pt x="150" y="157"/>
                    </a:lnTo>
                    <a:lnTo>
                      <a:pt x="135" y="160"/>
                    </a:lnTo>
                    <a:lnTo>
                      <a:pt x="88" y="174"/>
                    </a:lnTo>
                    <a:lnTo>
                      <a:pt x="45" y="181"/>
                    </a:lnTo>
                    <a:lnTo>
                      <a:pt x="92" y="173"/>
                    </a:lnTo>
                    <a:lnTo>
                      <a:pt x="131" y="161"/>
                    </a:lnTo>
                    <a:lnTo>
                      <a:pt x="169" y="150"/>
                    </a:lnTo>
                    <a:lnTo>
                      <a:pt x="180" y="144"/>
                    </a:lnTo>
                    <a:lnTo>
                      <a:pt x="165" y="156"/>
                    </a:lnTo>
                    <a:lnTo>
                      <a:pt x="177" y="154"/>
                    </a:lnTo>
                    <a:lnTo>
                      <a:pt x="169" y="159"/>
                    </a:lnTo>
                    <a:lnTo>
                      <a:pt x="166" y="167"/>
                    </a:lnTo>
                    <a:lnTo>
                      <a:pt x="172" y="165"/>
                    </a:lnTo>
                    <a:lnTo>
                      <a:pt x="163" y="171"/>
                    </a:lnTo>
                    <a:lnTo>
                      <a:pt x="135" y="181"/>
                    </a:lnTo>
                    <a:lnTo>
                      <a:pt x="117" y="183"/>
                    </a:lnTo>
                    <a:lnTo>
                      <a:pt x="93" y="185"/>
                    </a:lnTo>
                    <a:lnTo>
                      <a:pt x="139" y="180"/>
                    </a:lnTo>
                    <a:lnTo>
                      <a:pt x="169" y="170"/>
                    </a:lnTo>
                    <a:lnTo>
                      <a:pt x="177" y="163"/>
                    </a:lnTo>
                    <a:lnTo>
                      <a:pt x="165" y="178"/>
                    </a:lnTo>
                    <a:lnTo>
                      <a:pt x="177" y="175"/>
                    </a:lnTo>
                    <a:lnTo>
                      <a:pt x="170" y="184"/>
                    </a:lnTo>
                    <a:lnTo>
                      <a:pt x="158" y="195"/>
                    </a:lnTo>
                    <a:lnTo>
                      <a:pt x="82" y="214"/>
                    </a:lnTo>
                    <a:lnTo>
                      <a:pt x="158" y="197"/>
                    </a:lnTo>
                    <a:lnTo>
                      <a:pt x="166" y="191"/>
                    </a:lnTo>
                    <a:lnTo>
                      <a:pt x="170" y="187"/>
                    </a:lnTo>
                    <a:lnTo>
                      <a:pt x="183" y="182"/>
                    </a:lnTo>
                    <a:lnTo>
                      <a:pt x="191" y="191"/>
                    </a:lnTo>
                    <a:lnTo>
                      <a:pt x="194" y="175"/>
                    </a:lnTo>
                    <a:lnTo>
                      <a:pt x="207" y="16"/>
                    </a:lnTo>
                  </a:path>
                </a:pathLst>
              </a:custGeom>
              <a:solidFill>
                <a:srgbClr val="CEDA9D"/>
              </a:solidFill>
              <a:ln w="9525" cap="rnd">
                <a:noFill/>
                <a:round/>
              </a:ln>
              <a:effectLst/>
            </p:spPr>
            <p:txBody>
              <a:bodyPr/>
              <a:lstStyle/>
              <a:p>
                <a:endParaRPr lang="zh-CN" altLang="en-US"/>
              </a:p>
            </p:txBody>
          </p:sp>
          <p:sp>
            <p:nvSpPr>
              <p:cNvPr id="1080" name="Freeform 56"/>
              <p:cNvSpPr/>
              <p:nvPr/>
            </p:nvSpPr>
            <p:spPr bwMode="ltGray">
              <a:xfrm>
                <a:off x="1243" y="3670"/>
                <a:ext cx="217" cy="217"/>
              </a:xfrm>
              <a:custGeom>
                <a:avLst/>
                <a:gdLst/>
                <a:ahLst/>
                <a:cxnLst>
                  <a:cxn ang="0">
                    <a:pos x="1" y="178"/>
                  </a:cxn>
                  <a:cxn ang="0">
                    <a:pos x="8" y="171"/>
                  </a:cxn>
                  <a:cxn ang="0">
                    <a:pos x="62" y="216"/>
                  </a:cxn>
                  <a:cxn ang="0">
                    <a:pos x="19" y="172"/>
                  </a:cxn>
                  <a:cxn ang="0">
                    <a:pos x="24" y="167"/>
                  </a:cxn>
                  <a:cxn ang="0">
                    <a:pos x="76" y="199"/>
                  </a:cxn>
                  <a:cxn ang="0">
                    <a:pos x="21" y="165"/>
                  </a:cxn>
                  <a:cxn ang="0">
                    <a:pos x="29" y="158"/>
                  </a:cxn>
                  <a:cxn ang="0">
                    <a:pos x="35" y="150"/>
                  </a:cxn>
                  <a:cxn ang="0">
                    <a:pos x="32" y="144"/>
                  </a:cxn>
                  <a:cxn ang="0">
                    <a:pos x="39" y="142"/>
                  </a:cxn>
                  <a:cxn ang="0">
                    <a:pos x="35" y="141"/>
                  </a:cxn>
                  <a:cxn ang="0">
                    <a:pos x="35" y="133"/>
                  </a:cxn>
                  <a:cxn ang="0">
                    <a:pos x="39" y="128"/>
                  </a:cxn>
                  <a:cxn ang="0">
                    <a:pos x="102" y="166"/>
                  </a:cxn>
                  <a:cxn ang="0">
                    <a:pos x="35" y="126"/>
                  </a:cxn>
                  <a:cxn ang="0">
                    <a:pos x="42" y="126"/>
                  </a:cxn>
                  <a:cxn ang="0">
                    <a:pos x="42" y="114"/>
                  </a:cxn>
                  <a:cxn ang="0">
                    <a:pos x="123" y="141"/>
                  </a:cxn>
                  <a:cxn ang="0">
                    <a:pos x="59" y="123"/>
                  </a:cxn>
                  <a:cxn ang="0">
                    <a:pos x="37" y="107"/>
                  </a:cxn>
                  <a:cxn ang="0">
                    <a:pos x="39" y="101"/>
                  </a:cxn>
                  <a:cxn ang="0">
                    <a:pos x="53" y="106"/>
                  </a:cxn>
                  <a:cxn ang="0">
                    <a:pos x="54" y="100"/>
                  </a:cxn>
                  <a:cxn ang="0">
                    <a:pos x="113" y="112"/>
                  </a:cxn>
                  <a:cxn ang="0">
                    <a:pos x="91" y="105"/>
                  </a:cxn>
                  <a:cxn ang="0">
                    <a:pos x="45" y="90"/>
                  </a:cxn>
                  <a:cxn ang="0">
                    <a:pos x="42" y="81"/>
                  </a:cxn>
                  <a:cxn ang="0">
                    <a:pos x="46" y="75"/>
                  </a:cxn>
                  <a:cxn ang="0">
                    <a:pos x="62" y="79"/>
                  </a:cxn>
                  <a:cxn ang="0">
                    <a:pos x="59" y="69"/>
                  </a:cxn>
                  <a:cxn ang="0">
                    <a:pos x="54" y="62"/>
                  </a:cxn>
                  <a:cxn ang="0">
                    <a:pos x="58" y="58"/>
                  </a:cxn>
                  <a:cxn ang="0">
                    <a:pos x="120" y="76"/>
                  </a:cxn>
                  <a:cxn ang="0">
                    <a:pos x="193" y="90"/>
                  </a:cxn>
                  <a:cxn ang="0">
                    <a:pos x="91" y="68"/>
                  </a:cxn>
                  <a:cxn ang="0">
                    <a:pos x="58" y="58"/>
                  </a:cxn>
                  <a:cxn ang="0">
                    <a:pos x="62" y="53"/>
                  </a:cxn>
                  <a:cxn ang="0">
                    <a:pos x="56" y="41"/>
                  </a:cxn>
                  <a:cxn ang="0">
                    <a:pos x="58" y="32"/>
                  </a:cxn>
                  <a:cxn ang="0">
                    <a:pos x="91" y="43"/>
                  </a:cxn>
                  <a:cxn ang="0">
                    <a:pos x="84" y="40"/>
                  </a:cxn>
                  <a:cxn ang="0">
                    <a:pos x="62" y="32"/>
                  </a:cxn>
                  <a:cxn ang="0">
                    <a:pos x="58" y="29"/>
                  </a:cxn>
                  <a:cxn ang="0">
                    <a:pos x="46" y="23"/>
                  </a:cxn>
                  <a:cxn ang="0">
                    <a:pos x="113" y="33"/>
                  </a:cxn>
                  <a:cxn ang="0">
                    <a:pos x="46" y="16"/>
                  </a:cxn>
                  <a:cxn ang="0">
                    <a:pos x="125" y="16"/>
                  </a:cxn>
                  <a:cxn ang="0">
                    <a:pos x="159" y="13"/>
                  </a:cxn>
                  <a:cxn ang="0">
                    <a:pos x="58" y="16"/>
                  </a:cxn>
                  <a:cxn ang="0">
                    <a:pos x="42" y="6"/>
                  </a:cxn>
                  <a:cxn ang="0">
                    <a:pos x="20" y="2"/>
                  </a:cxn>
                  <a:cxn ang="0">
                    <a:pos x="0" y="188"/>
                  </a:cxn>
                </a:cxnLst>
                <a:rect l="0" t="0" r="r" b="b"/>
                <a:pathLst>
                  <a:path w="217" h="217">
                    <a:moveTo>
                      <a:pt x="0" y="188"/>
                    </a:moveTo>
                    <a:lnTo>
                      <a:pt x="1" y="178"/>
                    </a:lnTo>
                    <a:lnTo>
                      <a:pt x="13" y="183"/>
                    </a:lnTo>
                    <a:lnTo>
                      <a:pt x="8" y="171"/>
                    </a:lnTo>
                    <a:lnTo>
                      <a:pt x="20" y="172"/>
                    </a:lnTo>
                    <a:lnTo>
                      <a:pt x="62" y="216"/>
                    </a:lnTo>
                    <a:lnTo>
                      <a:pt x="24" y="178"/>
                    </a:lnTo>
                    <a:lnTo>
                      <a:pt x="19" y="172"/>
                    </a:lnTo>
                    <a:lnTo>
                      <a:pt x="16" y="166"/>
                    </a:lnTo>
                    <a:lnTo>
                      <a:pt x="24" y="167"/>
                    </a:lnTo>
                    <a:lnTo>
                      <a:pt x="48" y="179"/>
                    </a:lnTo>
                    <a:lnTo>
                      <a:pt x="76" y="199"/>
                    </a:lnTo>
                    <a:lnTo>
                      <a:pt x="35" y="172"/>
                    </a:lnTo>
                    <a:lnTo>
                      <a:pt x="21" y="165"/>
                    </a:lnTo>
                    <a:lnTo>
                      <a:pt x="20" y="155"/>
                    </a:lnTo>
                    <a:lnTo>
                      <a:pt x="29" y="158"/>
                    </a:lnTo>
                    <a:lnTo>
                      <a:pt x="27" y="147"/>
                    </a:lnTo>
                    <a:lnTo>
                      <a:pt x="35" y="150"/>
                    </a:lnTo>
                    <a:lnTo>
                      <a:pt x="72" y="189"/>
                    </a:lnTo>
                    <a:lnTo>
                      <a:pt x="32" y="144"/>
                    </a:lnTo>
                    <a:lnTo>
                      <a:pt x="27" y="137"/>
                    </a:lnTo>
                    <a:lnTo>
                      <a:pt x="39" y="142"/>
                    </a:lnTo>
                    <a:lnTo>
                      <a:pt x="69" y="164"/>
                    </a:lnTo>
                    <a:lnTo>
                      <a:pt x="35" y="141"/>
                    </a:lnTo>
                    <a:lnTo>
                      <a:pt x="24" y="129"/>
                    </a:lnTo>
                    <a:lnTo>
                      <a:pt x="35" y="133"/>
                    </a:lnTo>
                    <a:lnTo>
                      <a:pt x="27" y="126"/>
                    </a:lnTo>
                    <a:lnTo>
                      <a:pt x="39" y="128"/>
                    </a:lnTo>
                    <a:lnTo>
                      <a:pt x="49" y="141"/>
                    </a:lnTo>
                    <a:lnTo>
                      <a:pt x="102" y="166"/>
                    </a:lnTo>
                    <a:lnTo>
                      <a:pt x="46" y="137"/>
                    </a:lnTo>
                    <a:lnTo>
                      <a:pt x="35" y="126"/>
                    </a:lnTo>
                    <a:lnTo>
                      <a:pt x="32" y="120"/>
                    </a:lnTo>
                    <a:lnTo>
                      <a:pt x="42" y="126"/>
                    </a:lnTo>
                    <a:lnTo>
                      <a:pt x="35" y="113"/>
                    </a:lnTo>
                    <a:lnTo>
                      <a:pt x="42" y="114"/>
                    </a:lnTo>
                    <a:lnTo>
                      <a:pt x="48" y="121"/>
                    </a:lnTo>
                    <a:lnTo>
                      <a:pt x="123" y="141"/>
                    </a:lnTo>
                    <a:lnTo>
                      <a:pt x="83" y="129"/>
                    </a:lnTo>
                    <a:lnTo>
                      <a:pt x="59" y="123"/>
                    </a:lnTo>
                    <a:lnTo>
                      <a:pt x="53" y="120"/>
                    </a:lnTo>
                    <a:lnTo>
                      <a:pt x="37" y="107"/>
                    </a:lnTo>
                    <a:lnTo>
                      <a:pt x="42" y="109"/>
                    </a:lnTo>
                    <a:lnTo>
                      <a:pt x="39" y="101"/>
                    </a:lnTo>
                    <a:lnTo>
                      <a:pt x="37" y="103"/>
                    </a:lnTo>
                    <a:lnTo>
                      <a:pt x="53" y="106"/>
                    </a:lnTo>
                    <a:lnTo>
                      <a:pt x="42" y="98"/>
                    </a:lnTo>
                    <a:lnTo>
                      <a:pt x="54" y="100"/>
                    </a:lnTo>
                    <a:lnTo>
                      <a:pt x="82" y="103"/>
                    </a:lnTo>
                    <a:lnTo>
                      <a:pt x="113" y="112"/>
                    </a:lnTo>
                    <a:lnTo>
                      <a:pt x="189" y="139"/>
                    </a:lnTo>
                    <a:lnTo>
                      <a:pt x="91" y="105"/>
                    </a:lnTo>
                    <a:lnTo>
                      <a:pt x="54" y="98"/>
                    </a:lnTo>
                    <a:lnTo>
                      <a:pt x="45" y="90"/>
                    </a:lnTo>
                    <a:lnTo>
                      <a:pt x="59" y="94"/>
                    </a:lnTo>
                    <a:lnTo>
                      <a:pt x="42" y="81"/>
                    </a:lnTo>
                    <a:lnTo>
                      <a:pt x="54" y="82"/>
                    </a:lnTo>
                    <a:lnTo>
                      <a:pt x="46" y="75"/>
                    </a:lnTo>
                    <a:lnTo>
                      <a:pt x="48" y="73"/>
                    </a:lnTo>
                    <a:lnTo>
                      <a:pt x="62" y="79"/>
                    </a:lnTo>
                    <a:lnTo>
                      <a:pt x="48" y="69"/>
                    </a:lnTo>
                    <a:lnTo>
                      <a:pt x="59" y="69"/>
                    </a:lnTo>
                    <a:lnTo>
                      <a:pt x="46" y="62"/>
                    </a:lnTo>
                    <a:lnTo>
                      <a:pt x="54" y="62"/>
                    </a:lnTo>
                    <a:lnTo>
                      <a:pt x="46" y="58"/>
                    </a:lnTo>
                    <a:lnTo>
                      <a:pt x="58" y="58"/>
                    </a:lnTo>
                    <a:lnTo>
                      <a:pt x="81" y="67"/>
                    </a:lnTo>
                    <a:lnTo>
                      <a:pt x="120" y="76"/>
                    </a:lnTo>
                    <a:lnTo>
                      <a:pt x="159" y="84"/>
                    </a:lnTo>
                    <a:lnTo>
                      <a:pt x="193" y="90"/>
                    </a:lnTo>
                    <a:lnTo>
                      <a:pt x="110" y="73"/>
                    </a:lnTo>
                    <a:lnTo>
                      <a:pt x="91" y="68"/>
                    </a:lnTo>
                    <a:lnTo>
                      <a:pt x="62" y="61"/>
                    </a:lnTo>
                    <a:lnTo>
                      <a:pt x="58" y="58"/>
                    </a:lnTo>
                    <a:lnTo>
                      <a:pt x="50" y="51"/>
                    </a:lnTo>
                    <a:lnTo>
                      <a:pt x="62" y="53"/>
                    </a:lnTo>
                    <a:lnTo>
                      <a:pt x="48" y="41"/>
                    </a:lnTo>
                    <a:lnTo>
                      <a:pt x="56" y="41"/>
                    </a:lnTo>
                    <a:lnTo>
                      <a:pt x="46" y="32"/>
                    </a:lnTo>
                    <a:lnTo>
                      <a:pt x="58" y="32"/>
                    </a:lnTo>
                    <a:lnTo>
                      <a:pt x="65" y="37"/>
                    </a:lnTo>
                    <a:lnTo>
                      <a:pt x="91" y="43"/>
                    </a:lnTo>
                    <a:lnTo>
                      <a:pt x="167" y="57"/>
                    </a:lnTo>
                    <a:lnTo>
                      <a:pt x="84" y="40"/>
                    </a:lnTo>
                    <a:lnTo>
                      <a:pt x="65" y="36"/>
                    </a:lnTo>
                    <a:lnTo>
                      <a:pt x="62" y="32"/>
                    </a:lnTo>
                    <a:lnTo>
                      <a:pt x="50" y="27"/>
                    </a:lnTo>
                    <a:lnTo>
                      <a:pt x="58" y="29"/>
                    </a:lnTo>
                    <a:lnTo>
                      <a:pt x="39" y="21"/>
                    </a:lnTo>
                    <a:lnTo>
                      <a:pt x="46" y="23"/>
                    </a:lnTo>
                    <a:lnTo>
                      <a:pt x="64" y="23"/>
                    </a:lnTo>
                    <a:lnTo>
                      <a:pt x="113" y="33"/>
                    </a:lnTo>
                    <a:lnTo>
                      <a:pt x="62" y="23"/>
                    </a:lnTo>
                    <a:lnTo>
                      <a:pt x="46" y="16"/>
                    </a:lnTo>
                    <a:lnTo>
                      <a:pt x="62" y="16"/>
                    </a:lnTo>
                    <a:lnTo>
                      <a:pt x="125" y="16"/>
                    </a:lnTo>
                    <a:lnTo>
                      <a:pt x="216" y="8"/>
                    </a:lnTo>
                    <a:lnTo>
                      <a:pt x="159" y="13"/>
                    </a:lnTo>
                    <a:lnTo>
                      <a:pt x="81" y="17"/>
                    </a:lnTo>
                    <a:lnTo>
                      <a:pt x="58" y="16"/>
                    </a:lnTo>
                    <a:lnTo>
                      <a:pt x="50" y="12"/>
                    </a:lnTo>
                    <a:lnTo>
                      <a:pt x="42" y="6"/>
                    </a:lnTo>
                    <a:lnTo>
                      <a:pt x="25" y="0"/>
                    </a:lnTo>
                    <a:lnTo>
                      <a:pt x="20" y="2"/>
                    </a:lnTo>
                    <a:lnTo>
                      <a:pt x="16" y="0"/>
                    </a:lnTo>
                    <a:lnTo>
                      <a:pt x="0" y="188"/>
                    </a:lnTo>
                  </a:path>
                </a:pathLst>
              </a:custGeom>
              <a:solidFill>
                <a:srgbClr val="CEDA9D"/>
              </a:solidFill>
              <a:ln w="9525" cap="rnd">
                <a:noFill/>
                <a:round/>
              </a:ln>
              <a:effectLst/>
            </p:spPr>
            <p:txBody>
              <a:bodyPr/>
              <a:lstStyle/>
              <a:p>
                <a:endParaRPr lang="zh-CN" altLang="en-US"/>
              </a:p>
            </p:txBody>
          </p:sp>
          <p:sp>
            <p:nvSpPr>
              <p:cNvPr id="1081" name="Freeform 57"/>
              <p:cNvSpPr/>
              <p:nvPr/>
            </p:nvSpPr>
            <p:spPr bwMode="ltGray">
              <a:xfrm>
                <a:off x="1245" y="3887"/>
                <a:ext cx="58" cy="164"/>
              </a:xfrm>
              <a:custGeom>
                <a:avLst/>
                <a:gdLst/>
                <a:ahLst/>
                <a:cxnLst>
                  <a:cxn ang="0">
                    <a:pos x="11" y="0"/>
                  </a:cxn>
                  <a:cxn ang="0">
                    <a:pos x="22" y="12"/>
                  </a:cxn>
                  <a:cxn ang="0">
                    <a:pos x="34" y="32"/>
                  </a:cxn>
                  <a:cxn ang="0">
                    <a:pos x="46" y="59"/>
                  </a:cxn>
                  <a:cxn ang="0">
                    <a:pos x="57" y="94"/>
                  </a:cxn>
                  <a:cxn ang="0">
                    <a:pos x="57" y="130"/>
                  </a:cxn>
                  <a:cxn ang="0">
                    <a:pos x="51" y="163"/>
                  </a:cxn>
                  <a:cxn ang="0">
                    <a:pos x="46" y="163"/>
                  </a:cxn>
                  <a:cxn ang="0">
                    <a:pos x="51" y="130"/>
                  </a:cxn>
                  <a:cxn ang="0">
                    <a:pos x="51" y="103"/>
                  </a:cxn>
                  <a:cxn ang="0">
                    <a:pos x="39" y="73"/>
                  </a:cxn>
                  <a:cxn ang="0">
                    <a:pos x="22" y="44"/>
                  </a:cxn>
                  <a:cxn ang="0">
                    <a:pos x="0" y="7"/>
                  </a:cxn>
                  <a:cxn ang="0">
                    <a:pos x="11" y="0"/>
                  </a:cxn>
                </a:cxnLst>
                <a:rect l="0" t="0" r="r" b="b"/>
                <a:pathLst>
                  <a:path w="58" h="164">
                    <a:moveTo>
                      <a:pt x="11" y="0"/>
                    </a:moveTo>
                    <a:lnTo>
                      <a:pt x="22" y="12"/>
                    </a:lnTo>
                    <a:lnTo>
                      <a:pt x="34" y="32"/>
                    </a:lnTo>
                    <a:lnTo>
                      <a:pt x="46" y="59"/>
                    </a:lnTo>
                    <a:lnTo>
                      <a:pt x="57" y="94"/>
                    </a:lnTo>
                    <a:lnTo>
                      <a:pt x="57" y="130"/>
                    </a:lnTo>
                    <a:lnTo>
                      <a:pt x="51" y="163"/>
                    </a:lnTo>
                    <a:lnTo>
                      <a:pt x="46" y="163"/>
                    </a:lnTo>
                    <a:lnTo>
                      <a:pt x="51" y="130"/>
                    </a:lnTo>
                    <a:lnTo>
                      <a:pt x="51" y="103"/>
                    </a:lnTo>
                    <a:lnTo>
                      <a:pt x="39" y="73"/>
                    </a:lnTo>
                    <a:lnTo>
                      <a:pt x="22" y="44"/>
                    </a:lnTo>
                    <a:lnTo>
                      <a:pt x="0" y="7"/>
                    </a:lnTo>
                    <a:lnTo>
                      <a:pt x="11" y="0"/>
                    </a:lnTo>
                  </a:path>
                </a:pathLst>
              </a:custGeom>
              <a:solidFill>
                <a:srgbClr val="CEDA9D"/>
              </a:solidFill>
              <a:ln w="9525" cap="rnd">
                <a:noFill/>
                <a:round/>
              </a:ln>
              <a:effectLst/>
            </p:spPr>
            <p:txBody>
              <a:bodyPr/>
              <a:lstStyle/>
              <a:p>
                <a:endParaRPr lang="zh-CN" altLang="en-US"/>
              </a:p>
            </p:txBody>
          </p:sp>
          <p:sp>
            <p:nvSpPr>
              <p:cNvPr id="1082" name="Freeform 58"/>
              <p:cNvSpPr/>
              <p:nvPr/>
            </p:nvSpPr>
            <p:spPr bwMode="ltGray">
              <a:xfrm>
                <a:off x="287" y="3721"/>
                <a:ext cx="156" cy="308"/>
              </a:xfrm>
              <a:custGeom>
                <a:avLst/>
                <a:gdLst/>
                <a:ahLst/>
                <a:cxnLst>
                  <a:cxn ang="0">
                    <a:pos x="152" y="47"/>
                  </a:cxn>
                  <a:cxn ang="0">
                    <a:pos x="141" y="27"/>
                  </a:cxn>
                  <a:cxn ang="0">
                    <a:pos x="136" y="19"/>
                  </a:cxn>
                  <a:cxn ang="0">
                    <a:pos x="125" y="13"/>
                  </a:cxn>
                  <a:cxn ang="0">
                    <a:pos x="114" y="7"/>
                  </a:cxn>
                  <a:cxn ang="0">
                    <a:pos x="100" y="1"/>
                  </a:cxn>
                  <a:cxn ang="0">
                    <a:pos x="87" y="0"/>
                  </a:cxn>
                  <a:cxn ang="0">
                    <a:pos x="76" y="2"/>
                  </a:cxn>
                  <a:cxn ang="0">
                    <a:pos x="63" y="5"/>
                  </a:cxn>
                  <a:cxn ang="0">
                    <a:pos x="48" y="11"/>
                  </a:cxn>
                  <a:cxn ang="0">
                    <a:pos x="40" y="23"/>
                  </a:cxn>
                  <a:cxn ang="0">
                    <a:pos x="30" y="39"/>
                  </a:cxn>
                  <a:cxn ang="0">
                    <a:pos x="21" y="51"/>
                  </a:cxn>
                  <a:cxn ang="0">
                    <a:pos x="14" y="65"/>
                  </a:cxn>
                  <a:cxn ang="0">
                    <a:pos x="5" y="82"/>
                  </a:cxn>
                  <a:cxn ang="0">
                    <a:pos x="0" y="119"/>
                  </a:cxn>
                  <a:cxn ang="0">
                    <a:pos x="2" y="147"/>
                  </a:cxn>
                  <a:cxn ang="0">
                    <a:pos x="9" y="188"/>
                  </a:cxn>
                  <a:cxn ang="0">
                    <a:pos x="21" y="223"/>
                  </a:cxn>
                  <a:cxn ang="0">
                    <a:pos x="48" y="307"/>
                  </a:cxn>
                  <a:cxn ang="0">
                    <a:pos x="38" y="217"/>
                  </a:cxn>
                  <a:cxn ang="0">
                    <a:pos x="32" y="186"/>
                  </a:cxn>
                  <a:cxn ang="0">
                    <a:pos x="29" y="159"/>
                  </a:cxn>
                  <a:cxn ang="0">
                    <a:pos x="27" y="130"/>
                  </a:cxn>
                  <a:cxn ang="0">
                    <a:pos x="30" y="97"/>
                  </a:cxn>
                  <a:cxn ang="0">
                    <a:pos x="35" y="73"/>
                  </a:cxn>
                  <a:cxn ang="0">
                    <a:pos x="41" y="42"/>
                  </a:cxn>
                  <a:cxn ang="0">
                    <a:pos x="53" y="27"/>
                  </a:cxn>
                  <a:cxn ang="0">
                    <a:pos x="67" y="21"/>
                  </a:cxn>
                  <a:cxn ang="0">
                    <a:pos x="106" y="19"/>
                  </a:cxn>
                  <a:cxn ang="0">
                    <a:pos x="129" y="29"/>
                  </a:cxn>
                  <a:cxn ang="0">
                    <a:pos x="155" y="51"/>
                  </a:cxn>
                  <a:cxn ang="0">
                    <a:pos x="152" y="47"/>
                  </a:cxn>
                </a:cxnLst>
                <a:rect l="0" t="0" r="r" b="b"/>
                <a:pathLst>
                  <a:path w="156" h="308">
                    <a:moveTo>
                      <a:pt x="152" y="47"/>
                    </a:moveTo>
                    <a:lnTo>
                      <a:pt x="141" y="27"/>
                    </a:lnTo>
                    <a:lnTo>
                      <a:pt x="136" y="19"/>
                    </a:lnTo>
                    <a:lnTo>
                      <a:pt x="125" y="13"/>
                    </a:lnTo>
                    <a:lnTo>
                      <a:pt x="114" y="7"/>
                    </a:lnTo>
                    <a:lnTo>
                      <a:pt x="100" y="1"/>
                    </a:lnTo>
                    <a:lnTo>
                      <a:pt x="87" y="0"/>
                    </a:lnTo>
                    <a:lnTo>
                      <a:pt x="76" y="2"/>
                    </a:lnTo>
                    <a:lnTo>
                      <a:pt x="63" y="5"/>
                    </a:lnTo>
                    <a:lnTo>
                      <a:pt x="48" y="11"/>
                    </a:lnTo>
                    <a:lnTo>
                      <a:pt x="40" y="23"/>
                    </a:lnTo>
                    <a:lnTo>
                      <a:pt x="30" y="39"/>
                    </a:lnTo>
                    <a:lnTo>
                      <a:pt x="21" y="51"/>
                    </a:lnTo>
                    <a:lnTo>
                      <a:pt x="14" y="65"/>
                    </a:lnTo>
                    <a:lnTo>
                      <a:pt x="5" y="82"/>
                    </a:lnTo>
                    <a:lnTo>
                      <a:pt x="0" y="119"/>
                    </a:lnTo>
                    <a:lnTo>
                      <a:pt x="2" y="147"/>
                    </a:lnTo>
                    <a:lnTo>
                      <a:pt x="9" y="188"/>
                    </a:lnTo>
                    <a:lnTo>
                      <a:pt x="21" y="223"/>
                    </a:lnTo>
                    <a:lnTo>
                      <a:pt x="48" y="307"/>
                    </a:lnTo>
                    <a:lnTo>
                      <a:pt x="38" y="217"/>
                    </a:lnTo>
                    <a:lnTo>
                      <a:pt x="32" y="186"/>
                    </a:lnTo>
                    <a:lnTo>
                      <a:pt x="29" y="159"/>
                    </a:lnTo>
                    <a:lnTo>
                      <a:pt x="27" y="130"/>
                    </a:lnTo>
                    <a:lnTo>
                      <a:pt x="30" y="97"/>
                    </a:lnTo>
                    <a:lnTo>
                      <a:pt x="35" y="73"/>
                    </a:lnTo>
                    <a:lnTo>
                      <a:pt x="41" y="42"/>
                    </a:lnTo>
                    <a:lnTo>
                      <a:pt x="53" y="27"/>
                    </a:lnTo>
                    <a:lnTo>
                      <a:pt x="67" y="21"/>
                    </a:lnTo>
                    <a:lnTo>
                      <a:pt x="106" y="19"/>
                    </a:lnTo>
                    <a:lnTo>
                      <a:pt x="129" y="29"/>
                    </a:lnTo>
                    <a:lnTo>
                      <a:pt x="155" y="51"/>
                    </a:lnTo>
                    <a:lnTo>
                      <a:pt x="152" y="47"/>
                    </a:lnTo>
                  </a:path>
                </a:pathLst>
              </a:custGeom>
              <a:solidFill>
                <a:srgbClr val="CEDA9D"/>
              </a:solidFill>
              <a:ln w="9525" cap="rnd">
                <a:noFill/>
                <a:round/>
              </a:ln>
              <a:effectLst/>
            </p:spPr>
            <p:txBody>
              <a:bodyPr/>
              <a:lstStyle/>
              <a:p>
                <a:endParaRPr lang="zh-CN" altLang="en-US"/>
              </a:p>
            </p:txBody>
          </p:sp>
          <p:sp>
            <p:nvSpPr>
              <p:cNvPr id="1083" name="Freeform 59"/>
              <p:cNvSpPr/>
              <p:nvPr/>
            </p:nvSpPr>
            <p:spPr bwMode="ltGray">
              <a:xfrm>
                <a:off x="400" y="3502"/>
                <a:ext cx="160" cy="302"/>
              </a:xfrm>
              <a:custGeom>
                <a:avLst/>
                <a:gdLst/>
                <a:ahLst/>
                <a:cxnLst>
                  <a:cxn ang="0">
                    <a:pos x="46" y="301"/>
                  </a:cxn>
                  <a:cxn ang="0">
                    <a:pos x="35" y="249"/>
                  </a:cxn>
                  <a:cxn ang="0">
                    <a:pos x="30" y="227"/>
                  </a:cxn>
                  <a:cxn ang="0">
                    <a:pos x="19" y="199"/>
                  </a:cxn>
                  <a:cxn ang="0">
                    <a:pos x="8" y="174"/>
                  </a:cxn>
                  <a:cxn ang="0">
                    <a:pos x="1" y="158"/>
                  </a:cxn>
                  <a:cxn ang="0">
                    <a:pos x="0" y="143"/>
                  </a:cxn>
                  <a:cxn ang="0">
                    <a:pos x="2" y="120"/>
                  </a:cxn>
                  <a:cxn ang="0">
                    <a:pos x="5" y="98"/>
                  </a:cxn>
                  <a:cxn ang="0">
                    <a:pos x="21" y="41"/>
                  </a:cxn>
                  <a:cxn ang="0">
                    <a:pos x="30" y="27"/>
                  </a:cxn>
                  <a:cxn ang="0">
                    <a:pos x="45" y="12"/>
                  </a:cxn>
                  <a:cxn ang="0">
                    <a:pos x="57" y="3"/>
                  </a:cxn>
                  <a:cxn ang="0">
                    <a:pos x="74" y="0"/>
                  </a:cxn>
                  <a:cxn ang="0">
                    <a:pos x="86" y="6"/>
                  </a:cxn>
                  <a:cxn ang="0">
                    <a:pos x="103" y="12"/>
                  </a:cxn>
                  <a:cxn ang="0">
                    <a:pos x="119" y="30"/>
                  </a:cxn>
                  <a:cxn ang="0">
                    <a:pos x="125" y="43"/>
                  </a:cxn>
                  <a:cxn ang="0">
                    <a:pos x="135" y="61"/>
                  </a:cxn>
                  <a:cxn ang="0">
                    <a:pos x="143" y="76"/>
                  </a:cxn>
                  <a:cxn ang="0">
                    <a:pos x="157" y="155"/>
                  </a:cxn>
                  <a:cxn ang="0">
                    <a:pos x="159" y="170"/>
                  </a:cxn>
                  <a:cxn ang="0">
                    <a:pos x="156" y="197"/>
                  </a:cxn>
                  <a:cxn ang="0">
                    <a:pos x="147" y="270"/>
                  </a:cxn>
                  <a:cxn ang="0">
                    <a:pos x="148" y="198"/>
                  </a:cxn>
                  <a:cxn ang="0">
                    <a:pos x="143" y="166"/>
                  </a:cxn>
                  <a:cxn ang="0">
                    <a:pos x="139" y="147"/>
                  </a:cxn>
                  <a:cxn ang="0">
                    <a:pos x="133" y="120"/>
                  </a:cxn>
                  <a:cxn ang="0">
                    <a:pos x="126" y="94"/>
                  </a:cxn>
                  <a:cxn ang="0">
                    <a:pos x="117" y="69"/>
                  </a:cxn>
                  <a:cxn ang="0">
                    <a:pos x="106" y="46"/>
                  </a:cxn>
                  <a:cxn ang="0">
                    <a:pos x="96" y="24"/>
                  </a:cxn>
                  <a:cxn ang="0">
                    <a:pos x="86" y="12"/>
                  </a:cxn>
                  <a:cxn ang="0">
                    <a:pos x="75" y="8"/>
                  </a:cxn>
                  <a:cxn ang="0">
                    <a:pos x="64" y="12"/>
                  </a:cxn>
                  <a:cxn ang="0">
                    <a:pos x="56" y="24"/>
                  </a:cxn>
                  <a:cxn ang="0">
                    <a:pos x="51" y="43"/>
                  </a:cxn>
                  <a:cxn ang="0">
                    <a:pos x="51" y="57"/>
                  </a:cxn>
                  <a:cxn ang="0">
                    <a:pos x="47" y="85"/>
                  </a:cxn>
                  <a:cxn ang="0">
                    <a:pos x="43" y="102"/>
                  </a:cxn>
                  <a:cxn ang="0">
                    <a:pos x="32" y="129"/>
                  </a:cxn>
                  <a:cxn ang="0">
                    <a:pos x="30" y="143"/>
                  </a:cxn>
                  <a:cxn ang="0">
                    <a:pos x="28" y="157"/>
                  </a:cxn>
                  <a:cxn ang="0">
                    <a:pos x="28" y="177"/>
                  </a:cxn>
                  <a:cxn ang="0">
                    <a:pos x="47" y="244"/>
                  </a:cxn>
                  <a:cxn ang="0">
                    <a:pos x="46" y="301"/>
                  </a:cxn>
                </a:cxnLst>
                <a:rect l="0" t="0" r="r" b="b"/>
                <a:pathLst>
                  <a:path w="160" h="302">
                    <a:moveTo>
                      <a:pt x="46" y="301"/>
                    </a:moveTo>
                    <a:lnTo>
                      <a:pt x="35" y="249"/>
                    </a:lnTo>
                    <a:lnTo>
                      <a:pt x="30" y="227"/>
                    </a:lnTo>
                    <a:lnTo>
                      <a:pt x="19" y="199"/>
                    </a:lnTo>
                    <a:lnTo>
                      <a:pt x="8" y="174"/>
                    </a:lnTo>
                    <a:lnTo>
                      <a:pt x="1" y="158"/>
                    </a:lnTo>
                    <a:lnTo>
                      <a:pt x="0" y="143"/>
                    </a:lnTo>
                    <a:lnTo>
                      <a:pt x="2" y="120"/>
                    </a:lnTo>
                    <a:lnTo>
                      <a:pt x="5" y="98"/>
                    </a:lnTo>
                    <a:lnTo>
                      <a:pt x="21" y="41"/>
                    </a:lnTo>
                    <a:lnTo>
                      <a:pt x="30" y="27"/>
                    </a:lnTo>
                    <a:lnTo>
                      <a:pt x="45" y="12"/>
                    </a:lnTo>
                    <a:lnTo>
                      <a:pt x="57" y="3"/>
                    </a:lnTo>
                    <a:lnTo>
                      <a:pt x="74" y="0"/>
                    </a:lnTo>
                    <a:lnTo>
                      <a:pt x="86" y="6"/>
                    </a:lnTo>
                    <a:lnTo>
                      <a:pt x="103" y="12"/>
                    </a:lnTo>
                    <a:lnTo>
                      <a:pt x="119" y="30"/>
                    </a:lnTo>
                    <a:lnTo>
                      <a:pt x="125" y="43"/>
                    </a:lnTo>
                    <a:lnTo>
                      <a:pt x="135" y="61"/>
                    </a:lnTo>
                    <a:lnTo>
                      <a:pt x="143" y="76"/>
                    </a:lnTo>
                    <a:lnTo>
                      <a:pt x="157" y="155"/>
                    </a:lnTo>
                    <a:lnTo>
                      <a:pt x="159" y="170"/>
                    </a:lnTo>
                    <a:lnTo>
                      <a:pt x="156" y="197"/>
                    </a:lnTo>
                    <a:lnTo>
                      <a:pt x="147" y="270"/>
                    </a:lnTo>
                    <a:lnTo>
                      <a:pt x="148" y="198"/>
                    </a:lnTo>
                    <a:lnTo>
                      <a:pt x="143" y="166"/>
                    </a:lnTo>
                    <a:lnTo>
                      <a:pt x="139" y="147"/>
                    </a:lnTo>
                    <a:lnTo>
                      <a:pt x="133" y="120"/>
                    </a:lnTo>
                    <a:lnTo>
                      <a:pt x="126" y="94"/>
                    </a:lnTo>
                    <a:lnTo>
                      <a:pt x="117" y="69"/>
                    </a:lnTo>
                    <a:lnTo>
                      <a:pt x="106" y="46"/>
                    </a:lnTo>
                    <a:lnTo>
                      <a:pt x="96" y="24"/>
                    </a:lnTo>
                    <a:lnTo>
                      <a:pt x="86" y="12"/>
                    </a:lnTo>
                    <a:lnTo>
                      <a:pt x="75" y="8"/>
                    </a:lnTo>
                    <a:lnTo>
                      <a:pt x="64" y="12"/>
                    </a:lnTo>
                    <a:lnTo>
                      <a:pt x="56" y="24"/>
                    </a:lnTo>
                    <a:lnTo>
                      <a:pt x="51" y="43"/>
                    </a:lnTo>
                    <a:lnTo>
                      <a:pt x="51" y="57"/>
                    </a:lnTo>
                    <a:lnTo>
                      <a:pt x="47" y="85"/>
                    </a:lnTo>
                    <a:lnTo>
                      <a:pt x="43" y="102"/>
                    </a:lnTo>
                    <a:lnTo>
                      <a:pt x="32" y="129"/>
                    </a:lnTo>
                    <a:lnTo>
                      <a:pt x="30" y="143"/>
                    </a:lnTo>
                    <a:lnTo>
                      <a:pt x="28" y="157"/>
                    </a:lnTo>
                    <a:lnTo>
                      <a:pt x="28" y="177"/>
                    </a:lnTo>
                    <a:lnTo>
                      <a:pt x="47" y="244"/>
                    </a:lnTo>
                    <a:lnTo>
                      <a:pt x="46" y="301"/>
                    </a:lnTo>
                  </a:path>
                </a:pathLst>
              </a:custGeom>
              <a:solidFill>
                <a:srgbClr val="CEDA9D"/>
              </a:solidFill>
              <a:ln w="9525" cap="rnd">
                <a:noFill/>
                <a:round/>
              </a:ln>
              <a:effectLst/>
            </p:spPr>
            <p:txBody>
              <a:bodyPr/>
              <a:lstStyle/>
              <a:p>
                <a:endParaRPr lang="zh-CN" altLang="en-US"/>
              </a:p>
            </p:txBody>
          </p:sp>
          <p:grpSp>
            <p:nvGrpSpPr>
              <p:cNvPr id="12" name="Group 62"/>
              <p:cNvGrpSpPr/>
              <p:nvPr/>
            </p:nvGrpSpPr>
            <p:grpSpPr bwMode="auto">
              <a:xfrm>
                <a:off x="487" y="3200"/>
                <a:ext cx="385" cy="440"/>
                <a:chOff x="487" y="3200"/>
                <a:chExt cx="385" cy="440"/>
              </a:xfrm>
            </p:grpSpPr>
            <p:sp>
              <p:nvSpPr>
                <p:cNvPr id="1084" name="Freeform 60"/>
                <p:cNvSpPr/>
                <p:nvPr/>
              </p:nvSpPr>
              <p:spPr bwMode="ltGray">
                <a:xfrm>
                  <a:off x="487" y="3200"/>
                  <a:ext cx="212" cy="438"/>
                </a:xfrm>
                <a:custGeom>
                  <a:avLst/>
                  <a:gdLst/>
                  <a:ahLst/>
                  <a:cxnLst>
                    <a:cxn ang="0">
                      <a:pos x="198" y="10"/>
                    </a:cxn>
                    <a:cxn ang="0">
                      <a:pos x="197" y="0"/>
                    </a:cxn>
                    <a:cxn ang="0">
                      <a:pos x="182" y="3"/>
                    </a:cxn>
                    <a:cxn ang="0">
                      <a:pos x="173" y="15"/>
                    </a:cxn>
                    <a:cxn ang="0">
                      <a:pos x="5" y="95"/>
                    </a:cxn>
                    <a:cxn ang="0">
                      <a:pos x="155" y="38"/>
                    </a:cxn>
                    <a:cxn ang="0">
                      <a:pos x="157" y="49"/>
                    </a:cxn>
                    <a:cxn ang="0">
                      <a:pos x="84" y="118"/>
                    </a:cxn>
                    <a:cxn ang="0">
                      <a:pos x="174" y="63"/>
                    </a:cxn>
                    <a:cxn ang="0">
                      <a:pos x="162" y="86"/>
                    </a:cxn>
                    <a:cxn ang="0">
                      <a:pos x="134" y="123"/>
                    </a:cxn>
                    <a:cxn ang="0">
                      <a:pos x="46" y="223"/>
                    </a:cxn>
                    <a:cxn ang="0">
                      <a:pos x="49" y="215"/>
                    </a:cxn>
                    <a:cxn ang="0">
                      <a:pos x="106" y="153"/>
                    </a:cxn>
                    <a:cxn ang="0">
                      <a:pos x="152" y="105"/>
                    </a:cxn>
                    <a:cxn ang="0">
                      <a:pos x="173" y="82"/>
                    </a:cxn>
                    <a:cxn ang="0">
                      <a:pos x="177" y="90"/>
                    </a:cxn>
                    <a:cxn ang="0">
                      <a:pos x="152" y="120"/>
                    </a:cxn>
                    <a:cxn ang="0">
                      <a:pos x="117" y="162"/>
                    </a:cxn>
                    <a:cxn ang="0">
                      <a:pos x="162" y="105"/>
                    </a:cxn>
                    <a:cxn ang="0">
                      <a:pos x="177" y="90"/>
                    </a:cxn>
                    <a:cxn ang="0">
                      <a:pos x="178" y="106"/>
                    </a:cxn>
                    <a:cxn ang="0">
                      <a:pos x="162" y="135"/>
                    </a:cxn>
                    <a:cxn ang="0">
                      <a:pos x="117" y="174"/>
                    </a:cxn>
                    <a:cxn ang="0">
                      <a:pos x="77" y="208"/>
                    </a:cxn>
                    <a:cxn ang="0">
                      <a:pos x="123" y="172"/>
                    </a:cxn>
                    <a:cxn ang="0">
                      <a:pos x="169" y="131"/>
                    </a:cxn>
                    <a:cxn ang="0">
                      <a:pos x="168" y="145"/>
                    </a:cxn>
                    <a:cxn ang="0">
                      <a:pos x="169" y="169"/>
                    </a:cxn>
                    <a:cxn ang="0">
                      <a:pos x="162" y="181"/>
                    </a:cxn>
                    <a:cxn ang="0">
                      <a:pos x="124" y="216"/>
                    </a:cxn>
                    <a:cxn ang="0">
                      <a:pos x="52" y="272"/>
                    </a:cxn>
                    <a:cxn ang="0">
                      <a:pos x="63" y="260"/>
                    </a:cxn>
                    <a:cxn ang="0">
                      <a:pos x="152" y="192"/>
                    </a:cxn>
                    <a:cxn ang="0">
                      <a:pos x="180" y="163"/>
                    </a:cxn>
                    <a:cxn ang="0">
                      <a:pos x="109" y="251"/>
                    </a:cxn>
                    <a:cxn ang="0">
                      <a:pos x="179" y="189"/>
                    </a:cxn>
                    <a:cxn ang="0">
                      <a:pos x="177" y="214"/>
                    </a:cxn>
                    <a:cxn ang="0">
                      <a:pos x="142" y="272"/>
                    </a:cxn>
                    <a:cxn ang="0">
                      <a:pos x="81" y="314"/>
                    </a:cxn>
                    <a:cxn ang="0">
                      <a:pos x="24" y="352"/>
                    </a:cxn>
                    <a:cxn ang="0">
                      <a:pos x="109" y="299"/>
                    </a:cxn>
                    <a:cxn ang="0">
                      <a:pos x="145" y="268"/>
                    </a:cxn>
                    <a:cxn ang="0">
                      <a:pos x="177" y="223"/>
                    </a:cxn>
                    <a:cxn ang="0">
                      <a:pos x="173" y="244"/>
                    </a:cxn>
                    <a:cxn ang="0">
                      <a:pos x="171" y="264"/>
                    </a:cxn>
                    <a:cxn ang="0">
                      <a:pos x="173" y="283"/>
                    </a:cxn>
                    <a:cxn ang="0">
                      <a:pos x="142" y="322"/>
                    </a:cxn>
                    <a:cxn ang="0">
                      <a:pos x="83" y="356"/>
                    </a:cxn>
                    <a:cxn ang="0">
                      <a:pos x="87" y="353"/>
                    </a:cxn>
                    <a:cxn ang="0">
                      <a:pos x="159" y="306"/>
                    </a:cxn>
                    <a:cxn ang="0">
                      <a:pos x="156" y="318"/>
                    </a:cxn>
                    <a:cxn ang="0">
                      <a:pos x="159" y="325"/>
                    </a:cxn>
                    <a:cxn ang="0">
                      <a:pos x="162" y="336"/>
                    </a:cxn>
                    <a:cxn ang="0">
                      <a:pos x="127" y="371"/>
                    </a:cxn>
                    <a:cxn ang="0">
                      <a:pos x="87" y="379"/>
                    </a:cxn>
                    <a:cxn ang="0">
                      <a:pos x="159" y="348"/>
                    </a:cxn>
                    <a:cxn ang="0">
                      <a:pos x="156" y="365"/>
                    </a:cxn>
                    <a:cxn ang="0">
                      <a:pos x="160" y="375"/>
                    </a:cxn>
                    <a:cxn ang="0">
                      <a:pos x="77" y="437"/>
                    </a:cxn>
                    <a:cxn ang="0">
                      <a:pos x="156" y="390"/>
                    </a:cxn>
                    <a:cxn ang="0">
                      <a:pos x="172" y="373"/>
                    </a:cxn>
                    <a:cxn ang="0">
                      <a:pos x="183" y="357"/>
                    </a:cxn>
                  </a:cxnLst>
                  <a:rect l="0" t="0" r="r" b="b"/>
                  <a:pathLst>
                    <a:path w="212" h="438">
                      <a:moveTo>
                        <a:pt x="195" y="33"/>
                      </a:moveTo>
                      <a:lnTo>
                        <a:pt x="198" y="10"/>
                      </a:lnTo>
                      <a:lnTo>
                        <a:pt x="211" y="8"/>
                      </a:lnTo>
                      <a:lnTo>
                        <a:pt x="197" y="0"/>
                      </a:lnTo>
                      <a:lnTo>
                        <a:pt x="191" y="0"/>
                      </a:lnTo>
                      <a:lnTo>
                        <a:pt x="182" y="3"/>
                      </a:lnTo>
                      <a:lnTo>
                        <a:pt x="181" y="10"/>
                      </a:lnTo>
                      <a:lnTo>
                        <a:pt x="173" y="15"/>
                      </a:lnTo>
                      <a:lnTo>
                        <a:pt x="102" y="78"/>
                      </a:lnTo>
                      <a:lnTo>
                        <a:pt x="5" y="95"/>
                      </a:lnTo>
                      <a:lnTo>
                        <a:pt x="101" y="77"/>
                      </a:lnTo>
                      <a:lnTo>
                        <a:pt x="155" y="38"/>
                      </a:lnTo>
                      <a:lnTo>
                        <a:pt x="173" y="32"/>
                      </a:lnTo>
                      <a:lnTo>
                        <a:pt x="157" y="49"/>
                      </a:lnTo>
                      <a:lnTo>
                        <a:pt x="173" y="51"/>
                      </a:lnTo>
                      <a:lnTo>
                        <a:pt x="84" y="118"/>
                      </a:lnTo>
                      <a:lnTo>
                        <a:pt x="145" y="76"/>
                      </a:lnTo>
                      <a:lnTo>
                        <a:pt x="174" y="63"/>
                      </a:lnTo>
                      <a:lnTo>
                        <a:pt x="173" y="73"/>
                      </a:lnTo>
                      <a:lnTo>
                        <a:pt x="162" y="86"/>
                      </a:lnTo>
                      <a:lnTo>
                        <a:pt x="155" y="98"/>
                      </a:lnTo>
                      <a:lnTo>
                        <a:pt x="134" y="123"/>
                      </a:lnTo>
                      <a:lnTo>
                        <a:pt x="95" y="169"/>
                      </a:lnTo>
                      <a:lnTo>
                        <a:pt x="46" y="223"/>
                      </a:lnTo>
                      <a:lnTo>
                        <a:pt x="6" y="260"/>
                      </a:lnTo>
                      <a:lnTo>
                        <a:pt x="49" y="215"/>
                      </a:lnTo>
                      <a:lnTo>
                        <a:pt x="74" y="188"/>
                      </a:lnTo>
                      <a:lnTo>
                        <a:pt x="106" y="153"/>
                      </a:lnTo>
                      <a:lnTo>
                        <a:pt x="123" y="131"/>
                      </a:lnTo>
                      <a:lnTo>
                        <a:pt x="152" y="105"/>
                      </a:lnTo>
                      <a:lnTo>
                        <a:pt x="162" y="93"/>
                      </a:lnTo>
                      <a:lnTo>
                        <a:pt x="173" y="82"/>
                      </a:lnTo>
                      <a:lnTo>
                        <a:pt x="167" y="83"/>
                      </a:lnTo>
                      <a:lnTo>
                        <a:pt x="177" y="90"/>
                      </a:lnTo>
                      <a:lnTo>
                        <a:pt x="167" y="98"/>
                      </a:lnTo>
                      <a:lnTo>
                        <a:pt x="152" y="120"/>
                      </a:lnTo>
                      <a:lnTo>
                        <a:pt x="135" y="144"/>
                      </a:lnTo>
                      <a:lnTo>
                        <a:pt x="117" y="162"/>
                      </a:lnTo>
                      <a:lnTo>
                        <a:pt x="148" y="123"/>
                      </a:lnTo>
                      <a:lnTo>
                        <a:pt x="162" y="105"/>
                      </a:lnTo>
                      <a:lnTo>
                        <a:pt x="173" y="90"/>
                      </a:lnTo>
                      <a:lnTo>
                        <a:pt x="177" y="90"/>
                      </a:lnTo>
                      <a:lnTo>
                        <a:pt x="169" y="112"/>
                      </a:lnTo>
                      <a:lnTo>
                        <a:pt x="178" y="106"/>
                      </a:lnTo>
                      <a:lnTo>
                        <a:pt x="173" y="120"/>
                      </a:lnTo>
                      <a:lnTo>
                        <a:pt x="162" y="135"/>
                      </a:lnTo>
                      <a:lnTo>
                        <a:pt x="142" y="158"/>
                      </a:lnTo>
                      <a:lnTo>
                        <a:pt x="117" y="174"/>
                      </a:lnTo>
                      <a:lnTo>
                        <a:pt x="95" y="192"/>
                      </a:lnTo>
                      <a:lnTo>
                        <a:pt x="77" y="208"/>
                      </a:lnTo>
                      <a:lnTo>
                        <a:pt x="87" y="200"/>
                      </a:lnTo>
                      <a:lnTo>
                        <a:pt x="123" y="172"/>
                      </a:lnTo>
                      <a:lnTo>
                        <a:pt x="162" y="139"/>
                      </a:lnTo>
                      <a:lnTo>
                        <a:pt x="169" y="131"/>
                      </a:lnTo>
                      <a:lnTo>
                        <a:pt x="177" y="120"/>
                      </a:lnTo>
                      <a:lnTo>
                        <a:pt x="168" y="145"/>
                      </a:lnTo>
                      <a:lnTo>
                        <a:pt x="183" y="136"/>
                      </a:lnTo>
                      <a:lnTo>
                        <a:pt x="169" y="169"/>
                      </a:lnTo>
                      <a:lnTo>
                        <a:pt x="167" y="177"/>
                      </a:lnTo>
                      <a:lnTo>
                        <a:pt x="162" y="181"/>
                      </a:lnTo>
                      <a:lnTo>
                        <a:pt x="144" y="199"/>
                      </a:lnTo>
                      <a:lnTo>
                        <a:pt x="124" y="216"/>
                      </a:lnTo>
                      <a:lnTo>
                        <a:pt x="87" y="245"/>
                      </a:lnTo>
                      <a:lnTo>
                        <a:pt x="52" y="272"/>
                      </a:lnTo>
                      <a:lnTo>
                        <a:pt x="0" y="310"/>
                      </a:lnTo>
                      <a:lnTo>
                        <a:pt x="63" y="260"/>
                      </a:lnTo>
                      <a:lnTo>
                        <a:pt x="127" y="211"/>
                      </a:lnTo>
                      <a:lnTo>
                        <a:pt x="152" y="192"/>
                      </a:lnTo>
                      <a:lnTo>
                        <a:pt x="167" y="172"/>
                      </a:lnTo>
                      <a:lnTo>
                        <a:pt x="180" y="163"/>
                      </a:lnTo>
                      <a:lnTo>
                        <a:pt x="183" y="164"/>
                      </a:lnTo>
                      <a:lnTo>
                        <a:pt x="109" y="251"/>
                      </a:lnTo>
                      <a:lnTo>
                        <a:pt x="165" y="191"/>
                      </a:lnTo>
                      <a:lnTo>
                        <a:pt x="179" y="189"/>
                      </a:lnTo>
                      <a:lnTo>
                        <a:pt x="163" y="221"/>
                      </a:lnTo>
                      <a:lnTo>
                        <a:pt x="177" y="214"/>
                      </a:lnTo>
                      <a:lnTo>
                        <a:pt x="156" y="249"/>
                      </a:lnTo>
                      <a:lnTo>
                        <a:pt x="142" y="272"/>
                      </a:lnTo>
                      <a:lnTo>
                        <a:pt x="117" y="291"/>
                      </a:lnTo>
                      <a:lnTo>
                        <a:pt x="81" y="314"/>
                      </a:lnTo>
                      <a:lnTo>
                        <a:pt x="49" y="336"/>
                      </a:lnTo>
                      <a:lnTo>
                        <a:pt x="24" y="352"/>
                      </a:lnTo>
                      <a:lnTo>
                        <a:pt x="6" y="360"/>
                      </a:lnTo>
                      <a:lnTo>
                        <a:pt x="109" y="299"/>
                      </a:lnTo>
                      <a:lnTo>
                        <a:pt x="134" y="281"/>
                      </a:lnTo>
                      <a:lnTo>
                        <a:pt x="145" y="268"/>
                      </a:lnTo>
                      <a:lnTo>
                        <a:pt x="161" y="245"/>
                      </a:lnTo>
                      <a:lnTo>
                        <a:pt x="177" y="223"/>
                      </a:lnTo>
                      <a:lnTo>
                        <a:pt x="160" y="255"/>
                      </a:lnTo>
                      <a:lnTo>
                        <a:pt x="173" y="244"/>
                      </a:lnTo>
                      <a:lnTo>
                        <a:pt x="159" y="269"/>
                      </a:lnTo>
                      <a:lnTo>
                        <a:pt x="171" y="264"/>
                      </a:lnTo>
                      <a:lnTo>
                        <a:pt x="158" y="294"/>
                      </a:lnTo>
                      <a:lnTo>
                        <a:pt x="173" y="283"/>
                      </a:lnTo>
                      <a:lnTo>
                        <a:pt x="159" y="299"/>
                      </a:lnTo>
                      <a:lnTo>
                        <a:pt x="142" y="322"/>
                      </a:lnTo>
                      <a:lnTo>
                        <a:pt x="127" y="328"/>
                      </a:lnTo>
                      <a:lnTo>
                        <a:pt x="83" y="356"/>
                      </a:lnTo>
                      <a:lnTo>
                        <a:pt x="42" y="371"/>
                      </a:lnTo>
                      <a:lnTo>
                        <a:pt x="87" y="353"/>
                      </a:lnTo>
                      <a:lnTo>
                        <a:pt x="123" y="329"/>
                      </a:lnTo>
                      <a:lnTo>
                        <a:pt x="159" y="306"/>
                      </a:lnTo>
                      <a:lnTo>
                        <a:pt x="169" y="295"/>
                      </a:lnTo>
                      <a:lnTo>
                        <a:pt x="156" y="318"/>
                      </a:lnTo>
                      <a:lnTo>
                        <a:pt x="167" y="314"/>
                      </a:lnTo>
                      <a:lnTo>
                        <a:pt x="159" y="325"/>
                      </a:lnTo>
                      <a:lnTo>
                        <a:pt x="156" y="341"/>
                      </a:lnTo>
                      <a:lnTo>
                        <a:pt x="162" y="336"/>
                      </a:lnTo>
                      <a:lnTo>
                        <a:pt x="154" y="349"/>
                      </a:lnTo>
                      <a:lnTo>
                        <a:pt x="127" y="371"/>
                      </a:lnTo>
                      <a:lnTo>
                        <a:pt x="109" y="374"/>
                      </a:lnTo>
                      <a:lnTo>
                        <a:pt x="87" y="379"/>
                      </a:lnTo>
                      <a:lnTo>
                        <a:pt x="131" y="367"/>
                      </a:lnTo>
                      <a:lnTo>
                        <a:pt x="159" y="348"/>
                      </a:lnTo>
                      <a:lnTo>
                        <a:pt x="167" y="333"/>
                      </a:lnTo>
                      <a:lnTo>
                        <a:pt x="156" y="365"/>
                      </a:lnTo>
                      <a:lnTo>
                        <a:pt x="167" y="357"/>
                      </a:lnTo>
                      <a:lnTo>
                        <a:pt x="160" y="375"/>
                      </a:lnTo>
                      <a:lnTo>
                        <a:pt x="148" y="399"/>
                      </a:lnTo>
                      <a:lnTo>
                        <a:pt x="77" y="437"/>
                      </a:lnTo>
                      <a:lnTo>
                        <a:pt x="149" y="402"/>
                      </a:lnTo>
                      <a:lnTo>
                        <a:pt x="156" y="390"/>
                      </a:lnTo>
                      <a:lnTo>
                        <a:pt x="160" y="382"/>
                      </a:lnTo>
                      <a:lnTo>
                        <a:pt x="172" y="373"/>
                      </a:lnTo>
                      <a:lnTo>
                        <a:pt x="180" y="390"/>
                      </a:lnTo>
                      <a:lnTo>
                        <a:pt x="183" y="357"/>
                      </a:lnTo>
                      <a:lnTo>
                        <a:pt x="195" y="33"/>
                      </a:lnTo>
                    </a:path>
                  </a:pathLst>
                </a:custGeom>
                <a:solidFill>
                  <a:srgbClr val="CEDA9D"/>
                </a:solidFill>
                <a:ln w="9525" cap="rnd">
                  <a:noFill/>
                  <a:round/>
                </a:ln>
                <a:effectLst/>
              </p:spPr>
              <p:txBody>
                <a:bodyPr/>
                <a:lstStyle/>
                <a:p>
                  <a:endParaRPr lang="zh-CN" altLang="en-US"/>
                </a:p>
              </p:txBody>
            </p:sp>
            <p:sp>
              <p:nvSpPr>
                <p:cNvPr id="1085" name="Freeform 61"/>
                <p:cNvSpPr/>
                <p:nvPr/>
              </p:nvSpPr>
              <p:spPr bwMode="ltGray">
                <a:xfrm>
                  <a:off x="667" y="3200"/>
                  <a:ext cx="205" cy="440"/>
                </a:xfrm>
                <a:custGeom>
                  <a:avLst/>
                  <a:gdLst/>
                  <a:ahLst/>
                  <a:cxnLst>
                    <a:cxn ang="0">
                      <a:pos x="1" y="362"/>
                    </a:cxn>
                    <a:cxn ang="0">
                      <a:pos x="8" y="347"/>
                    </a:cxn>
                    <a:cxn ang="0">
                      <a:pos x="58" y="439"/>
                    </a:cxn>
                    <a:cxn ang="0">
                      <a:pos x="18" y="350"/>
                    </a:cxn>
                    <a:cxn ang="0">
                      <a:pos x="22" y="340"/>
                    </a:cxn>
                    <a:cxn ang="0">
                      <a:pos x="72" y="405"/>
                    </a:cxn>
                    <a:cxn ang="0">
                      <a:pos x="21" y="336"/>
                    </a:cxn>
                    <a:cxn ang="0">
                      <a:pos x="27" y="321"/>
                    </a:cxn>
                    <a:cxn ang="0">
                      <a:pos x="33" y="305"/>
                    </a:cxn>
                    <a:cxn ang="0">
                      <a:pos x="29" y="294"/>
                    </a:cxn>
                    <a:cxn ang="0">
                      <a:pos x="37" y="288"/>
                    </a:cxn>
                    <a:cxn ang="0">
                      <a:pos x="33" y="287"/>
                    </a:cxn>
                    <a:cxn ang="0">
                      <a:pos x="33" y="272"/>
                    </a:cxn>
                    <a:cxn ang="0">
                      <a:pos x="37" y="260"/>
                    </a:cxn>
                    <a:cxn ang="0">
                      <a:pos x="96" y="337"/>
                    </a:cxn>
                    <a:cxn ang="0">
                      <a:pos x="33" y="256"/>
                    </a:cxn>
                    <a:cxn ang="0">
                      <a:pos x="40" y="256"/>
                    </a:cxn>
                    <a:cxn ang="0">
                      <a:pos x="40" y="233"/>
                    </a:cxn>
                    <a:cxn ang="0">
                      <a:pos x="116" y="287"/>
                    </a:cxn>
                    <a:cxn ang="0">
                      <a:pos x="56" y="250"/>
                    </a:cxn>
                    <a:cxn ang="0">
                      <a:pos x="34" y="218"/>
                    </a:cxn>
                    <a:cxn ang="0">
                      <a:pos x="37" y="207"/>
                    </a:cxn>
                    <a:cxn ang="0">
                      <a:pos x="50" y="217"/>
                    </a:cxn>
                    <a:cxn ang="0">
                      <a:pos x="51" y="203"/>
                    </a:cxn>
                    <a:cxn ang="0">
                      <a:pos x="107" y="226"/>
                    </a:cxn>
                    <a:cxn ang="0">
                      <a:pos x="86" y="215"/>
                    </a:cxn>
                    <a:cxn ang="0">
                      <a:pos x="42" y="185"/>
                    </a:cxn>
                    <a:cxn ang="0">
                      <a:pos x="40" y="164"/>
                    </a:cxn>
                    <a:cxn ang="0">
                      <a:pos x="44" y="152"/>
                    </a:cxn>
                    <a:cxn ang="0">
                      <a:pos x="59" y="161"/>
                    </a:cxn>
                    <a:cxn ang="0">
                      <a:pos x="56" y="141"/>
                    </a:cxn>
                    <a:cxn ang="0">
                      <a:pos x="51" y="127"/>
                    </a:cxn>
                    <a:cxn ang="0">
                      <a:pos x="54" y="119"/>
                    </a:cxn>
                    <a:cxn ang="0">
                      <a:pos x="113" y="156"/>
                    </a:cxn>
                    <a:cxn ang="0">
                      <a:pos x="182" y="185"/>
                    </a:cxn>
                    <a:cxn ang="0">
                      <a:pos x="86" y="139"/>
                    </a:cxn>
                    <a:cxn ang="0">
                      <a:pos x="54" y="119"/>
                    </a:cxn>
                    <a:cxn ang="0">
                      <a:pos x="58" y="108"/>
                    </a:cxn>
                    <a:cxn ang="0">
                      <a:pos x="53" y="84"/>
                    </a:cxn>
                    <a:cxn ang="0">
                      <a:pos x="54" y="67"/>
                    </a:cxn>
                    <a:cxn ang="0">
                      <a:pos x="86" y="87"/>
                    </a:cxn>
                    <a:cxn ang="0">
                      <a:pos x="79" y="81"/>
                    </a:cxn>
                    <a:cxn ang="0">
                      <a:pos x="58" y="67"/>
                    </a:cxn>
                    <a:cxn ang="0">
                      <a:pos x="54" y="59"/>
                    </a:cxn>
                    <a:cxn ang="0">
                      <a:pos x="44" y="48"/>
                    </a:cxn>
                    <a:cxn ang="0">
                      <a:pos x="107" y="68"/>
                    </a:cxn>
                    <a:cxn ang="0">
                      <a:pos x="44" y="32"/>
                    </a:cxn>
                    <a:cxn ang="0">
                      <a:pos x="118" y="32"/>
                    </a:cxn>
                    <a:cxn ang="0">
                      <a:pos x="150" y="28"/>
                    </a:cxn>
                    <a:cxn ang="0">
                      <a:pos x="54" y="32"/>
                    </a:cxn>
                    <a:cxn ang="0">
                      <a:pos x="40" y="13"/>
                    </a:cxn>
                    <a:cxn ang="0">
                      <a:pos x="19" y="5"/>
                    </a:cxn>
                    <a:cxn ang="0">
                      <a:pos x="0" y="381"/>
                    </a:cxn>
                  </a:cxnLst>
                  <a:rect l="0" t="0" r="r" b="b"/>
                  <a:pathLst>
                    <a:path w="205" h="440">
                      <a:moveTo>
                        <a:pt x="0" y="381"/>
                      </a:moveTo>
                      <a:lnTo>
                        <a:pt x="1" y="362"/>
                      </a:lnTo>
                      <a:lnTo>
                        <a:pt x="12" y="373"/>
                      </a:lnTo>
                      <a:lnTo>
                        <a:pt x="8" y="347"/>
                      </a:lnTo>
                      <a:lnTo>
                        <a:pt x="19" y="351"/>
                      </a:lnTo>
                      <a:lnTo>
                        <a:pt x="58" y="439"/>
                      </a:lnTo>
                      <a:lnTo>
                        <a:pt x="22" y="362"/>
                      </a:lnTo>
                      <a:lnTo>
                        <a:pt x="18" y="350"/>
                      </a:lnTo>
                      <a:lnTo>
                        <a:pt x="15" y="337"/>
                      </a:lnTo>
                      <a:lnTo>
                        <a:pt x="22" y="340"/>
                      </a:lnTo>
                      <a:lnTo>
                        <a:pt x="45" y="365"/>
                      </a:lnTo>
                      <a:lnTo>
                        <a:pt x="72" y="405"/>
                      </a:lnTo>
                      <a:lnTo>
                        <a:pt x="33" y="351"/>
                      </a:lnTo>
                      <a:lnTo>
                        <a:pt x="21" y="336"/>
                      </a:lnTo>
                      <a:lnTo>
                        <a:pt x="19" y="315"/>
                      </a:lnTo>
                      <a:lnTo>
                        <a:pt x="27" y="321"/>
                      </a:lnTo>
                      <a:lnTo>
                        <a:pt x="26" y="298"/>
                      </a:lnTo>
                      <a:lnTo>
                        <a:pt x="33" y="305"/>
                      </a:lnTo>
                      <a:lnTo>
                        <a:pt x="69" y="385"/>
                      </a:lnTo>
                      <a:lnTo>
                        <a:pt x="29" y="294"/>
                      </a:lnTo>
                      <a:lnTo>
                        <a:pt x="26" y="279"/>
                      </a:lnTo>
                      <a:lnTo>
                        <a:pt x="37" y="288"/>
                      </a:lnTo>
                      <a:lnTo>
                        <a:pt x="65" y="332"/>
                      </a:lnTo>
                      <a:lnTo>
                        <a:pt x="33" y="287"/>
                      </a:lnTo>
                      <a:lnTo>
                        <a:pt x="22" y="264"/>
                      </a:lnTo>
                      <a:lnTo>
                        <a:pt x="33" y="272"/>
                      </a:lnTo>
                      <a:lnTo>
                        <a:pt x="26" y="256"/>
                      </a:lnTo>
                      <a:lnTo>
                        <a:pt x="37" y="260"/>
                      </a:lnTo>
                      <a:lnTo>
                        <a:pt x="47" y="287"/>
                      </a:lnTo>
                      <a:lnTo>
                        <a:pt x="96" y="337"/>
                      </a:lnTo>
                      <a:lnTo>
                        <a:pt x="44" y="279"/>
                      </a:lnTo>
                      <a:lnTo>
                        <a:pt x="33" y="256"/>
                      </a:lnTo>
                      <a:lnTo>
                        <a:pt x="29" y="245"/>
                      </a:lnTo>
                      <a:lnTo>
                        <a:pt x="40" y="256"/>
                      </a:lnTo>
                      <a:lnTo>
                        <a:pt x="33" y="230"/>
                      </a:lnTo>
                      <a:lnTo>
                        <a:pt x="40" y="233"/>
                      </a:lnTo>
                      <a:lnTo>
                        <a:pt x="45" y="246"/>
                      </a:lnTo>
                      <a:lnTo>
                        <a:pt x="116" y="287"/>
                      </a:lnTo>
                      <a:lnTo>
                        <a:pt x="78" y="263"/>
                      </a:lnTo>
                      <a:lnTo>
                        <a:pt x="56" y="250"/>
                      </a:lnTo>
                      <a:lnTo>
                        <a:pt x="50" y="245"/>
                      </a:lnTo>
                      <a:lnTo>
                        <a:pt x="34" y="218"/>
                      </a:lnTo>
                      <a:lnTo>
                        <a:pt x="40" y="223"/>
                      </a:lnTo>
                      <a:lnTo>
                        <a:pt x="37" y="207"/>
                      </a:lnTo>
                      <a:lnTo>
                        <a:pt x="35" y="209"/>
                      </a:lnTo>
                      <a:lnTo>
                        <a:pt x="50" y="217"/>
                      </a:lnTo>
                      <a:lnTo>
                        <a:pt x="40" y="199"/>
                      </a:lnTo>
                      <a:lnTo>
                        <a:pt x="51" y="203"/>
                      </a:lnTo>
                      <a:lnTo>
                        <a:pt x="77" y="211"/>
                      </a:lnTo>
                      <a:lnTo>
                        <a:pt x="107" y="226"/>
                      </a:lnTo>
                      <a:lnTo>
                        <a:pt x="179" y="283"/>
                      </a:lnTo>
                      <a:lnTo>
                        <a:pt x="86" y="215"/>
                      </a:lnTo>
                      <a:lnTo>
                        <a:pt x="51" y="199"/>
                      </a:lnTo>
                      <a:lnTo>
                        <a:pt x="42" y="185"/>
                      </a:lnTo>
                      <a:lnTo>
                        <a:pt x="56" y="192"/>
                      </a:lnTo>
                      <a:lnTo>
                        <a:pt x="40" y="164"/>
                      </a:lnTo>
                      <a:lnTo>
                        <a:pt x="51" y="166"/>
                      </a:lnTo>
                      <a:lnTo>
                        <a:pt x="44" y="152"/>
                      </a:lnTo>
                      <a:lnTo>
                        <a:pt x="45" y="149"/>
                      </a:lnTo>
                      <a:lnTo>
                        <a:pt x="59" y="161"/>
                      </a:lnTo>
                      <a:lnTo>
                        <a:pt x="45" y="141"/>
                      </a:lnTo>
                      <a:lnTo>
                        <a:pt x="56" y="141"/>
                      </a:lnTo>
                      <a:lnTo>
                        <a:pt x="44" y="127"/>
                      </a:lnTo>
                      <a:lnTo>
                        <a:pt x="51" y="127"/>
                      </a:lnTo>
                      <a:lnTo>
                        <a:pt x="44" y="119"/>
                      </a:lnTo>
                      <a:lnTo>
                        <a:pt x="54" y="119"/>
                      </a:lnTo>
                      <a:lnTo>
                        <a:pt x="77" y="136"/>
                      </a:lnTo>
                      <a:lnTo>
                        <a:pt x="113" y="156"/>
                      </a:lnTo>
                      <a:lnTo>
                        <a:pt x="150" y="173"/>
                      </a:lnTo>
                      <a:lnTo>
                        <a:pt x="182" y="185"/>
                      </a:lnTo>
                      <a:lnTo>
                        <a:pt x="104" y="149"/>
                      </a:lnTo>
                      <a:lnTo>
                        <a:pt x="86" y="139"/>
                      </a:lnTo>
                      <a:lnTo>
                        <a:pt x="59" y="124"/>
                      </a:lnTo>
                      <a:lnTo>
                        <a:pt x="54" y="119"/>
                      </a:lnTo>
                      <a:lnTo>
                        <a:pt x="47" y="104"/>
                      </a:lnTo>
                      <a:lnTo>
                        <a:pt x="58" y="108"/>
                      </a:lnTo>
                      <a:lnTo>
                        <a:pt x="45" y="84"/>
                      </a:lnTo>
                      <a:lnTo>
                        <a:pt x="53" y="84"/>
                      </a:lnTo>
                      <a:lnTo>
                        <a:pt x="44" y="67"/>
                      </a:lnTo>
                      <a:lnTo>
                        <a:pt x="54" y="67"/>
                      </a:lnTo>
                      <a:lnTo>
                        <a:pt x="61" y="75"/>
                      </a:lnTo>
                      <a:lnTo>
                        <a:pt x="86" y="87"/>
                      </a:lnTo>
                      <a:lnTo>
                        <a:pt x="158" y="116"/>
                      </a:lnTo>
                      <a:lnTo>
                        <a:pt x="79" y="81"/>
                      </a:lnTo>
                      <a:lnTo>
                        <a:pt x="61" y="73"/>
                      </a:lnTo>
                      <a:lnTo>
                        <a:pt x="58" y="67"/>
                      </a:lnTo>
                      <a:lnTo>
                        <a:pt x="47" y="55"/>
                      </a:lnTo>
                      <a:lnTo>
                        <a:pt x="54" y="59"/>
                      </a:lnTo>
                      <a:lnTo>
                        <a:pt x="37" y="43"/>
                      </a:lnTo>
                      <a:lnTo>
                        <a:pt x="44" y="48"/>
                      </a:lnTo>
                      <a:lnTo>
                        <a:pt x="60" y="47"/>
                      </a:lnTo>
                      <a:lnTo>
                        <a:pt x="107" y="68"/>
                      </a:lnTo>
                      <a:lnTo>
                        <a:pt x="58" y="48"/>
                      </a:lnTo>
                      <a:lnTo>
                        <a:pt x="44" y="32"/>
                      </a:lnTo>
                      <a:lnTo>
                        <a:pt x="58" y="32"/>
                      </a:lnTo>
                      <a:lnTo>
                        <a:pt x="118" y="32"/>
                      </a:lnTo>
                      <a:lnTo>
                        <a:pt x="204" y="16"/>
                      </a:lnTo>
                      <a:lnTo>
                        <a:pt x="150" y="28"/>
                      </a:lnTo>
                      <a:lnTo>
                        <a:pt x="76" y="35"/>
                      </a:lnTo>
                      <a:lnTo>
                        <a:pt x="54" y="32"/>
                      </a:lnTo>
                      <a:lnTo>
                        <a:pt x="47" y="24"/>
                      </a:lnTo>
                      <a:lnTo>
                        <a:pt x="40" y="13"/>
                      </a:lnTo>
                      <a:lnTo>
                        <a:pt x="24" y="0"/>
                      </a:lnTo>
                      <a:lnTo>
                        <a:pt x="19" y="5"/>
                      </a:lnTo>
                      <a:lnTo>
                        <a:pt x="15" y="1"/>
                      </a:lnTo>
                      <a:lnTo>
                        <a:pt x="0" y="381"/>
                      </a:lnTo>
                    </a:path>
                  </a:pathLst>
                </a:custGeom>
                <a:solidFill>
                  <a:srgbClr val="CEDA9D"/>
                </a:solidFill>
                <a:ln w="9525" cap="rnd">
                  <a:noFill/>
                  <a:round/>
                </a:ln>
                <a:effectLst/>
              </p:spPr>
              <p:txBody>
                <a:bodyPr/>
                <a:lstStyle/>
                <a:p>
                  <a:endParaRPr lang="zh-CN" altLang="en-US"/>
                </a:p>
              </p:txBody>
            </p:sp>
          </p:grpSp>
          <p:sp>
            <p:nvSpPr>
              <p:cNvPr id="1087" name="Freeform 63"/>
              <p:cNvSpPr/>
              <p:nvPr/>
            </p:nvSpPr>
            <p:spPr bwMode="ltGray">
              <a:xfrm>
                <a:off x="670" y="3640"/>
                <a:ext cx="52" cy="336"/>
              </a:xfrm>
              <a:custGeom>
                <a:avLst/>
                <a:gdLst/>
                <a:ahLst/>
                <a:cxnLst>
                  <a:cxn ang="0">
                    <a:pos x="10" y="0"/>
                  </a:cxn>
                  <a:cxn ang="0">
                    <a:pos x="20" y="25"/>
                  </a:cxn>
                  <a:cxn ang="0">
                    <a:pos x="30" y="65"/>
                  </a:cxn>
                  <a:cxn ang="0">
                    <a:pos x="40" y="122"/>
                  </a:cxn>
                  <a:cxn ang="0">
                    <a:pos x="51" y="193"/>
                  </a:cxn>
                  <a:cxn ang="0">
                    <a:pos x="51" y="269"/>
                  </a:cxn>
                  <a:cxn ang="0">
                    <a:pos x="45" y="335"/>
                  </a:cxn>
                  <a:cxn ang="0">
                    <a:pos x="40" y="335"/>
                  </a:cxn>
                  <a:cxn ang="0">
                    <a:pos x="45" y="269"/>
                  </a:cxn>
                  <a:cxn ang="0">
                    <a:pos x="45" y="213"/>
                  </a:cxn>
                  <a:cxn ang="0">
                    <a:pos x="35" y="152"/>
                  </a:cxn>
                  <a:cxn ang="0">
                    <a:pos x="20" y="91"/>
                  </a:cxn>
                  <a:cxn ang="0">
                    <a:pos x="0" y="15"/>
                  </a:cxn>
                  <a:cxn ang="0">
                    <a:pos x="10" y="0"/>
                  </a:cxn>
                </a:cxnLst>
                <a:rect l="0" t="0" r="r" b="b"/>
                <a:pathLst>
                  <a:path w="52" h="336">
                    <a:moveTo>
                      <a:pt x="10" y="0"/>
                    </a:moveTo>
                    <a:lnTo>
                      <a:pt x="20" y="25"/>
                    </a:lnTo>
                    <a:lnTo>
                      <a:pt x="30" y="65"/>
                    </a:lnTo>
                    <a:lnTo>
                      <a:pt x="40" y="122"/>
                    </a:lnTo>
                    <a:lnTo>
                      <a:pt x="51" y="193"/>
                    </a:lnTo>
                    <a:lnTo>
                      <a:pt x="51" y="269"/>
                    </a:lnTo>
                    <a:lnTo>
                      <a:pt x="45" y="335"/>
                    </a:lnTo>
                    <a:lnTo>
                      <a:pt x="40" y="335"/>
                    </a:lnTo>
                    <a:lnTo>
                      <a:pt x="45" y="269"/>
                    </a:lnTo>
                    <a:lnTo>
                      <a:pt x="45" y="213"/>
                    </a:lnTo>
                    <a:lnTo>
                      <a:pt x="35" y="152"/>
                    </a:lnTo>
                    <a:lnTo>
                      <a:pt x="20" y="91"/>
                    </a:lnTo>
                    <a:lnTo>
                      <a:pt x="0" y="15"/>
                    </a:lnTo>
                    <a:lnTo>
                      <a:pt x="10" y="0"/>
                    </a:lnTo>
                  </a:path>
                </a:pathLst>
              </a:custGeom>
              <a:solidFill>
                <a:srgbClr val="CEDA9D"/>
              </a:solidFill>
              <a:ln w="9525" cap="rnd">
                <a:noFill/>
                <a:round/>
              </a:ln>
              <a:effectLst/>
            </p:spPr>
            <p:txBody>
              <a:bodyPr/>
              <a:lstStyle/>
              <a:p>
                <a:endParaRPr lang="zh-CN" altLang="en-US"/>
              </a:p>
            </p:txBody>
          </p:sp>
          <p:sp>
            <p:nvSpPr>
              <p:cNvPr id="1088" name="Freeform 64"/>
              <p:cNvSpPr/>
              <p:nvPr/>
            </p:nvSpPr>
            <p:spPr bwMode="ltGray">
              <a:xfrm>
                <a:off x="493" y="3974"/>
                <a:ext cx="138" cy="162"/>
              </a:xfrm>
              <a:custGeom>
                <a:avLst/>
                <a:gdLst/>
                <a:ahLst/>
                <a:cxnLst>
                  <a:cxn ang="0">
                    <a:pos x="137" y="161"/>
                  </a:cxn>
                  <a:cxn ang="0">
                    <a:pos x="116" y="125"/>
                  </a:cxn>
                  <a:cxn ang="0">
                    <a:pos x="99" y="85"/>
                  </a:cxn>
                  <a:cxn ang="0">
                    <a:pos x="90" y="68"/>
                  </a:cxn>
                  <a:cxn ang="0">
                    <a:pos x="77" y="48"/>
                  </a:cxn>
                  <a:cxn ang="0">
                    <a:pos x="61" y="27"/>
                  </a:cxn>
                  <a:cxn ang="0">
                    <a:pos x="49" y="13"/>
                  </a:cxn>
                  <a:cxn ang="0">
                    <a:pos x="39" y="7"/>
                  </a:cxn>
                  <a:cxn ang="0">
                    <a:pos x="27" y="2"/>
                  </a:cxn>
                  <a:cxn ang="0">
                    <a:pos x="12" y="0"/>
                  </a:cxn>
                  <a:cxn ang="0">
                    <a:pos x="6" y="4"/>
                  </a:cxn>
                  <a:cxn ang="0">
                    <a:pos x="0" y="14"/>
                  </a:cxn>
                </a:cxnLst>
                <a:rect l="0" t="0" r="r" b="b"/>
                <a:pathLst>
                  <a:path w="138" h="162">
                    <a:moveTo>
                      <a:pt x="137" y="161"/>
                    </a:moveTo>
                    <a:lnTo>
                      <a:pt x="116" y="125"/>
                    </a:lnTo>
                    <a:lnTo>
                      <a:pt x="99" y="85"/>
                    </a:lnTo>
                    <a:lnTo>
                      <a:pt x="90" y="68"/>
                    </a:lnTo>
                    <a:lnTo>
                      <a:pt x="77" y="48"/>
                    </a:lnTo>
                    <a:lnTo>
                      <a:pt x="61" y="27"/>
                    </a:lnTo>
                    <a:lnTo>
                      <a:pt x="49" y="13"/>
                    </a:lnTo>
                    <a:lnTo>
                      <a:pt x="39" y="7"/>
                    </a:lnTo>
                    <a:lnTo>
                      <a:pt x="27" y="2"/>
                    </a:lnTo>
                    <a:lnTo>
                      <a:pt x="12" y="0"/>
                    </a:lnTo>
                    <a:lnTo>
                      <a:pt x="6" y="4"/>
                    </a:lnTo>
                    <a:lnTo>
                      <a:pt x="0" y="14"/>
                    </a:lnTo>
                  </a:path>
                </a:pathLst>
              </a:custGeom>
              <a:solidFill>
                <a:srgbClr val="CEDA9D"/>
              </a:solidFill>
              <a:ln w="9525" cap="rnd">
                <a:noFill/>
                <a:round/>
                <a:headEnd type="none" w="sm" len="sm"/>
                <a:tailEnd type="none" w="sm" len="sm"/>
              </a:ln>
              <a:effectLst/>
            </p:spPr>
            <p:txBody>
              <a:bodyPr/>
              <a:lstStyle/>
              <a:p>
                <a:endParaRPr lang="zh-CN" altLang="en-US"/>
              </a:p>
            </p:txBody>
          </p:sp>
          <p:sp>
            <p:nvSpPr>
              <p:cNvPr id="1089" name="Freeform 65"/>
              <p:cNvSpPr/>
              <p:nvPr/>
            </p:nvSpPr>
            <p:spPr bwMode="ltGray">
              <a:xfrm>
                <a:off x="606" y="3386"/>
                <a:ext cx="427" cy="577"/>
              </a:xfrm>
              <a:custGeom>
                <a:avLst/>
                <a:gdLst/>
                <a:ahLst/>
                <a:cxnLst>
                  <a:cxn ang="0">
                    <a:pos x="287" y="6"/>
                  </a:cxn>
                  <a:cxn ang="0">
                    <a:pos x="275" y="24"/>
                  </a:cxn>
                  <a:cxn ang="0">
                    <a:pos x="181" y="21"/>
                  </a:cxn>
                  <a:cxn ang="0">
                    <a:pos x="218" y="28"/>
                  </a:cxn>
                  <a:cxn ang="0">
                    <a:pos x="259" y="39"/>
                  </a:cxn>
                  <a:cxn ang="0">
                    <a:pos x="169" y="54"/>
                  </a:cxn>
                  <a:cxn ang="0">
                    <a:pos x="238" y="58"/>
                  </a:cxn>
                  <a:cxn ang="0">
                    <a:pos x="245" y="76"/>
                  </a:cxn>
                  <a:cxn ang="0">
                    <a:pos x="43" y="157"/>
                  </a:cxn>
                  <a:cxn ang="0">
                    <a:pos x="230" y="97"/>
                  </a:cxn>
                  <a:cxn ang="0">
                    <a:pos x="190" y="130"/>
                  </a:cxn>
                  <a:cxn ang="0">
                    <a:pos x="215" y="134"/>
                  </a:cxn>
                  <a:cxn ang="0">
                    <a:pos x="181" y="179"/>
                  </a:cxn>
                  <a:cxn ang="0">
                    <a:pos x="106" y="229"/>
                  </a:cxn>
                  <a:cxn ang="0">
                    <a:pos x="190" y="192"/>
                  </a:cxn>
                  <a:cxn ang="0">
                    <a:pos x="121" y="265"/>
                  </a:cxn>
                  <a:cxn ang="0">
                    <a:pos x="184" y="218"/>
                  </a:cxn>
                  <a:cxn ang="0">
                    <a:pos x="199" y="218"/>
                  </a:cxn>
                  <a:cxn ang="0">
                    <a:pos x="174" y="260"/>
                  </a:cxn>
                  <a:cxn ang="0">
                    <a:pos x="195" y="260"/>
                  </a:cxn>
                  <a:cxn ang="0">
                    <a:pos x="155" y="310"/>
                  </a:cxn>
                  <a:cxn ang="0">
                    <a:pos x="177" y="298"/>
                  </a:cxn>
                  <a:cxn ang="0">
                    <a:pos x="158" y="344"/>
                  </a:cxn>
                  <a:cxn ang="0">
                    <a:pos x="174" y="329"/>
                  </a:cxn>
                  <a:cxn ang="0">
                    <a:pos x="193" y="325"/>
                  </a:cxn>
                  <a:cxn ang="0">
                    <a:pos x="181" y="359"/>
                  </a:cxn>
                  <a:cxn ang="0">
                    <a:pos x="141" y="423"/>
                  </a:cxn>
                  <a:cxn ang="0">
                    <a:pos x="193" y="374"/>
                  </a:cxn>
                  <a:cxn ang="0">
                    <a:pos x="204" y="365"/>
                  </a:cxn>
                  <a:cxn ang="0">
                    <a:pos x="202" y="418"/>
                  </a:cxn>
                  <a:cxn ang="0">
                    <a:pos x="218" y="444"/>
                  </a:cxn>
                  <a:cxn ang="0">
                    <a:pos x="225" y="414"/>
                  </a:cxn>
                  <a:cxn ang="0">
                    <a:pos x="376" y="494"/>
                  </a:cxn>
                  <a:cxn ang="0">
                    <a:pos x="238" y="378"/>
                  </a:cxn>
                  <a:cxn ang="0">
                    <a:pos x="268" y="402"/>
                  </a:cxn>
                  <a:cxn ang="0">
                    <a:pos x="228" y="339"/>
                  </a:cxn>
                  <a:cxn ang="0">
                    <a:pos x="394" y="390"/>
                  </a:cxn>
                  <a:cxn ang="0">
                    <a:pos x="228" y="319"/>
                  </a:cxn>
                  <a:cxn ang="0">
                    <a:pos x="251" y="302"/>
                  </a:cxn>
                  <a:cxn ang="0">
                    <a:pos x="232" y="277"/>
                  </a:cxn>
                  <a:cxn ang="0">
                    <a:pos x="259" y="277"/>
                  </a:cxn>
                  <a:cxn ang="0">
                    <a:pos x="333" y="326"/>
                  </a:cxn>
                  <a:cxn ang="0">
                    <a:pos x="262" y="232"/>
                  </a:cxn>
                  <a:cxn ang="0">
                    <a:pos x="248" y="198"/>
                  </a:cxn>
                  <a:cxn ang="0">
                    <a:pos x="268" y="192"/>
                  </a:cxn>
                  <a:cxn ang="0">
                    <a:pos x="264" y="159"/>
                  </a:cxn>
                  <a:cxn ang="0">
                    <a:pos x="273" y="155"/>
                  </a:cxn>
                  <a:cxn ang="0">
                    <a:pos x="324" y="185"/>
                  </a:cxn>
                  <a:cxn ang="0">
                    <a:pos x="284" y="137"/>
                  </a:cxn>
                  <a:cxn ang="0">
                    <a:pos x="287" y="96"/>
                  </a:cxn>
                  <a:cxn ang="0">
                    <a:pos x="284" y="73"/>
                  </a:cxn>
                  <a:cxn ang="0">
                    <a:pos x="327" y="72"/>
                  </a:cxn>
                  <a:cxn ang="0">
                    <a:pos x="317" y="39"/>
                  </a:cxn>
                  <a:cxn ang="0">
                    <a:pos x="336" y="30"/>
                  </a:cxn>
                  <a:cxn ang="0">
                    <a:pos x="330" y="0"/>
                  </a:cxn>
                </a:cxnLst>
                <a:rect l="0" t="0" r="r" b="b"/>
                <a:pathLst>
                  <a:path w="427" h="577">
                    <a:moveTo>
                      <a:pt x="330" y="0"/>
                    </a:moveTo>
                    <a:lnTo>
                      <a:pt x="313" y="2"/>
                    </a:lnTo>
                    <a:lnTo>
                      <a:pt x="287" y="6"/>
                    </a:lnTo>
                    <a:lnTo>
                      <a:pt x="305" y="9"/>
                    </a:lnTo>
                    <a:lnTo>
                      <a:pt x="290" y="16"/>
                    </a:lnTo>
                    <a:lnTo>
                      <a:pt x="275" y="24"/>
                    </a:lnTo>
                    <a:lnTo>
                      <a:pt x="253" y="27"/>
                    </a:lnTo>
                    <a:lnTo>
                      <a:pt x="218" y="26"/>
                    </a:lnTo>
                    <a:lnTo>
                      <a:pt x="181" y="21"/>
                    </a:lnTo>
                    <a:lnTo>
                      <a:pt x="84" y="26"/>
                    </a:lnTo>
                    <a:lnTo>
                      <a:pt x="177" y="23"/>
                    </a:lnTo>
                    <a:lnTo>
                      <a:pt x="218" y="28"/>
                    </a:lnTo>
                    <a:lnTo>
                      <a:pt x="253" y="27"/>
                    </a:lnTo>
                    <a:lnTo>
                      <a:pt x="275" y="32"/>
                    </a:lnTo>
                    <a:lnTo>
                      <a:pt x="259" y="39"/>
                    </a:lnTo>
                    <a:lnTo>
                      <a:pt x="270" y="42"/>
                    </a:lnTo>
                    <a:lnTo>
                      <a:pt x="238" y="55"/>
                    </a:lnTo>
                    <a:lnTo>
                      <a:pt x="169" y="54"/>
                    </a:lnTo>
                    <a:lnTo>
                      <a:pt x="79" y="100"/>
                    </a:lnTo>
                    <a:lnTo>
                      <a:pt x="169" y="55"/>
                    </a:lnTo>
                    <a:lnTo>
                      <a:pt x="238" y="58"/>
                    </a:lnTo>
                    <a:lnTo>
                      <a:pt x="259" y="60"/>
                    </a:lnTo>
                    <a:lnTo>
                      <a:pt x="222" y="76"/>
                    </a:lnTo>
                    <a:lnTo>
                      <a:pt x="245" y="76"/>
                    </a:lnTo>
                    <a:lnTo>
                      <a:pt x="204" y="93"/>
                    </a:lnTo>
                    <a:lnTo>
                      <a:pt x="128" y="116"/>
                    </a:lnTo>
                    <a:lnTo>
                      <a:pt x="43" y="157"/>
                    </a:lnTo>
                    <a:lnTo>
                      <a:pt x="131" y="119"/>
                    </a:lnTo>
                    <a:lnTo>
                      <a:pt x="207" y="96"/>
                    </a:lnTo>
                    <a:lnTo>
                      <a:pt x="230" y="97"/>
                    </a:lnTo>
                    <a:lnTo>
                      <a:pt x="195" y="111"/>
                    </a:lnTo>
                    <a:lnTo>
                      <a:pt x="218" y="114"/>
                    </a:lnTo>
                    <a:lnTo>
                      <a:pt x="190" y="130"/>
                    </a:lnTo>
                    <a:lnTo>
                      <a:pt x="8" y="270"/>
                    </a:lnTo>
                    <a:lnTo>
                      <a:pt x="190" y="134"/>
                    </a:lnTo>
                    <a:lnTo>
                      <a:pt x="215" y="134"/>
                    </a:lnTo>
                    <a:lnTo>
                      <a:pt x="187" y="155"/>
                    </a:lnTo>
                    <a:lnTo>
                      <a:pt x="207" y="154"/>
                    </a:lnTo>
                    <a:lnTo>
                      <a:pt x="181" y="179"/>
                    </a:lnTo>
                    <a:lnTo>
                      <a:pt x="106" y="228"/>
                    </a:lnTo>
                    <a:lnTo>
                      <a:pt x="28" y="296"/>
                    </a:lnTo>
                    <a:lnTo>
                      <a:pt x="106" y="229"/>
                    </a:lnTo>
                    <a:lnTo>
                      <a:pt x="184" y="182"/>
                    </a:lnTo>
                    <a:lnTo>
                      <a:pt x="207" y="174"/>
                    </a:lnTo>
                    <a:lnTo>
                      <a:pt x="190" y="192"/>
                    </a:lnTo>
                    <a:lnTo>
                      <a:pt x="204" y="190"/>
                    </a:lnTo>
                    <a:lnTo>
                      <a:pt x="181" y="216"/>
                    </a:lnTo>
                    <a:lnTo>
                      <a:pt x="121" y="265"/>
                    </a:lnTo>
                    <a:lnTo>
                      <a:pt x="0" y="331"/>
                    </a:lnTo>
                    <a:lnTo>
                      <a:pt x="118" y="267"/>
                    </a:lnTo>
                    <a:lnTo>
                      <a:pt x="184" y="218"/>
                    </a:lnTo>
                    <a:lnTo>
                      <a:pt x="193" y="218"/>
                    </a:lnTo>
                    <a:lnTo>
                      <a:pt x="81" y="365"/>
                    </a:lnTo>
                    <a:lnTo>
                      <a:pt x="199" y="218"/>
                    </a:lnTo>
                    <a:lnTo>
                      <a:pt x="184" y="237"/>
                    </a:lnTo>
                    <a:lnTo>
                      <a:pt x="199" y="230"/>
                    </a:lnTo>
                    <a:lnTo>
                      <a:pt x="174" y="260"/>
                    </a:lnTo>
                    <a:lnTo>
                      <a:pt x="98" y="329"/>
                    </a:lnTo>
                    <a:lnTo>
                      <a:pt x="174" y="265"/>
                    </a:lnTo>
                    <a:lnTo>
                      <a:pt x="195" y="260"/>
                    </a:lnTo>
                    <a:lnTo>
                      <a:pt x="174" y="280"/>
                    </a:lnTo>
                    <a:lnTo>
                      <a:pt x="84" y="414"/>
                    </a:lnTo>
                    <a:lnTo>
                      <a:pt x="155" y="310"/>
                    </a:lnTo>
                    <a:lnTo>
                      <a:pt x="181" y="280"/>
                    </a:lnTo>
                    <a:lnTo>
                      <a:pt x="195" y="277"/>
                    </a:lnTo>
                    <a:lnTo>
                      <a:pt x="177" y="298"/>
                    </a:lnTo>
                    <a:lnTo>
                      <a:pt x="193" y="295"/>
                    </a:lnTo>
                    <a:lnTo>
                      <a:pt x="169" y="320"/>
                    </a:lnTo>
                    <a:lnTo>
                      <a:pt x="158" y="344"/>
                    </a:lnTo>
                    <a:lnTo>
                      <a:pt x="40" y="421"/>
                    </a:lnTo>
                    <a:lnTo>
                      <a:pt x="161" y="346"/>
                    </a:lnTo>
                    <a:lnTo>
                      <a:pt x="174" y="329"/>
                    </a:lnTo>
                    <a:lnTo>
                      <a:pt x="190" y="325"/>
                    </a:lnTo>
                    <a:lnTo>
                      <a:pt x="161" y="369"/>
                    </a:lnTo>
                    <a:lnTo>
                      <a:pt x="193" y="325"/>
                    </a:lnTo>
                    <a:lnTo>
                      <a:pt x="174" y="346"/>
                    </a:lnTo>
                    <a:lnTo>
                      <a:pt x="195" y="341"/>
                    </a:lnTo>
                    <a:lnTo>
                      <a:pt x="181" y="359"/>
                    </a:lnTo>
                    <a:lnTo>
                      <a:pt x="141" y="423"/>
                    </a:lnTo>
                    <a:lnTo>
                      <a:pt x="100" y="461"/>
                    </a:lnTo>
                    <a:lnTo>
                      <a:pt x="141" y="423"/>
                    </a:lnTo>
                    <a:lnTo>
                      <a:pt x="184" y="362"/>
                    </a:lnTo>
                    <a:lnTo>
                      <a:pt x="199" y="359"/>
                    </a:lnTo>
                    <a:lnTo>
                      <a:pt x="193" y="374"/>
                    </a:lnTo>
                    <a:lnTo>
                      <a:pt x="161" y="414"/>
                    </a:lnTo>
                    <a:lnTo>
                      <a:pt x="195" y="378"/>
                    </a:lnTo>
                    <a:lnTo>
                      <a:pt x="204" y="365"/>
                    </a:lnTo>
                    <a:lnTo>
                      <a:pt x="190" y="398"/>
                    </a:lnTo>
                    <a:lnTo>
                      <a:pt x="207" y="392"/>
                    </a:lnTo>
                    <a:lnTo>
                      <a:pt x="202" y="418"/>
                    </a:lnTo>
                    <a:lnTo>
                      <a:pt x="213" y="406"/>
                    </a:lnTo>
                    <a:lnTo>
                      <a:pt x="222" y="416"/>
                    </a:lnTo>
                    <a:lnTo>
                      <a:pt x="218" y="444"/>
                    </a:lnTo>
                    <a:lnTo>
                      <a:pt x="144" y="576"/>
                    </a:lnTo>
                    <a:lnTo>
                      <a:pt x="225" y="444"/>
                    </a:lnTo>
                    <a:lnTo>
                      <a:pt x="225" y="414"/>
                    </a:lnTo>
                    <a:lnTo>
                      <a:pt x="225" y="396"/>
                    </a:lnTo>
                    <a:lnTo>
                      <a:pt x="243" y="406"/>
                    </a:lnTo>
                    <a:lnTo>
                      <a:pt x="376" y="494"/>
                    </a:lnTo>
                    <a:lnTo>
                      <a:pt x="235" y="398"/>
                    </a:lnTo>
                    <a:lnTo>
                      <a:pt x="225" y="374"/>
                    </a:lnTo>
                    <a:lnTo>
                      <a:pt x="238" y="378"/>
                    </a:lnTo>
                    <a:lnTo>
                      <a:pt x="218" y="349"/>
                    </a:lnTo>
                    <a:lnTo>
                      <a:pt x="235" y="360"/>
                    </a:lnTo>
                    <a:lnTo>
                      <a:pt x="268" y="402"/>
                    </a:lnTo>
                    <a:lnTo>
                      <a:pt x="238" y="357"/>
                    </a:lnTo>
                    <a:lnTo>
                      <a:pt x="225" y="339"/>
                    </a:lnTo>
                    <a:lnTo>
                      <a:pt x="228" y="339"/>
                    </a:lnTo>
                    <a:lnTo>
                      <a:pt x="245" y="349"/>
                    </a:lnTo>
                    <a:lnTo>
                      <a:pt x="278" y="372"/>
                    </a:lnTo>
                    <a:lnTo>
                      <a:pt x="394" y="390"/>
                    </a:lnTo>
                    <a:lnTo>
                      <a:pt x="275" y="369"/>
                    </a:lnTo>
                    <a:lnTo>
                      <a:pt x="238" y="341"/>
                    </a:lnTo>
                    <a:lnTo>
                      <a:pt x="228" y="319"/>
                    </a:lnTo>
                    <a:lnTo>
                      <a:pt x="245" y="319"/>
                    </a:lnTo>
                    <a:lnTo>
                      <a:pt x="228" y="298"/>
                    </a:lnTo>
                    <a:lnTo>
                      <a:pt x="251" y="302"/>
                    </a:lnTo>
                    <a:lnTo>
                      <a:pt x="330" y="344"/>
                    </a:lnTo>
                    <a:lnTo>
                      <a:pt x="251" y="301"/>
                    </a:lnTo>
                    <a:lnTo>
                      <a:pt x="232" y="277"/>
                    </a:lnTo>
                    <a:lnTo>
                      <a:pt x="253" y="283"/>
                    </a:lnTo>
                    <a:lnTo>
                      <a:pt x="238" y="264"/>
                    </a:lnTo>
                    <a:lnTo>
                      <a:pt x="259" y="277"/>
                    </a:lnTo>
                    <a:lnTo>
                      <a:pt x="245" y="247"/>
                    </a:lnTo>
                    <a:lnTo>
                      <a:pt x="262" y="262"/>
                    </a:lnTo>
                    <a:lnTo>
                      <a:pt x="333" y="326"/>
                    </a:lnTo>
                    <a:lnTo>
                      <a:pt x="259" y="262"/>
                    </a:lnTo>
                    <a:lnTo>
                      <a:pt x="243" y="225"/>
                    </a:lnTo>
                    <a:lnTo>
                      <a:pt x="262" y="232"/>
                    </a:lnTo>
                    <a:lnTo>
                      <a:pt x="379" y="268"/>
                    </a:lnTo>
                    <a:lnTo>
                      <a:pt x="262" y="230"/>
                    </a:lnTo>
                    <a:lnTo>
                      <a:pt x="248" y="198"/>
                    </a:lnTo>
                    <a:lnTo>
                      <a:pt x="264" y="203"/>
                    </a:lnTo>
                    <a:lnTo>
                      <a:pt x="251" y="185"/>
                    </a:lnTo>
                    <a:lnTo>
                      <a:pt x="268" y="192"/>
                    </a:lnTo>
                    <a:lnTo>
                      <a:pt x="322" y="281"/>
                    </a:lnTo>
                    <a:lnTo>
                      <a:pt x="264" y="183"/>
                    </a:lnTo>
                    <a:lnTo>
                      <a:pt x="264" y="159"/>
                    </a:lnTo>
                    <a:lnTo>
                      <a:pt x="281" y="170"/>
                    </a:lnTo>
                    <a:lnTo>
                      <a:pt x="317" y="221"/>
                    </a:lnTo>
                    <a:lnTo>
                      <a:pt x="273" y="155"/>
                    </a:lnTo>
                    <a:lnTo>
                      <a:pt x="268" y="134"/>
                    </a:lnTo>
                    <a:lnTo>
                      <a:pt x="281" y="144"/>
                    </a:lnTo>
                    <a:lnTo>
                      <a:pt x="324" y="185"/>
                    </a:lnTo>
                    <a:lnTo>
                      <a:pt x="426" y="208"/>
                    </a:lnTo>
                    <a:lnTo>
                      <a:pt x="322" y="182"/>
                    </a:lnTo>
                    <a:lnTo>
                      <a:pt x="284" y="137"/>
                    </a:lnTo>
                    <a:lnTo>
                      <a:pt x="278" y="109"/>
                    </a:lnTo>
                    <a:lnTo>
                      <a:pt x="295" y="122"/>
                    </a:lnTo>
                    <a:lnTo>
                      <a:pt x="287" y="96"/>
                    </a:lnTo>
                    <a:lnTo>
                      <a:pt x="354" y="165"/>
                    </a:lnTo>
                    <a:lnTo>
                      <a:pt x="290" y="93"/>
                    </a:lnTo>
                    <a:lnTo>
                      <a:pt x="284" y="73"/>
                    </a:lnTo>
                    <a:lnTo>
                      <a:pt x="305" y="88"/>
                    </a:lnTo>
                    <a:lnTo>
                      <a:pt x="302" y="57"/>
                    </a:lnTo>
                    <a:lnTo>
                      <a:pt x="327" y="72"/>
                    </a:lnTo>
                    <a:lnTo>
                      <a:pt x="420" y="127"/>
                    </a:lnTo>
                    <a:lnTo>
                      <a:pt x="327" y="70"/>
                    </a:lnTo>
                    <a:lnTo>
                      <a:pt x="317" y="39"/>
                    </a:lnTo>
                    <a:lnTo>
                      <a:pt x="330" y="46"/>
                    </a:lnTo>
                    <a:lnTo>
                      <a:pt x="322" y="24"/>
                    </a:lnTo>
                    <a:lnTo>
                      <a:pt x="336" y="30"/>
                    </a:lnTo>
                    <a:lnTo>
                      <a:pt x="339" y="12"/>
                    </a:lnTo>
                    <a:lnTo>
                      <a:pt x="336" y="5"/>
                    </a:lnTo>
                    <a:lnTo>
                      <a:pt x="330" y="0"/>
                    </a:lnTo>
                  </a:path>
                </a:pathLst>
              </a:custGeom>
              <a:solidFill>
                <a:srgbClr val="CEDA9D"/>
              </a:solidFill>
              <a:ln w="9525" cap="rnd">
                <a:noFill/>
                <a:round/>
              </a:ln>
              <a:effectLst/>
            </p:spPr>
            <p:txBody>
              <a:bodyPr/>
              <a:lstStyle/>
              <a:p>
                <a:endParaRPr lang="zh-CN" altLang="en-US"/>
              </a:p>
            </p:txBody>
          </p:sp>
          <p:sp>
            <p:nvSpPr>
              <p:cNvPr id="1090" name="Freeform 66"/>
              <p:cNvSpPr/>
              <p:nvPr/>
            </p:nvSpPr>
            <p:spPr bwMode="ltGray">
              <a:xfrm>
                <a:off x="877" y="3692"/>
                <a:ext cx="158" cy="263"/>
              </a:xfrm>
              <a:custGeom>
                <a:avLst/>
                <a:gdLst/>
                <a:ahLst/>
                <a:cxnLst>
                  <a:cxn ang="0">
                    <a:pos x="157" y="94"/>
                  </a:cxn>
                  <a:cxn ang="0">
                    <a:pos x="140" y="9"/>
                  </a:cxn>
                  <a:cxn ang="0">
                    <a:pos x="119" y="1"/>
                  </a:cxn>
                  <a:cxn ang="0">
                    <a:pos x="102" y="0"/>
                  </a:cxn>
                  <a:cxn ang="0">
                    <a:pos x="75" y="3"/>
                  </a:cxn>
                  <a:cxn ang="0">
                    <a:pos x="59" y="13"/>
                  </a:cxn>
                  <a:cxn ang="0">
                    <a:pos x="40" y="26"/>
                  </a:cxn>
                  <a:cxn ang="0">
                    <a:pos x="22" y="49"/>
                  </a:cxn>
                  <a:cxn ang="0">
                    <a:pos x="12" y="82"/>
                  </a:cxn>
                  <a:cxn ang="0">
                    <a:pos x="7" y="110"/>
                  </a:cxn>
                  <a:cxn ang="0">
                    <a:pos x="0" y="149"/>
                  </a:cxn>
                  <a:cxn ang="0">
                    <a:pos x="0" y="174"/>
                  </a:cxn>
                  <a:cxn ang="0">
                    <a:pos x="12" y="209"/>
                  </a:cxn>
                  <a:cxn ang="0">
                    <a:pos x="35" y="238"/>
                  </a:cxn>
                  <a:cxn ang="0">
                    <a:pos x="59" y="262"/>
                  </a:cxn>
                  <a:cxn ang="0">
                    <a:pos x="46" y="226"/>
                  </a:cxn>
                  <a:cxn ang="0">
                    <a:pos x="40" y="193"/>
                  </a:cxn>
                  <a:cxn ang="0">
                    <a:pos x="43" y="158"/>
                  </a:cxn>
                  <a:cxn ang="0">
                    <a:pos x="46" y="128"/>
                  </a:cxn>
                  <a:cxn ang="0">
                    <a:pos x="51" y="97"/>
                  </a:cxn>
                  <a:cxn ang="0">
                    <a:pos x="59" y="70"/>
                  </a:cxn>
                  <a:cxn ang="0">
                    <a:pos x="61" y="49"/>
                  </a:cxn>
                  <a:cxn ang="0">
                    <a:pos x="71" y="27"/>
                  </a:cxn>
                  <a:cxn ang="0">
                    <a:pos x="94" y="10"/>
                  </a:cxn>
                  <a:cxn ang="0">
                    <a:pos x="114" y="11"/>
                  </a:cxn>
                  <a:cxn ang="0">
                    <a:pos x="135" y="59"/>
                  </a:cxn>
                  <a:cxn ang="0">
                    <a:pos x="150" y="70"/>
                  </a:cxn>
                  <a:cxn ang="0">
                    <a:pos x="157" y="94"/>
                  </a:cxn>
                </a:cxnLst>
                <a:rect l="0" t="0" r="r" b="b"/>
                <a:pathLst>
                  <a:path w="158" h="263">
                    <a:moveTo>
                      <a:pt x="157" y="94"/>
                    </a:moveTo>
                    <a:lnTo>
                      <a:pt x="140" y="9"/>
                    </a:lnTo>
                    <a:lnTo>
                      <a:pt x="119" y="1"/>
                    </a:lnTo>
                    <a:lnTo>
                      <a:pt x="102" y="0"/>
                    </a:lnTo>
                    <a:lnTo>
                      <a:pt x="75" y="3"/>
                    </a:lnTo>
                    <a:lnTo>
                      <a:pt x="59" y="13"/>
                    </a:lnTo>
                    <a:lnTo>
                      <a:pt x="40" y="26"/>
                    </a:lnTo>
                    <a:lnTo>
                      <a:pt x="22" y="49"/>
                    </a:lnTo>
                    <a:lnTo>
                      <a:pt x="12" y="82"/>
                    </a:lnTo>
                    <a:lnTo>
                      <a:pt x="7" y="110"/>
                    </a:lnTo>
                    <a:lnTo>
                      <a:pt x="0" y="149"/>
                    </a:lnTo>
                    <a:lnTo>
                      <a:pt x="0" y="174"/>
                    </a:lnTo>
                    <a:lnTo>
                      <a:pt x="12" y="209"/>
                    </a:lnTo>
                    <a:lnTo>
                      <a:pt x="35" y="238"/>
                    </a:lnTo>
                    <a:lnTo>
                      <a:pt x="59" y="262"/>
                    </a:lnTo>
                    <a:lnTo>
                      <a:pt x="46" y="226"/>
                    </a:lnTo>
                    <a:lnTo>
                      <a:pt x="40" y="193"/>
                    </a:lnTo>
                    <a:lnTo>
                      <a:pt x="43" y="158"/>
                    </a:lnTo>
                    <a:lnTo>
                      <a:pt x="46" y="128"/>
                    </a:lnTo>
                    <a:lnTo>
                      <a:pt x="51" y="97"/>
                    </a:lnTo>
                    <a:lnTo>
                      <a:pt x="59" y="70"/>
                    </a:lnTo>
                    <a:lnTo>
                      <a:pt x="61" y="49"/>
                    </a:lnTo>
                    <a:lnTo>
                      <a:pt x="71" y="27"/>
                    </a:lnTo>
                    <a:lnTo>
                      <a:pt x="94" y="10"/>
                    </a:lnTo>
                    <a:lnTo>
                      <a:pt x="114" y="11"/>
                    </a:lnTo>
                    <a:lnTo>
                      <a:pt x="135" y="59"/>
                    </a:lnTo>
                    <a:lnTo>
                      <a:pt x="150" y="70"/>
                    </a:lnTo>
                    <a:lnTo>
                      <a:pt x="157" y="94"/>
                    </a:lnTo>
                  </a:path>
                </a:pathLst>
              </a:custGeom>
              <a:solidFill>
                <a:srgbClr val="CEDA9D"/>
              </a:solidFill>
              <a:ln w="9525" cap="rnd">
                <a:noFill/>
                <a:round/>
              </a:ln>
              <a:effectLst/>
            </p:spPr>
            <p:txBody>
              <a:bodyPr/>
              <a:lstStyle/>
              <a:p>
                <a:endParaRPr lang="zh-CN" altLang="en-US"/>
              </a:p>
            </p:txBody>
          </p:sp>
          <p:sp>
            <p:nvSpPr>
              <p:cNvPr id="1091" name="Freeform 67"/>
              <p:cNvSpPr/>
              <p:nvPr/>
            </p:nvSpPr>
            <p:spPr bwMode="ltGray">
              <a:xfrm>
                <a:off x="1002" y="3501"/>
                <a:ext cx="176" cy="322"/>
              </a:xfrm>
              <a:custGeom>
                <a:avLst/>
                <a:gdLst/>
                <a:ahLst/>
                <a:cxnLst>
                  <a:cxn ang="0">
                    <a:pos x="3" y="51"/>
                  </a:cxn>
                  <a:cxn ang="0">
                    <a:pos x="40" y="0"/>
                  </a:cxn>
                  <a:cxn ang="0">
                    <a:pos x="63" y="1"/>
                  </a:cxn>
                  <a:cxn ang="0">
                    <a:pos x="83" y="4"/>
                  </a:cxn>
                  <a:cxn ang="0">
                    <a:pos x="99" y="18"/>
                  </a:cxn>
                  <a:cxn ang="0">
                    <a:pos x="139" y="59"/>
                  </a:cxn>
                  <a:cxn ang="0">
                    <a:pos x="152" y="77"/>
                  </a:cxn>
                  <a:cxn ang="0">
                    <a:pos x="161" y="96"/>
                  </a:cxn>
                  <a:cxn ang="0">
                    <a:pos x="171" y="150"/>
                  </a:cxn>
                  <a:cxn ang="0">
                    <a:pos x="175" y="167"/>
                  </a:cxn>
                  <a:cxn ang="0">
                    <a:pos x="171" y="188"/>
                  </a:cxn>
                  <a:cxn ang="0">
                    <a:pos x="164" y="210"/>
                  </a:cxn>
                  <a:cxn ang="0">
                    <a:pos x="148" y="244"/>
                  </a:cxn>
                  <a:cxn ang="0">
                    <a:pos x="136" y="267"/>
                  </a:cxn>
                  <a:cxn ang="0">
                    <a:pos x="115" y="291"/>
                  </a:cxn>
                  <a:cxn ang="0">
                    <a:pos x="76" y="321"/>
                  </a:cxn>
                  <a:cxn ang="0">
                    <a:pos x="96" y="283"/>
                  </a:cxn>
                  <a:cxn ang="0">
                    <a:pos x="113" y="249"/>
                  </a:cxn>
                  <a:cxn ang="0">
                    <a:pos x="123" y="217"/>
                  </a:cxn>
                  <a:cxn ang="0">
                    <a:pos x="118" y="188"/>
                  </a:cxn>
                  <a:cxn ang="0">
                    <a:pos x="115" y="167"/>
                  </a:cxn>
                  <a:cxn ang="0">
                    <a:pos x="123" y="141"/>
                  </a:cxn>
                  <a:cxn ang="0">
                    <a:pos x="126" y="119"/>
                  </a:cxn>
                  <a:cxn ang="0">
                    <a:pos x="109" y="77"/>
                  </a:cxn>
                  <a:cxn ang="0">
                    <a:pos x="106" y="54"/>
                  </a:cxn>
                  <a:cxn ang="0">
                    <a:pos x="92" y="37"/>
                  </a:cxn>
                  <a:cxn ang="0">
                    <a:pos x="63" y="13"/>
                  </a:cxn>
                  <a:cxn ang="0">
                    <a:pos x="49" y="32"/>
                  </a:cxn>
                  <a:cxn ang="0">
                    <a:pos x="0" y="61"/>
                  </a:cxn>
                  <a:cxn ang="0">
                    <a:pos x="3" y="51"/>
                  </a:cxn>
                </a:cxnLst>
                <a:rect l="0" t="0" r="r" b="b"/>
                <a:pathLst>
                  <a:path w="176" h="322">
                    <a:moveTo>
                      <a:pt x="3" y="51"/>
                    </a:moveTo>
                    <a:lnTo>
                      <a:pt x="40" y="0"/>
                    </a:lnTo>
                    <a:lnTo>
                      <a:pt x="63" y="1"/>
                    </a:lnTo>
                    <a:lnTo>
                      <a:pt x="83" y="4"/>
                    </a:lnTo>
                    <a:lnTo>
                      <a:pt x="99" y="18"/>
                    </a:lnTo>
                    <a:lnTo>
                      <a:pt x="139" y="59"/>
                    </a:lnTo>
                    <a:lnTo>
                      <a:pt x="152" y="77"/>
                    </a:lnTo>
                    <a:lnTo>
                      <a:pt x="161" y="96"/>
                    </a:lnTo>
                    <a:lnTo>
                      <a:pt x="171" y="150"/>
                    </a:lnTo>
                    <a:lnTo>
                      <a:pt x="175" y="167"/>
                    </a:lnTo>
                    <a:lnTo>
                      <a:pt x="171" y="188"/>
                    </a:lnTo>
                    <a:lnTo>
                      <a:pt x="164" y="210"/>
                    </a:lnTo>
                    <a:lnTo>
                      <a:pt x="148" y="244"/>
                    </a:lnTo>
                    <a:lnTo>
                      <a:pt x="136" y="267"/>
                    </a:lnTo>
                    <a:lnTo>
                      <a:pt x="115" y="291"/>
                    </a:lnTo>
                    <a:lnTo>
                      <a:pt x="76" y="321"/>
                    </a:lnTo>
                    <a:lnTo>
                      <a:pt x="96" y="283"/>
                    </a:lnTo>
                    <a:lnTo>
                      <a:pt x="113" y="249"/>
                    </a:lnTo>
                    <a:lnTo>
                      <a:pt x="123" y="217"/>
                    </a:lnTo>
                    <a:lnTo>
                      <a:pt x="118" y="188"/>
                    </a:lnTo>
                    <a:lnTo>
                      <a:pt x="115" y="167"/>
                    </a:lnTo>
                    <a:lnTo>
                      <a:pt x="123" y="141"/>
                    </a:lnTo>
                    <a:lnTo>
                      <a:pt x="126" y="119"/>
                    </a:lnTo>
                    <a:lnTo>
                      <a:pt x="109" y="77"/>
                    </a:lnTo>
                    <a:lnTo>
                      <a:pt x="106" y="54"/>
                    </a:lnTo>
                    <a:lnTo>
                      <a:pt x="92" y="37"/>
                    </a:lnTo>
                    <a:lnTo>
                      <a:pt x="63" y="13"/>
                    </a:lnTo>
                    <a:lnTo>
                      <a:pt x="49" y="32"/>
                    </a:lnTo>
                    <a:lnTo>
                      <a:pt x="0" y="61"/>
                    </a:lnTo>
                    <a:lnTo>
                      <a:pt x="3" y="51"/>
                    </a:lnTo>
                  </a:path>
                </a:pathLst>
              </a:custGeom>
              <a:solidFill>
                <a:srgbClr val="CEDA9D"/>
              </a:solidFill>
              <a:ln w="9525" cap="rnd">
                <a:noFill/>
                <a:round/>
              </a:ln>
              <a:effectLst/>
            </p:spPr>
            <p:txBody>
              <a:bodyPr/>
              <a:lstStyle/>
              <a:p>
                <a:endParaRPr lang="zh-CN" altLang="en-US"/>
              </a:p>
            </p:txBody>
          </p:sp>
        </p:grpSp>
        <p:grpSp>
          <p:nvGrpSpPr>
            <p:cNvPr id="13" name="Group 111"/>
            <p:cNvGrpSpPr/>
            <p:nvPr/>
          </p:nvGrpSpPr>
          <p:grpSpPr bwMode="auto">
            <a:xfrm>
              <a:off x="4495" y="3328"/>
              <a:ext cx="1280" cy="996"/>
              <a:chOff x="4495" y="3328"/>
              <a:chExt cx="1280" cy="996"/>
            </a:xfrm>
          </p:grpSpPr>
          <p:grpSp>
            <p:nvGrpSpPr>
              <p:cNvPr id="14" name="Group 84"/>
              <p:cNvGrpSpPr/>
              <p:nvPr/>
            </p:nvGrpSpPr>
            <p:grpSpPr bwMode="auto">
              <a:xfrm>
                <a:off x="4636" y="3328"/>
                <a:ext cx="1056" cy="993"/>
                <a:chOff x="4636" y="3328"/>
                <a:chExt cx="1056" cy="993"/>
              </a:xfrm>
            </p:grpSpPr>
            <p:sp>
              <p:nvSpPr>
                <p:cNvPr id="1093" name="Freeform 69"/>
                <p:cNvSpPr/>
                <p:nvPr/>
              </p:nvSpPr>
              <p:spPr bwMode="ltGray">
                <a:xfrm>
                  <a:off x="5544" y="3891"/>
                  <a:ext cx="148" cy="230"/>
                </a:xfrm>
                <a:custGeom>
                  <a:avLst/>
                  <a:gdLst/>
                  <a:ahLst/>
                  <a:cxnLst>
                    <a:cxn ang="0">
                      <a:pos x="0" y="229"/>
                    </a:cxn>
                    <a:cxn ang="0">
                      <a:pos x="21" y="177"/>
                    </a:cxn>
                    <a:cxn ang="0">
                      <a:pos x="40" y="121"/>
                    </a:cxn>
                    <a:cxn ang="0">
                      <a:pos x="49" y="96"/>
                    </a:cxn>
                    <a:cxn ang="0">
                      <a:pos x="62" y="68"/>
                    </a:cxn>
                    <a:cxn ang="0">
                      <a:pos x="80" y="37"/>
                    </a:cxn>
                    <a:cxn ang="0">
                      <a:pos x="94" y="18"/>
                    </a:cxn>
                    <a:cxn ang="0">
                      <a:pos x="104" y="9"/>
                    </a:cxn>
                    <a:cxn ang="0">
                      <a:pos x="118" y="2"/>
                    </a:cxn>
                    <a:cxn ang="0">
                      <a:pos x="132" y="0"/>
                    </a:cxn>
                    <a:cxn ang="0">
                      <a:pos x="139" y="6"/>
                    </a:cxn>
                    <a:cxn ang="0">
                      <a:pos x="147" y="21"/>
                    </a:cxn>
                  </a:cxnLst>
                  <a:rect l="0" t="0" r="r" b="b"/>
                  <a:pathLst>
                    <a:path w="148" h="230">
                      <a:moveTo>
                        <a:pt x="0" y="229"/>
                      </a:moveTo>
                      <a:lnTo>
                        <a:pt x="21" y="177"/>
                      </a:lnTo>
                      <a:lnTo>
                        <a:pt x="40" y="121"/>
                      </a:lnTo>
                      <a:lnTo>
                        <a:pt x="49" y="96"/>
                      </a:lnTo>
                      <a:lnTo>
                        <a:pt x="62" y="68"/>
                      </a:lnTo>
                      <a:lnTo>
                        <a:pt x="80" y="37"/>
                      </a:lnTo>
                      <a:lnTo>
                        <a:pt x="94" y="18"/>
                      </a:lnTo>
                      <a:lnTo>
                        <a:pt x="104" y="9"/>
                      </a:lnTo>
                      <a:lnTo>
                        <a:pt x="118" y="2"/>
                      </a:lnTo>
                      <a:lnTo>
                        <a:pt x="132" y="0"/>
                      </a:lnTo>
                      <a:lnTo>
                        <a:pt x="139" y="6"/>
                      </a:lnTo>
                      <a:lnTo>
                        <a:pt x="147" y="21"/>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94" name="Freeform 70"/>
                <p:cNvSpPr/>
                <p:nvPr/>
              </p:nvSpPr>
              <p:spPr bwMode="ltGray">
                <a:xfrm>
                  <a:off x="5072" y="3830"/>
                  <a:ext cx="117" cy="390"/>
                </a:xfrm>
                <a:custGeom>
                  <a:avLst/>
                  <a:gdLst/>
                  <a:ahLst/>
                  <a:cxnLst>
                    <a:cxn ang="0">
                      <a:pos x="116" y="389"/>
                    </a:cxn>
                    <a:cxn ang="0">
                      <a:pos x="93" y="156"/>
                    </a:cxn>
                    <a:cxn ang="0">
                      <a:pos x="75" y="40"/>
                    </a:cxn>
                    <a:cxn ang="0">
                      <a:pos x="69" y="16"/>
                    </a:cxn>
                    <a:cxn ang="0">
                      <a:pos x="60" y="4"/>
                    </a:cxn>
                    <a:cxn ang="0">
                      <a:pos x="43" y="0"/>
                    </a:cxn>
                    <a:cxn ang="0">
                      <a:pos x="28" y="4"/>
                    </a:cxn>
                    <a:cxn ang="0">
                      <a:pos x="13" y="17"/>
                    </a:cxn>
                    <a:cxn ang="0">
                      <a:pos x="0" y="39"/>
                    </a:cxn>
                  </a:cxnLst>
                  <a:rect l="0" t="0" r="r" b="b"/>
                  <a:pathLst>
                    <a:path w="117" h="390">
                      <a:moveTo>
                        <a:pt x="116" y="389"/>
                      </a:moveTo>
                      <a:lnTo>
                        <a:pt x="93" y="156"/>
                      </a:lnTo>
                      <a:lnTo>
                        <a:pt x="75" y="40"/>
                      </a:lnTo>
                      <a:lnTo>
                        <a:pt x="69" y="16"/>
                      </a:lnTo>
                      <a:lnTo>
                        <a:pt x="60" y="4"/>
                      </a:lnTo>
                      <a:lnTo>
                        <a:pt x="43" y="0"/>
                      </a:lnTo>
                      <a:lnTo>
                        <a:pt x="28" y="4"/>
                      </a:lnTo>
                      <a:lnTo>
                        <a:pt x="13" y="17"/>
                      </a:lnTo>
                      <a:lnTo>
                        <a:pt x="0" y="39"/>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95" name="Freeform 71"/>
                <p:cNvSpPr/>
                <p:nvPr/>
              </p:nvSpPr>
              <p:spPr bwMode="ltGray">
                <a:xfrm>
                  <a:off x="5086" y="3328"/>
                  <a:ext cx="158" cy="988"/>
                </a:xfrm>
                <a:custGeom>
                  <a:avLst/>
                  <a:gdLst/>
                  <a:ahLst/>
                  <a:cxnLst>
                    <a:cxn ang="0">
                      <a:pos x="156" y="987"/>
                    </a:cxn>
                    <a:cxn ang="0">
                      <a:pos x="157" y="844"/>
                    </a:cxn>
                    <a:cxn ang="0">
                      <a:pos x="157" y="778"/>
                    </a:cxn>
                    <a:cxn ang="0">
                      <a:pos x="153" y="732"/>
                    </a:cxn>
                    <a:cxn ang="0">
                      <a:pos x="151" y="676"/>
                    </a:cxn>
                    <a:cxn ang="0">
                      <a:pos x="152" y="618"/>
                    </a:cxn>
                    <a:cxn ang="0">
                      <a:pos x="150" y="569"/>
                    </a:cxn>
                    <a:cxn ang="0">
                      <a:pos x="146" y="526"/>
                    </a:cxn>
                    <a:cxn ang="0">
                      <a:pos x="141" y="448"/>
                    </a:cxn>
                    <a:cxn ang="0">
                      <a:pos x="133" y="363"/>
                    </a:cxn>
                    <a:cxn ang="0">
                      <a:pos x="123" y="277"/>
                    </a:cxn>
                    <a:cxn ang="0">
                      <a:pos x="115" y="185"/>
                    </a:cxn>
                    <a:cxn ang="0">
                      <a:pos x="109" y="131"/>
                    </a:cxn>
                    <a:cxn ang="0">
                      <a:pos x="103" y="109"/>
                    </a:cxn>
                    <a:cxn ang="0">
                      <a:pos x="88" y="72"/>
                    </a:cxn>
                    <a:cxn ang="0">
                      <a:pos x="76" y="45"/>
                    </a:cxn>
                    <a:cxn ang="0">
                      <a:pos x="60" y="23"/>
                    </a:cxn>
                    <a:cxn ang="0">
                      <a:pos x="44" y="5"/>
                    </a:cxn>
                    <a:cxn ang="0">
                      <a:pos x="33" y="0"/>
                    </a:cxn>
                    <a:cxn ang="0">
                      <a:pos x="18" y="0"/>
                    </a:cxn>
                    <a:cxn ang="0">
                      <a:pos x="6" y="5"/>
                    </a:cxn>
                    <a:cxn ang="0">
                      <a:pos x="0" y="16"/>
                    </a:cxn>
                  </a:cxnLst>
                  <a:rect l="0" t="0" r="r" b="b"/>
                  <a:pathLst>
                    <a:path w="158" h="988">
                      <a:moveTo>
                        <a:pt x="156" y="987"/>
                      </a:moveTo>
                      <a:lnTo>
                        <a:pt x="157" y="844"/>
                      </a:lnTo>
                      <a:lnTo>
                        <a:pt x="157" y="778"/>
                      </a:lnTo>
                      <a:lnTo>
                        <a:pt x="153" y="732"/>
                      </a:lnTo>
                      <a:lnTo>
                        <a:pt x="151" y="676"/>
                      </a:lnTo>
                      <a:lnTo>
                        <a:pt x="152" y="618"/>
                      </a:lnTo>
                      <a:lnTo>
                        <a:pt x="150" y="569"/>
                      </a:lnTo>
                      <a:lnTo>
                        <a:pt x="146" y="526"/>
                      </a:lnTo>
                      <a:lnTo>
                        <a:pt x="141" y="448"/>
                      </a:lnTo>
                      <a:lnTo>
                        <a:pt x="133" y="363"/>
                      </a:lnTo>
                      <a:lnTo>
                        <a:pt x="123" y="277"/>
                      </a:lnTo>
                      <a:lnTo>
                        <a:pt x="115" y="185"/>
                      </a:lnTo>
                      <a:lnTo>
                        <a:pt x="109" y="131"/>
                      </a:lnTo>
                      <a:lnTo>
                        <a:pt x="103" y="109"/>
                      </a:lnTo>
                      <a:lnTo>
                        <a:pt x="88" y="72"/>
                      </a:lnTo>
                      <a:lnTo>
                        <a:pt x="76" y="45"/>
                      </a:lnTo>
                      <a:lnTo>
                        <a:pt x="60" y="23"/>
                      </a:lnTo>
                      <a:lnTo>
                        <a:pt x="44" y="5"/>
                      </a:lnTo>
                      <a:lnTo>
                        <a:pt x="33" y="0"/>
                      </a:lnTo>
                      <a:lnTo>
                        <a:pt x="18" y="0"/>
                      </a:lnTo>
                      <a:lnTo>
                        <a:pt x="6" y="5"/>
                      </a:lnTo>
                      <a:lnTo>
                        <a:pt x="0" y="16"/>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96" name="Freeform 72"/>
                <p:cNvSpPr/>
                <p:nvPr/>
              </p:nvSpPr>
              <p:spPr bwMode="ltGray">
                <a:xfrm>
                  <a:off x="5072" y="3692"/>
                  <a:ext cx="163" cy="317"/>
                </a:xfrm>
                <a:custGeom>
                  <a:avLst/>
                  <a:gdLst/>
                  <a:ahLst/>
                  <a:cxnLst>
                    <a:cxn ang="0">
                      <a:pos x="162" y="316"/>
                    </a:cxn>
                    <a:cxn ang="0">
                      <a:pos x="138" y="245"/>
                    </a:cxn>
                    <a:cxn ang="0">
                      <a:pos x="117" y="167"/>
                    </a:cxn>
                    <a:cxn ang="0">
                      <a:pos x="106" y="133"/>
                    </a:cxn>
                    <a:cxn ang="0">
                      <a:pos x="92" y="94"/>
                    </a:cxn>
                    <a:cxn ang="0">
                      <a:pos x="72" y="52"/>
                    </a:cxn>
                    <a:cxn ang="0">
                      <a:pos x="57" y="26"/>
                    </a:cxn>
                    <a:cxn ang="0">
                      <a:pos x="46" y="14"/>
                    </a:cxn>
                    <a:cxn ang="0">
                      <a:pos x="32" y="4"/>
                    </a:cxn>
                    <a:cxn ang="0">
                      <a:pos x="15" y="0"/>
                    </a:cxn>
                    <a:cxn ang="0">
                      <a:pos x="8" y="9"/>
                    </a:cxn>
                    <a:cxn ang="0">
                      <a:pos x="0" y="28"/>
                    </a:cxn>
                  </a:cxnLst>
                  <a:rect l="0" t="0" r="r" b="b"/>
                  <a:pathLst>
                    <a:path w="163" h="317">
                      <a:moveTo>
                        <a:pt x="162" y="316"/>
                      </a:moveTo>
                      <a:lnTo>
                        <a:pt x="138" y="245"/>
                      </a:lnTo>
                      <a:lnTo>
                        <a:pt x="117" y="167"/>
                      </a:lnTo>
                      <a:lnTo>
                        <a:pt x="106" y="133"/>
                      </a:lnTo>
                      <a:lnTo>
                        <a:pt x="92" y="94"/>
                      </a:lnTo>
                      <a:lnTo>
                        <a:pt x="72" y="52"/>
                      </a:lnTo>
                      <a:lnTo>
                        <a:pt x="57" y="26"/>
                      </a:lnTo>
                      <a:lnTo>
                        <a:pt x="46" y="14"/>
                      </a:lnTo>
                      <a:lnTo>
                        <a:pt x="32" y="4"/>
                      </a:lnTo>
                      <a:lnTo>
                        <a:pt x="15" y="0"/>
                      </a:lnTo>
                      <a:lnTo>
                        <a:pt x="8" y="9"/>
                      </a:lnTo>
                      <a:lnTo>
                        <a:pt x="0" y="28"/>
                      </a:lnTo>
                    </a:path>
                  </a:pathLst>
                </a:custGeom>
                <a:solidFill>
                  <a:srgbClr val="CEDA9D"/>
                </a:solidFill>
                <a:ln w="12700" cap="rnd">
                  <a:solidFill>
                    <a:srgbClr val="999933"/>
                  </a:solidFill>
                  <a:round/>
                  <a:headEnd type="none" w="sm" len="sm"/>
                  <a:tailEnd type="none" w="sm" len="sm"/>
                </a:ln>
                <a:effectLst/>
              </p:spPr>
              <p:txBody>
                <a:bodyPr/>
                <a:lstStyle/>
                <a:p>
                  <a:endParaRPr lang="zh-CN" altLang="en-US"/>
                </a:p>
              </p:txBody>
            </p:sp>
            <p:sp>
              <p:nvSpPr>
                <p:cNvPr id="1097" name="Freeform 73"/>
                <p:cNvSpPr/>
                <p:nvPr/>
              </p:nvSpPr>
              <p:spPr bwMode="ltGray">
                <a:xfrm>
                  <a:off x="5357" y="3974"/>
                  <a:ext cx="157" cy="347"/>
                </a:xfrm>
                <a:custGeom>
                  <a:avLst/>
                  <a:gdLst/>
                  <a:ahLst/>
                  <a:cxnLst>
                    <a:cxn ang="0">
                      <a:pos x="156" y="346"/>
                    </a:cxn>
                    <a:cxn ang="0">
                      <a:pos x="133" y="313"/>
                    </a:cxn>
                    <a:cxn ang="0">
                      <a:pos x="123" y="292"/>
                    </a:cxn>
                    <a:cxn ang="0">
                      <a:pos x="117" y="275"/>
                    </a:cxn>
                    <a:cxn ang="0">
                      <a:pos x="82" y="116"/>
                    </a:cxn>
                    <a:cxn ang="0">
                      <a:pos x="64" y="65"/>
                    </a:cxn>
                    <a:cxn ang="0">
                      <a:pos x="50" y="32"/>
                    </a:cxn>
                    <a:cxn ang="0">
                      <a:pos x="39" y="17"/>
                    </a:cxn>
                    <a:cxn ang="0">
                      <a:pos x="27" y="4"/>
                    </a:cxn>
                    <a:cxn ang="0">
                      <a:pos x="13" y="0"/>
                    </a:cxn>
                    <a:cxn ang="0">
                      <a:pos x="4" y="3"/>
                    </a:cxn>
                    <a:cxn ang="0">
                      <a:pos x="0" y="23"/>
                    </a:cxn>
                  </a:cxnLst>
                  <a:rect l="0" t="0" r="r" b="b"/>
                  <a:pathLst>
                    <a:path w="157" h="347">
                      <a:moveTo>
                        <a:pt x="156" y="346"/>
                      </a:moveTo>
                      <a:lnTo>
                        <a:pt x="133" y="313"/>
                      </a:lnTo>
                      <a:lnTo>
                        <a:pt x="123" y="292"/>
                      </a:lnTo>
                      <a:lnTo>
                        <a:pt x="117" y="275"/>
                      </a:lnTo>
                      <a:lnTo>
                        <a:pt x="82" y="116"/>
                      </a:lnTo>
                      <a:lnTo>
                        <a:pt x="64" y="65"/>
                      </a:lnTo>
                      <a:lnTo>
                        <a:pt x="50" y="32"/>
                      </a:lnTo>
                      <a:lnTo>
                        <a:pt x="39" y="17"/>
                      </a:lnTo>
                      <a:lnTo>
                        <a:pt x="27" y="4"/>
                      </a:lnTo>
                      <a:lnTo>
                        <a:pt x="13" y="0"/>
                      </a:lnTo>
                      <a:lnTo>
                        <a:pt x="4" y="3"/>
                      </a:lnTo>
                      <a:lnTo>
                        <a:pt x="0" y="23"/>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98" name="Freeform 74"/>
                <p:cNvSpPr/>
                <p:nvPr/>
              </p:nvSpPr>
              <p:spPr bwMode="ltGray">
                <a:xfrm>
                  <a:off x="4948" y="3692"/>
                  <a:ext cx="340" cy="526"/>
                </a:xfrm>
                <a:custGeom>
                  <a:avLst/>
                  <a:gdLst/>
                  <a:ahLst/>
                  <a:cxnLst>
                    <a:cxn ang="0">
                      <a:pos x="339" y="525"/>
                    </a:cxn>
                    <a:cxn ang="0">
                      <a:pos x="329" y="483"/>
                    </a:cxn>
                    <a:cxn ang="0">
                      <a:pos x="222" y="198"/>
                    </a:cxn>
                    <a:cxn ang="0">
                      <a:pos x="175" y="110"/>
                    </a:cxn>
                    <a:cxn ang="0">
                      <a:pos x="161" y="80"/>
                    </a:cxn>
                    <a:cxn ang="0">
                      <a:pos x="143" y="47"/>
                    </a:cxn>
                    <a:cxn ang="0">
                      <a:pos x="121" y="23"/>
                    </a:cxn>
                    <a:cxn ang="0">
                      <a:pos x="102" y="9"/>
                    </a:cxn>
                    <a:cxn ang="0">
                      <a:pos x="77" y="0"/>
                    </a:cxn>
                    <a:cxn ang="0">
                      <a:pos x="53" y="0"/>
                    </a:cxn>
                    <a:cxn ang="0">
                      <a:pos x="35" y="9"/>
                    </a:cxn>
                    <a:cxn ang="0">
                      <a:pos x="0" y="58"/>
                    </a:cxn>
                  </a:cxnLst>
                  <a:rect l="0" t="0" r="r" b="b"/>
                  <a:pathLst>
                    <a:path w="340" h="526">
                      <a:moveTo>
                        <a:pt x="339" y="525"/>
                      </a:moveTo>
                      <a:lnTo>
                        <a:pt x="329" y="483"/>
                      </a:lnTo>
                      <a:lnTo>
                        <a:pt x="222" y="198"/>
                      </a:lnTo>
                      <a:lnTo>
                        <a:pt x="175" y="110"/>
                      </a:lnTo>
                      <a:lnTo>
                        <a:pt x="161" y="80"/>
                      </a:lnTo>
                      <a:lnTo>
                        <a:pt x="143" y="47"/>
                      </a:lnTo>
                      <a:lnTo>
                        <a:pt x="121" y="23"/>
                      </a:lnTo>
                      <a:lnTo>
                        <a:pt x="102" y="9"/>
                      </a:lnTo>
                      <a:lnTo>
                        <a:pt x="77" y="0"/>
                      </a:lnTo>
                      <a:lnTo>
                        <a:pt x="53" y="0"/>
                      </a:lnTo>
                      <a:lnTo>
                        <a:pt x="35" y="9"/>
                      </a:lnTo>
                      <a:lnTo>
                        <a:pt x="0" y="58"/>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099" name="Freeform 75"/>
                <p:cNvSpPr/>
                <p:nvPr/>
              </p:nvSpPr>
              <p:spPr bwMode="ltGray">
                <a:xfrm>
                  <a:off x="5183" y="3343"/>
                  <a:ext cx="338" cy="870"/>
                </a:xfrm>
                <a:custGeom>
                  <a:avLst/>
                  <a:gdLst/>
                  <a:ahLst/>
                  <a:cxnLst>
                    <a:cxn ang="0">
                      <a:pos x="0" y="869"/>
                    </a:cxn>
                    <a:cxn ang="0">
                      <a:pos x="89" y="622"/>
                    </a:cxn>
                    <a:cxn ang="0">
                      <a:pos x="137" y="499"/>
                    </a:cxn>
                    <a:cxn ang="0">
                      <a:pos x="179" y="381"/>
                    </a:cxn>
                    <a:cxn ang="0">
                      <a:pos x="205" y="299"/>
                    </a:cxn>
                    <a:cxn ang="0">
                      <a:pos x="217" y="256"/>
                    </a:cxn>
                    <a:cxn ang="0">
                      <a:pos x="225" y="209"/>
                    </a:cxn>
                    <a:cxn ang="0">
                      <a:pos x="235" y="166"/>
                    </a:cxn>
                    <a:cxn ang="0">
                      <a:pos x="251" y="114"/>
                    </a:cxn>
                    <a:cxn ang="0">
                      <a:pos x="269" y="68"/>
                    </a:cxn>
                    <a:cxn ang="0">
                      <a:pos x="292" y="27"/>
                    </a:cxn>
                    <a:cxn ang="0">
                      <a:pos x="309" y="2"/>
                    </a:cxn>
                    <a:cxn ang="0">
                      <a:pos x="320" y="0"/>
                    </a:cxn>
                    <a:cxn ang="0">
                      <a:pos x="331" y="12"/>
                    </a:cxn>
                    <a:cxn ang="0">
                      <a:pos x="337" y="58"/>
                    </a:cxn>
                  </a:cxnLst>
                  <a:rect l="0" t="0" r="r" b="b"/>
                  <a:pathLst>
                    <a:path w="338" h="870">
                      <a:moveTo>
                        <a:pt x="0" y="869"/>
                      </a:moveTo>
                      <a:lnTo>
                        <a:pt x="89" y="622"/>
                      </a:lnTo>
                      <a:lnTo>
                        <a:pt x="137" y="499"/>
                      </a:lnTo>
                      <a:lnTo>
                        <a:pt x="179" y="381"/>
                      </a:lnTo>
                      <a:lnTo>
                        <a:pt x="205" y="299"/>
                      </a:lnTo>
                      <a:lnTo>
                        <a:pt x="217" y="256"/>
                      </a:lnTo>
                      <a:lnTo>
                        <a:pt x="225" y="209"/>
                      </a:lnTo>
                      <a:lnTo>
                        <a:pt x="235" y="166"/>
                      </a:lnTo>
                      <a:lnTo>
                        <a:pt x="251" y="114"/>
                      </a:lnTo>
                      <a:lnTo>
                        <a:pt x="269" y="68"/>
                      </a:lnTo>
                      <a:lnTo>
                        <a:pt x="292" y="27"/>
                      </a:lnTo>
                      <a:lnTo>
                        <a:pt x="309" y="2"/>
                      </a:lnTo>
                      <a:lnTo>
                        <a:pt x="320" y="0"/>
                      </a:lnTo>
                      <a:lnTo>
                        <a:pt x="331" y="12"/>
                      </a:lnTo>
                      <a:lnTo>
                        <a:pt x="337" y="58"/>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0" name="Freeform 76"/>
                <p:cNvSpPr/>
                <p:nvPr/>
              </p:nvSpPr>
              <p:spPr bwMode="ltGray">
                <a:xfrm>
                  <a:off x="5266" y="3703"/>
                  <a:ext cx="248" cy="299"/>
                </a:xfrm>
                <a:custGeom>
                  <a:avLst/>
                  <a:gdLst/>
                  <a:ahLst/>
                  <a:cxnLst>
                    <a:cxn ang="0">
                      <a:pos x="0" y="298"/>
                    </a:cxn>
                    <a:cxn ang="0">
                      <a:pos x="46" y="233"/>
                    </a:cxn>
                    <a:cxn ang="0">
                      <a:pos x="75" y="159"/>
                    </a:cxn>
                    <a:cxn ang="0">
                      <a:pos x="90" y="126"/>
                    </a:cxn>
                    <a:cxn ang="0">
                      <a:pos x="111" y="87"/>
                    </a:cxn>
                    <a:cxn ang="0">
                      <a:pos x="140" y="47"/>
                    </a:cxn>
                    <a:cxn ang="0">
                      <a:pos x="161" y="23"/>
                    </a:cxn>
                    <a:cxn ang="0">
                      <a:pos x="176" y="11"/>
                    </a:cxn>
                    <a:cxn ang="0">
                      <a:pos x="199" y="1"/>
                    </a:cxn>
                    <a:cxn ang="0">
                      <a:pos x="223" y="0"/>
                    </a:cxn>
                    <a:cxn ang="0">
                      <a:pos x="233" y="14"/>
                    </a:cxn>
                    <a:cxn ang="0">
                      <a:pos x="247" y="36"/>
                    </a:cxn>
                  </a:cxnLst>
                  <a:rect l="0" t="0" r="r" b="b"/>
                  <a:pathLst>
                    <a:path w="248" h="299">
                      <a:moveTo>
                        <a:pt x="0" y="298"/>
                      </a:moveTo>
                      <a:lnTo>
                        <a:pt x="46" y="233"/>
                      </a:lnTo>
                      <a:lnTo>
                        <a:pt x="75" y="159"/>
                      </a:lnTo>
                      <a:lnTo>
                        <a:pt x="90" y="126"/>
                      </a:lnTo>
                      <a:lnTo>
                        <a:pt x="111" y="87"/>
                      </a:lnTo>
                      <a:lnTo>
                        <a:pt x="140" y="47"/>
                      </a:lnTo>
                      <a:lnTo>
                        <a:pt x="161" y="23"/>
                      </a:lnTo>
                      <a:lnTo>
                        <a:pt x="176" y="11"/>
                      </a:lnTo>
                      <a:lnTo>
                        <a:pt x="199" y="1"/>
                      </a:lnTo>
                      <a:lnTo>
                        <a:pt x="223" y="0"/>
                      </a:lnTo>
                      <a:lnTo>
                        <a:pt x="233" y="14"/>
                      </a:lnTo>
                      <a:lnTo>
                        <a:pt x="247" y="36"/>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1" name="Freeform 77"/>
                <p:cNvSpPr/>
                <p:nvPr/>
              </p:nvSpPr>
              <p:spPr bwMode="ltGray">
                <a:xfrm>
                  <a:off x="5164" y="3809"/>
                  <a:ext cx="119" cy="146"/>
                </a:xfrm>
                <a:custGeom>
                  <a:avLst/>
                  <a:gdLst/>
                  <a:ahLst/>
                  <a:cxnLst>
                    <a:cxn ang="0">
                      <a:pos x="0" y="0"/>
                    </a:cxn>
                    <a:cxn ang="0">
                      <a:pos x="19" y="9"/>
                    </a:cxn>
                    <a:cxn ang="0">
                      <a:pos x="44" y="19"/>
                    </a:cxn>
                    <a:cxn ang="0">
                      <a:pos x="65" y="40"/>
                    </a:cxn>
                    <a:cxn ang="0">
                      <a:pos x="85" y="57"/>
                    </a:cxn>
                    <a:cxn ang="0">
                      <a:pos x="101" y="75"/>
                    </a:cxn>
                    <a:cxn ang="0">
                      <a:pos x="109" y="91"/>
                    </a:cxn>
                    <a:cxn ang="0">
                      <a:pos x="115" y="105"/>
                    </a:cxn>
                    <a:cxn ang="0">
                      <a:pos x="118" y="125"/>
                    </a:cxn>
                    <a:cxn ang="0">
                      <a:pos x="118" y="145"/>
                    </a:cxn>
                  </a:cxnLst>
                  <a:rect l="0" t="0" r="r" b="b"/>
                  <a:pathLst>
                    <a:path w="119" h="146">
                      <a:moveTo>
                        <a:pt x="0" y="0"/>
                      </a:moveTo>
                      <a:lnTo>
                        <a:pt x="19" y="9"/>
                      </a:lnTo>
                      <a:lnTo>
                        <a:pt x="44" y="19"/>
                      </a:lnTo>
                      <a:lnTo>
                        <a:pt x="65" y="40"/>
                      </a:lnTo>
                      <a:lnTo>
                        <a:pt x="85" y="57"/>
                      </a:lnTo>
                      <a:lnTo>
                        <a:pt x="101" y="75"/>
                      </a:lnTo>
                      <a:lnTo>
                        <a:pt x="109" y="91"/>
                      </a:lnTo>
                      <a:lnTo>
                        <a:pt x="115" y="105"/>
                      </a:lnTo>
                      <a:lnTo>
                        <a:pt x="118" y="125"/>
                      </a:lnTo>
                      <a:lnTo>
                        <a:pt x="118" y="145"/>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2" name="Freeform 78"/>
                <p:cNvSpPr/>
                <p:nvPr/>
              </p:nvSpPr>
              <p:spPr bwMode="ltGray">
                <a:xfrm>
                  <a:off x="5545" y="3616"/>
                  <a:ext cx="100" cy="574"/>
                </a:xfrm>
                <a:custGeom>
                  <a:avLst/>
                  <a:gdLst/>
                  <a:ahLst/>
                  <a:cxnLst>
                    <a:cxn ang="0">
                      <a:pos x="0" y="573"/>
                    </a:cxn>
                    <a:cxn ang="0">
                      <a:pos x="0" y="519"/>
                    </a:cxn>
                    <a:cxn ang="0">
                      <a:pos x="0" y="479"/>
                    </a:cxn>
                    <a:cxn ang="0">
                      <a:pos x="2" y="450"/>
                    </a:cxn>
                    <a:cxn ang="0">
                      <a:pos x="3" y="416"/>
                    </a:cxn>
                    <a:cxn ang="0">
                      <a:pos x="3" y="380"/>
                    </a:cxn>
                    <a:cxn ang="0">
                      <a:pos x="4" y="351"/>
                    </a:cxn>
                    <a:cxn ang="0">
                      <a:pos x="6" y="323"/>
                    </a:cxn>
                    <a:cxn ang="0">
                      <a:pos x="9" y="276"/>
                    </a:cxn>
                    <a:cxn ang="0">
                      <a:pos x="14" y="223"/>
                    </a:cxn>
                    <a:cxn ang="0">
                      <a:pos x="21" y="170"/>
                    </a:cxn>
                    <a:cxn ang="0">
                      <a:pos x="26" y="114"/>
                    </a:cxn>
                    <a:cxn ang="0">
                      <a:pos x="30" y="80"/>
                    </a:cxn>
                    <a:cxn ang="0">
                      <a:pos x="33" y="67"/>
                    </a:cxn>
                    <a:cxn ang="0">
                      <a:pos x="42" y="44"/>
                    </a:cxn>
                    <a:cxn ang="0">
                      <a:pos x="51" y="28"/>
                    </a:cxn>
                    <a:cxn ang="0">
                      <a:pos x="61" y="14"/>
                    </a:cxn>
                    <a:cxn ang="0">
                      <a:pos x="71" y="3"/>
                    </a:cxn>
                    <a:cxn ang="0">
                      <a:pos x="77" y="0"/>
                    </a:cxn>
                    <a:cxn ang="0">
                      <a:pos x="87" y="0"/>
                    </a:cxn>
                    <a:cxn ang="0">
                      <a:pos x="95" y="4"/>
                    </a:cxn>
                    <a:cxn ang="0">
                      <a:pos x="99" y="9"/>
                    </a:cxn>
                  </a:cxnLst>
                  <a:rect l="0" t="0" r="r" b="b"/>
                  <a:pathLst>
                    <a:path w="100" h="574">
                      <a:moveTo>
                        <a:pt x="0" y="573"/>
                      </a:moveTo>
                      <a:lnTo>
                        <a:pt x="0" y="519"/>
                      </a:lnTo>
                      <a:lnTo>
                        <a:pt x="0" y="479"/>
                      </a:lnTo>
                      <a:lnTo>
                        <a:pt x="2" y="450"/>
                      </a:lnTo>
                      <a:lnTo>
                        <a:pt x="3" y="416"/>
                      </a:lnTo>
                      <a:lnTo>
                        <a:pt x="3" y="380"/>
                      </a:lnTo>
                      <a:lnTo>
                        <a:pt x="4" y="351"/>
                      </a:lnTo>
                      <a:lnTo>
                        <a:pt x="6" y="323"/>
                      </a:lnTo>
                      <a:lnTo>
                        <a:pt x="9" y="276"/>
                      </a:lnTo>
                      <a:lnTo>
                        <a:pt x="14" y="223"/>
                      </a:lnTo>
                      <a:lnTo>
                        <a:pt x="21" y="170"/>
                      </a:lnTo>
                      <a:lnTo>
                        <a:pt x="26" y="114"/>
                      </a:lnTo>
                      <a:lnTo>
                        <a:pt x="30" y="80"/>
                      </a:lnTo>
                      <a:lnTo>
                        <a:pt x="33" y="67"/>
                      </a:lnTo>
                      <a:lnTo>
                        <a:pt x="42" y="44"/>
                      </a:lnTo>
                      <a:lnTo>
                        <a:pt x="51" y="28"/>
                      </a:lnTo>
                      <a:lnTo>
                        <a:pt x="61" y="14"/>
                      </a:lnTo>
                      <a:lnTo>
                        <a:pt x="71" y="3"/>
                      </a:lnTo>
                      <a:lnTo>
                        <a:pt x="77" y="0"/>
                      </a:lnTo>
                      <a:lnTo>
                        <a:pt x="87" y="0"/>
                      </a:lnTo>
                      <a:lnTo>
                        <a:pt x="95" y="4"/>
                      </a:lnTo>
                      <a:lnTo>
                        <a:pt x="99" y="9"/>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3" name="Freeform 79"/>
                <p:cNvSpPr/>
                <p:nvPr/>
              </p:nvSpPr>
              <p:spPr bwMode="ltGray">
                <a:xfrm>
                  <a:off x="5433" y="3986"/>
                  <a:ext cx="124" cy="161"/>
                </a:xfrm>
                <a:custGeom>
                  <a:avLst/>
                  <a:gdLst/>
                  <a:ahLst/>
                  <a:cxnLst>
                    <a:cxn ang="0">
                      <a:pos x="123" y="160"/>
                    </a:cxn>
                    <a:cxn ang="0">
                      <a:pos x="104" y="124"/>
                    </a:cxn>
                    <a:cxn ang="0">
                      <a:pos x="89" y="84"/>
                    </a:cxn>
                    <a:cxn ang="0">
                      <a:pos x="81" y="67"/>
                    </a:cxn>
                    <a:cxn ang="0">
                      <a:pos x="70" y="47"/>
                    </a:cxn>
                    <a:cxn ang="0">
                      <a:pos x="55" y="26"/>
                    </a:cxn>
                    <a:cxn ang="0">
                      <a:pos x="44" y="13"/>
                    </a:cxn>
                    <a:cxn ang="0">
                      <a:pos x="35" y="7"/>
                    </a:cxn>
                    <a:cxn ang="0">
                      <a:pos x="24" y="1"/>
                    </a:cxn>
                    <a:cxn ang="0">
                      <a:pos x="11" y="0"/>
                    </a:cxn>
                    <a:cxn ang="0">
                      <a:pos x="5" y="4"/>
                    </a:cxn>
                    <a:cxn ang="0">
                      <a:pos x="0" y="14"/>
                    </a:cxn>
                  </a:cxnLst>
                  <a:rect l="0" t="0" r="r" b="b"/>
                  <a:pathLst>
                    <a:path w="124" h="161">
                      <a:moveTo>
                        <a:pt x="123" y="160"/>
                      </a:moveTo>
                      <a:lnTo>
                        <a:pt x="104" y="124"/>
                      </a:lnTo>
                      <a:lnTo>
                        <a:pt x="89" y="84"/>
                      </a:lnTo>
                      <a:lnTo>
                        <a:pt x="81" y="67"/>
                      </a:lnTo>
                      <a:lnTo>
                        <a:pt x="70" y="47"/>
                      </a:lnTo>
                      <a:lnTo>
                        <a:pt x="55" y="26"/>
                      </a:lnTo>
                      <a:lnTo>
                        <a:pt x="44" y="13"/>
                      </a:lnTo>
                      <a:lnTo>
                        <a:pt x="35" y="7"/>
                      </a:lnTo>
                      <a:lnTo>
                        <a:pt x="24" y="1"/>
                      </a:lnTo>
                      <a:lnTo>
                        <a:pt x="11" y="0"/>
                      </a:lnTo>
                      <a:lnTo>
                        <a:pt x="5" y="4"/>
                      </a:lnTo>
                      <a:lnTo>
                        <a:pt x="0" y="14"/>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4" name="Freeform 80"/>
                <p:cNvSpPr/>
                <p:nvPr/>
              </p:nvSpPr>
              <p:spPr bwMode="ltGray">
                <a:xfrm>
                  <a:off x="5472" y="3794"/>
                  <a:ext cx="84" cy="400"/>
                </a:xfrm>
                <a:custGeom>
                  <a:avLst/>
                  <a:gdLst/>
                  <a:ahLst/>
                  <a:cxnLst>
                    <a:cxn ang="0">
                      <a:pos x="82" y="399"/>
                    </a:cxn>
                    <a:cxn ang="0">
                      <a:pos x="83" y="361"/>
                    </a:cxn>
                    <a:cxn ang="0">
                      <a:pos x="83" y="333"/>
                    </a:cxn>
                    <a:cxn ang="0">
                      <a:pos x="81" y="314"/>
                    </a:cxn>
                    <a:cxn ang="0">
                      <a:pos x="80" y="289"/>
                    </a:cxn>
                    <a:cxn ang="0">
                      <a:pos x="80" y="264"/>
                    </a:cxn>
                    <a:cxn ang="0">
                      <a:pos x="79" y="244"/>
                    </a:cxn>
                    <a:cxn ang="0">
                      <a:pos x="77" y="225"/>
                    </a:cxn>
                    <a:cxn ang="0">
                      <a:pos x="74" y="191"/>
                    </a:cxn>
                    <a:cxn ang="0">
                      <a:pos x="70" y="155"/>
                    </a:cxn>
                    <a:cxn ang="0">
                      <a:pos x="65" y="119"/>
                    </a:cxn>
                    <a:cxn ang="0">
                      <a:pos x="61" y="79"/>
                    </a:cxn>
                    <a:cxn ang="0">
                      <a:pos x="57" y="55"/>
                    </a:cxn>
                    <a:cxn ang="0">
                      <a:pos x="54" y="46"/>
                    </a:cxn>
                    <a:cxn ang="0">
                      <a:pos x="47" y="31"/>
                    </a:cxn>
                    <a:cxn ang="0">
                      <a:pos x="39" y="19"/>
                    </a:cxn>
                    <a:cxn ang="0">
                      <a:pos x="31" y="10"/>
                    </a:cxn>
                    <a:cxn ang="0">
                      <a:pos x="23" y="2"/>
                    </a:cxn>
                    <a:cxn ang="0">
                      <a:pos x="17" y="0"/>
                    </a:cxn>
                    <a:cxn ang="0">
                      <a:pos x="9" y="0"/>
                    </a:cxn>
                    <a:cxn ang="0">
                      <a:pos x="2" y="3"/>
                    </a:cxn>
                    <a:cxn ang="0">
                      <a:pos x="0" y="6"/>
                    </a:cxn>
                  </a:cxnLst>
                  <a:rect l="0" t="0" r="r" b="b"/>
                  <a:pathLst>
                    <a:path w="84" h="400">
                      <a:moveTo>
                        <a:pt x="82" y="399"/>
                      </a:moveTo>
                      <a:lnTo>
                        <a:pt x="83" y="361"/>
                      </a:lnTo>
                      <a:lnTo>
                        <a:pt x="83" y="333"/>
                      </a:lnTo>
                      <a:lnTo>
                        <a:pt x="81" y="314"/>
                      </a:lnTo>
                      <a:lnTo>
                        <a:pt x="80" y="289"/>
                      </a:lnTo>
                      <a:lnTo>
                        <a:pt x="80" y="264"/>
                      </a:lnTo>
                      <a:lnTo>
                        <a:pt x="79" y="244"/>
                      </a:lnTo>
                      <a:lnTo>
                        <a:pt x="77" y="225"/>
                      </a:lnTo>
                      <a:lnTo>
                        <a:pt x="74" y="191"/>
                      </a:lnTo>
                      <a:lnTo>
                        <a:pt x="70" y="155"/>
                      </a:lnTo>
                      <a:lnTo>
                        <a:pt x="65" y="119"/>
                      </a:lnTo>
                      <a:lnTo>
                        <a:pt x="61" y="79"/>
                      </a:lnTo>
                      <a:lnTo>
                        <a:pt x="57" y="55"/>
                      </a:lnTo>
                      <a:lnTo>
                        <a:pt x="54" y="46"/>
                      </a:lnTo>
                      <a:lnTo>
                        <a:pt x="47" y="31"/>
                      </a:lnTo>
                      <a:lnTo>
                        <a:pt x="39" y="19"/>
                      </a:lnTo>
                      <a:lnTo>
                        <a:pt x="31" y="10"/>
                      </a:lnTo>
                      <a:lnTo>
                        <a:pt x="23" y="2"/>
                      </a:lnTo>
                      <a:lnTo>
                        <a:pt x="17" y="0"/>
                      </a:lnTo>
                      <a:lnTo>
                        <a:pt x="9" y="0"/>
                      </a:lnTo>
                      <a:lnTo>
                        <a:pt x="2" y="3"/>
                      </a:lnTo>
                      <a:lnTo>
                        <a:pt x="0" y="6"/>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5" name="Freeform 81"/>
                <p:cNvSpPr/>
                <p:nvPr/>
              </p:nvSpPr>
              <p:spPr bwMode="ltGray">
                <a:xfrm>
                  <a:off x="5547" y="4043"/>
                  <a:ext cx="131" cy="151"/>
                </a:xfrm>
                <a:custGeom>
                  <a:avLst/>
                  <a:gdLst/>
                  <a:ahLst/>
                  <a:cxnLst>
                    <a:cxn ang="0">
                      <a:pos x="0" y="150"/>
                    </a:cxn>
                    <a:cxn ang="0">
                      <a:pos x="19" y="135"/>
                    </a:cxn>
                    <a:cxn ang="0">
                      <a:pos x="26" y="126"/>
                    </a:cxn>
                    <a:cxn ang="0">
                      <a:pos x="32" y="119"/>
                    </a:cxn>
                    <a:cxn ang="0">
                      <a:pos x="60" y="50"/>
                    </a:cxn>
                    <a:cxn ang="0">
                      <a:pos x="76" y="28"/>
                    </a:cxn>
                    <a:cxn ang="0">
                      <a:pos x="87" y="14"/>
                    </a:cxn>
                    <a:cxn ang="0">
                      <a:pos x="96" y="7"/>
                    </a:cxn>
                    <a:cxn ang="0">
                      <a:pos x="107" y="2"/>
                    </a:cxn>
                    <a:cxn ang="0">
                      <a:pos x="118" y="0"/>
                    </a:cxn>
                    <a:cxn ang="0">
                      <a:pos x="125" y="1"/>
                    </a:cxn>
                    <a:cxn ang="0">
                      <a:pos x="130" y="9"/>
                    </a:cxn>
                  </a:cxnLst>
                  <a:rect l="0" t="0" r="r" b="b"/>
                  <a:pathLst>
                    <a:path w="131" h="151">
                      <a:moveTo>
                        <a:pt x="0" y="150"/>
                      </a:moveTo>
                      <a:lnTo>
                        <a:pt x="19" y="135"/>
                      </a:lnTo>
                      <a:lnTo>
                        <a:pt x="26" y="126"/>
                      </a:lnTo>
                      <a:lnTo>
                        <a:pt x="32" y="119"/>
                      </a:lnTo>
                      <a:lnTo>
                        <a:pt x="60" y="50"/>
                      </a:lnTo>
                      <a:lnTo>
                        <a:pt x="76" y="28"/>
                      </a:lnTo>
                      <a:lnTo>
                        <a:pt x="87" y="14"/>
                      </a:lnTo>
                      <a:lnTo>
                        <a:pt x="96" y="7"/>
                      </a:lnTo>
                      <a:lnTo>
                        <a:pt x="107" y="2"/>
                      </a:lnTo>
                      <a:lnTo>
                        <a:pt x="118" y="0"/>
                      </a:lnTo>
                      <a:lnTo>
                        <a:pt x="125" y="1"/>
                      </a:lnTo>
                      <a:lnTo>
                        <a:pt x="130" y="9"/>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6" name="Freeform 82"/>
                <p:cNvSpPr/>
                <p:nvPr/>
              </p:nvSpPr>
              <p:spPr bwMode="ltGray">
                <a:xfrm>
                  <a:off x="4636" y="3710"/>
                  <a:ext cx="304" cy="525"/>
                </a:xfrm>
                <a:custGeom>
                  <a:avLst/>
                  <a:gdLst/>
                  <a:ahLst/>
                  <a:cxnLst>
                    <a:cxn ang="0">
                      <a:pos x="303" y="524"/>
                    </a:cxn>
                    <a:cxn ang="0">
                      <a:pos x="292" y="462"/>
                    </a:cxn>
                    <a:cxn ang="0">
                      <a:pos x="278" y="396"/>
                    </a:cxn>
                    <a:cxn ang="0">
                      <a:pos x="266" y="344"/>
                    </a:cxn>
                    <a:cxn ang="0">
                      <a:pos x="253" y="297"/>
                    </a:cxn>
                    <a:cxn ang="0">
                      <a:pos x="236" y="257"/>
                    </a:cxn>
                    <a:cxn ang="0">
                      <a:pos x="220" y="213"/>
                    </a:cxn>
                    <a:cxn ang="0">
                      <a:pos x="197" y="176"/>
                    </a:cxn>
                    <a:cxn ang="0">
                      <a:pos x="148" y="102"/>
                    </a:cxn>
                    <a:cxn ang="0">
                      <a:pos x="134" y="80"/>
                    </a:cxn>
                    <a:cxn ang="0">
                      <a:pos x="124" y="70"/>
                    </a:cxn>
                    <a:cxn ang="0">
                      <a:pos x="100" y="42"/>
                    </a:cxn>
                    <a:cxn ang="0">
                      <a:pos x="87" y="28"/>
                    </a:cxn>
                    <a:cxn ang="0">
                      <a:pos x="71" y="18"/>
                    </a:cxn>
                    <a:cxn ang="0">
                      <a:pos x="47" y="6"/>
                    </a:cxn>
                    <a:cxn ang="0">
                      <a:pos x="30" y="0"/>
                    </a:cxn>
                    <a:cxn ang="0">
                      <a:pos x="18" y="0"/>
                    </a:cxn>
                    <a:cxn ang="0">
                      <a:pos x="7" y="3"/>
                    </a:cxn>
                    <a:cxn ang="0">
                      <a:pos x="0" y="10"/>
                    </a:cxn>
                  </a:cxnLst>
                  <a:rect l="0" t="0" r="r" b="b"/>
                  <a:pathLst>
                    <a:path w="304" h="525">
                      <a:moveTo>
                        <a:pt x="303" y="524"/>
                      </a:moveTo>
                      <a:lnTo>
                        <a:pt x="292" y="462"/>
                      </a:lnTo>
                      <a:lnTo>
                        <a:pt x="278" y="396"/>
                      </a:lnTo>
                      <a:lnTo>
                        <a:pt x="266" y="344"/>
                      </a:lnTo>
                      <a:lnTo>
                        <a:pt x="253" y="297"/>
                      </a:lnTo>
                      <a:lnTo>
                        <a:pt x="236" y="257"/>
                      </a:lnTo>
                      <a:lnTo>
                        <a:pt x="220" y="213"/>
                      </a:lnTo>
                      <a:lnTo>
                        <a:pt x="197" y="176"/>
                      </a:lnTo>
                      <a:lnTo>
                        <a:pt x="148" y="102"/>
                      </a:lnTo>
                      <a:lnTo>
                        <a:pt x="134" y="80"/>
                      </a:lnTo>
                      <a:lnTo>
                        <a:pt x="124" y="70"/>
                      </a:lnTo>
                      <a:lnTo>
                        <a:pt x="100" y="42"/>
                      </a:lnTo>
                      <a:lnTo>
                        <a:pt x="87" y="28"/>
                      </a:lnTo>
                      <a:lnTo>
                        <a:pt x="71" y="18"/>
                      </a:lnTo>
                      <a:lnTo>
                        <a:pt x="47" y="6"/>
                      </a:lnTo>
                      <a:lnTo>
                        <a:pt x="30" y="0"/>
                      </a:lnTo>
                      <a:lnTo>
                        <a:pt x="18" y="0"/>
                      </a:lnTo>
                      <a:lnTo>
                        <a:pt x="7" y="3"/>
                      </a:lnTo>
                      <a:lnTo>
                        <a:pt x="0" y="10"/>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sp>
              <p:nvSpPr>
                <p:cNvPr id="1107" name="Freeform 83"/>
                <p:cNvSpPr/>
                <p:nvPr/>
              </p:nvSpPr>
              <p:spPr bwMode="ltGray">
                <a:xfrm>
                  <a:off x="4834" y="3768"/>
                  <a:ext cx="126" cy="432"/>
                </a:xfrm>
                <a:custGeom>
                  <a:avLst/>
                  <a:gdLst/>
                  <a:ahLst/>
                  <a:cxnLst>
                    <a:cxn ang="0">
                      <a:pos x="125" y="431"/>
                    </a:cxn>
                    <a:cxn ang="0">
                      <a:pos x="57" y="16"/>
                    </a:cxn>
                    <a:cxn ang="0">
                      <a:pos x="52" y="10"/>
                    </a:cxn>
                    <a:cxn ang="0">
                      <a:pos x="45" y="3"/>
                    </a:cxn>
                    <a:cxn ang="0">
                      <a:pos x="38" y="1"/>
                    </a:cxn>
                    <a:cxn ang="0">
                      <a:pos x="27" y="0"/>
                    </a:cxn>
                    <a:cxn ang="0">
                      <a:pos x="19" y="1"/>
                    </a:cxn>
                    <a:cxn ang="0">
                      <a:pos x="12" y="6"/>
                    </a:cxn>
                    <a:cxn ang="0">
                      <a:pos x="4" y="14"/>
                    </a:cxn>
                    <a:cxn ang="0">
                      <a:pos x="0" y="27"/>
                    </a:cxn>
                  </a:cxnLst>
                  <a:rect l="0" t="0" r="r" b="b"/>
                  <a:pathLst>
                    <a:path w="126" h="432">
                      <a:moveTo>
                        <a:pt x="125" y="431"/>
                      </a:moveTo>
                      <a:lnTo>
                        <a:pt x="57" y="16"/>
                      </a:lnTo>
                      <a:lnTo>
                        <a:pt x="52" y="10"/>
                      </a:lnTo>
                      <a:lnTo>
                        <a:pt x="45" y="3"/>
                      </a:lnTo>
                      <a:lnTo>
                        <a:pt x="38" y="1"/>
                      </a:lnTo>
                      <a:lnTo>
                        <a:pt x="27" y="0"/>
                      </a:lnTo>
                      <a:lnTo>
                        <a:pt x="19" y="1"/>
                      </a:lnTo>
                      <a:lnTo>
                        <a:pt x="12" y="6"/>
                      </a:lnTo>
                      <a:lnTo>
                        <a:pt x="4" y="14"/>
                      </a:lnTo>
                      <a:lnTo>
                        <a:pt x="0" y="27"/>
                      </a:lnTo>
                    </a:path>
                  </a:pathLst>
                </a:custGeom>
                <a:solidFill>
                  <a:srgbClr val="CEDA9D"/>
                </a:solidFill>
                <a:ln w="25400" cap="rnd">
                  <a:solidFill>
                    <a:srgbClr val="999933"/>
                  </a:solidFill>
                  <a:round/>
                  <a:headEnd type="none" w="sm" len="sm"/>
                  <a:tailEnd type="none" w="sm" len="sm"/>
                </a:ln>
                <a:effectLst/>
              </p:spPr>
              <p:txBody>
                <a:bodyPr/>
                <a:lstStyle/>
                <a:p>
                  <a:endParaRPr lang="zh-CN" altLang="en-US"/>
                </a:p>
              </p:txBody>
            </p:sp>
          </p:grpSp>
          <p:sp>
            <p:nvSpPr>
              <p:cNvPr id="1109" name="Freeform 85"/>
              <p:cNvSpPr/>
              <p:nvPr/>
            </p:nvSpPr>
            <p:spPr bwMode="ltGray">
              <a:xfrm>
                <a:off x="5031" y="3712"/>
                <a:ext cx="46" cy="270"/>
              </a:xfrm>
              <a:custGeom>
                <a:avLst/>
                <a:gdLst/>
                <a:ahLst/>
                <a:cxnLst>
                  <a:cxn ang="0">
                    <a:pos x="45" y="0"/>
                  </a:cxn>
                  <a:cxn ang="0">
                    <a:pos x="28" y="17"/>
                  </a:cxn>
                  <a:cxn ang="0">
                    <a:pos x="19" y="51"/>
                  </a:cxn>
                  <a:cxn ang="0">
                    <a:pos x="9" y="96"/>
                  </a:cxn>
                  <a:cxn ang="0">
                    <a:pos x="0" y="153"/>
                  </a:cxn>
                  <a:cxn ang="0">
                    <a:pos x="0" y="215"/>
                  </a:cxn>
                  <a:cxn ang="0">
                    <a:pos x="5" y="269"/>
                  </a:cxn>
                  <a:cxn ang="0">
                    <a:pos x="9" y="269"/>
                  </a:cxn>
                  <a:cxn ang="0">
                    <a:pos x="5" y="215"/>
                  </a:cxn>
                  <a:cxn ang="0">
                    <a:pos x="5" y="169"/>
                  </a:cxn>
                  <a:cxn ang="0">
                    <a:pos x="14" y="121"/>
                  </a:cxn>
                  <a:cxn ang="0">
                    <a:pos x="28" y="71"/>
                  </a:cxn>
                  <a:cxn ang="0">
                    <a:pos x="44" y="7"/>
                  </a:cxn>
                  <a:cxn ang="0">
                    <a:pos x="45" y="0"/>
                  </a:cxn>
                </a:cxnLst>
                <a:rect l="0" t="0" r="r" b="b"/>
                <a:pathLst>
                  <a:path w="46" h="270">
                    <a:moveTo>
                      <a:pt x="45" y="0"/>
                    </a:moveTo>
                    <a:lnTo>
                      <a:pt x="28" y="17"/>
                    </a:lnTo>
                    <a:lnTo>
                      <a:pt x="19" y="51"/>
                    </a:lnTo>
                    <a:lnTo>
                      <a:pt x="9" y="96"/>
                    </a:lnTo>
                    <a:lnTo>
                      <a:pt x="0" y="153"/>
                    </a:lnTo>
                    <a:lnTo>
                      <a:pt x="0" y="215"/>
                    </a:lnTo>
                    <a:lnTo>
                      <a:pt x="5" y="269"/>
                    </a:lnTo>
                    <a:lnTo>
                      <a:pt x="9" y="269"/>
                    </a:lnTo>
                    <a:lnTo>
                      <a:pt x="5" y="215"/>
                    </a:lnTo>
                    <a:lnTo>
                      <a:pt x="5" y="169"/>
                    </a:lnTo>
                    <a:lnTo>
                      <a:pt x="14" y="121"/>
                    </a:lnTo>
                    <a:lnTo>
                      <a:pt x="28" y="71"/>
                    </a:lnTo>
                    <a:lnTo>
                      <a:pt x="44" y="7"/>
                    </a:lnTo>
                    <a:lnTo>
                      <a:pt x="45" y="0"/>
                    </a:lnTo>
                  </a:path>
                </a:pathLst>
              </a:custGeom>
              <a:solidFill>
                <a:srgbClr val="CEDA9D"/>
              </a:solidFill>
              <a:ln w="9525" cap="rnd">
                <a:noFill/>
                <a:round/>
              </a:ln>
              <a:effectLst/>
            </p:spPr>
            <p:txBody>
              <a:bodyPr/>
              <a:lstStyle/>
              <a:p>
                <a:endParaRPr lang="zh-CN" altLang="en-US"/>
              </a:p>
            </p:txBody>
          </p:sp>
          <p:sp>
            <p:nvSpPr>
              <p:cNvPr id="1110" name="Freeform 86"/>
              <p:cNvSpPr/>
              <p:nvPr/>
            </p:nvSpPr>
            <p:spPr bwMode="ltGray">
              <a:xfrm>
                <a:off x="5499" y="3719"/>
                <a:ext cx="72" cy="278"/>
              </a:xfrm>
              <a:custGeom>
                <a:avLst/>
                <a:gdLst/>
                <a:ahLst/>
                <a:cxnLst>
                  <a:cxn ang="0">
                    <a:pos x="14" y="0"/>
                  </a:cxn>
                  <a:cxn ang="0">
                    <a:pos x="28" y="21"/>
                  </a:cxn>
                  <a:cxn ang="0">
                    <a:pos x="42" y="55"/>
                  </a:cxn>
                  <a:cxn ang="0">
                    <a:pos x="56" y="101"/>
                  </a:cxn>
                  <a:cxn ang="0">
                    <a:pos x="71" y="159"/>
                  </a:cxn>
                  <a:cxn ang="0">
                    <a:pos x="71" y="222"/>
                  </a:cxn>
                  <a:cxn ang="0">
                    <a:pos x="64" y="277"/>
                  </a:cxn>
                  <a:cxn ang="0">
                    <a:pos x="56" y="277"/>
                  </a:cxn>
                  <a:cxn ang="0">
                    <a:pos x="64" y="222"/>
                  </a:cxn>
                  <a:cxn ang="0">
                    <a:pos x="64" y="176"/>
                  </a:cxn>
                  <a:cxn ang="0">
                    <a:pos x="49" y="125"/>
                  </a:cxn>
                  <a:cxn ang="0">
                    <a:pos x="28" y="75"/>
                  </a:cxn>
                  <a:cxn ang="0">
                    <a:pos x="0" y="13"/>
                  </a:cxn>
                  <a:cxn ang="0">
                    <a:pos x="14" y="0"/>
                  </a:cxn>
                </a:cxnLst>
                <a:rect l="0" t="0" r="r" b="b"/>
                <a:pathLst>
                  <a:path w="72" h="278">
                    <a:moveTo>
                      <a:pt x="14" y="0"/>
                    </a:moveTo>
                    <a:lnTo>
                      <a:pt x="28" y="21"/>
                    </a:lnTo>
                    <a:lnTo>
                      <a:pt x="42" y="55"/>
                    </a:lnTo>
                    <a:lnTo>
                      <a:pt x="56" y="101"/>
                    </a:lnTo>
                    <a:lnTo>
                      <a:pt x="71" y="159"/>
                    </a:lnTo>
                    <a:lnTo>
                      <a:pt x="71" y="222"/>
                    </a:lnTo>
                    <a:lnTo>
                      <a:pt x="64" y="277"/>
                    </a:lnTo>
                    <a:lnTo>
                      <a:pt x="56" y="277"/>
                    </a:lnTo>
                    <a:lnTo>
                      <a:pt x="64" y="222"/>
                    </a:lnTo>
                    <a:lnTo>
                      <a:pt x="64" y="176"/>
                    </a:lnTo>
                    <a:lnTo>
                      <a:pt x="49" y="125"/>
                    </a:lnTo>
                    <a:lnTo>
                      <a:pt x="28" y="75"/>
                    </a:lnTo>
                    <a:lnTo>
                      <a:pt x="0" y="13"/>
                    </a:lnTo>
                    <a:lnTo>
                      <a:pt x="14" y="0"/>
                    </a:lnTo>
                  </a:path>
                </a:pathLst>
              </a:custGeom>
              <a:solidFill>
                <a:srgbClr val="CEDA9D"/>
              </a:solidFill>
              <a:ln w="9525" cap="rnd">
                <a:noFill/>
                <a:round/>
              </a:ln>
              <a:effectLst/>
            </p:spPr>
            <p:txBody>
              <a:bodyPr/>
              <a:lstStyle/>
              <a:p>
                <a:endParaRPr lang="zh-CN" altLang="en-US"/>
              </a:p>
            </p:txBody>
          </p:sp>
          <p:sp>
            <p:nvSpPr>
              <p:cNvPr id="1111" name="Freeform 87"/>
              <p:cNvSpPr/>
              <p:nvPr/>
            </p:nvSpPr>
            <p:spPr bwMode="ltGray">
              <a:xfrm>
                <a:off x="4955" y="3844"/>
                <a:ext cx="196" cy="332"/>
              </a:xfrm>
              <a:custGeom>
                <a:avLst/>
                <a:gdLst/>
                <a:ahLst/>
                <a:cxnLst>
                  <a:cxn ang="0">
                    <a:pos x="114" y="8"/>
                  </a:cxn>
                  <a:cxn ang="0">
                    <a:pos x="97" y="21"/>
                  </a:cxn>
                  <a:cxn ang="0">
                    <a:pos x="61" y="35"/>
                  </a:cxn>
                  <a:cxn ang="0">
                    <a:pos x="75" y="32"/>
                  </a:cxn>
                  <a:cxn ang="0">
                    <a:pos x="80" y="41"/>
                  </a:cxn>
                  <a:cxn ang="0">
                    <a:pos x="75" y="48"/>
                  </a:cxn>
                  <a:cxn ang="0">
                    <a:pos x="55" y="64"/>
                  </a:cxn>
                  <a:cxn ang="0">
                    <a:pos x="55" y="68"/>
                  </a:cxn>
                  <a:cxn ang="0">
                    <a:pos x="69" y="68"/>
                  </a:cxn>
                  <a:cxn ang="0">
                    <a:pos x="64" y="73"/>
                  </a:cxn>
                  <a:cxn ang="0">
                    <a:pos x="55" y="89"/>
                  </a:cxn>
                  <a:cxn ang="0">
                    <a:pos x="64" y="86"/>
                  </a:cxn>
                  <a:cxn ang="0">
                    <a:pos x="67" y="97"/>
                  </a:cxn>
                  <a:cxn ang="0">
                    <a:pos x="19" y="124"/>
                  </a:cxn>
                  <a:cxn ang="0">
                    <a:pos x="50" y="116"/>
                  </a:cxn>
                  <a:cxn ang="0">
                    <a:pos x="38" y="132"/>
                  </a:cxn>
                  <a:cxn ang="0">
                    <a:pos x="25" y="135"/>
                  </a:cxn>
                  <a:cxn ang="0">
                    <a:pos x="58" y="116"/>
                  </a:cxn>
                  <a:cxn ang="0">
                    <a:pos x="67" y="124"/>
                  </a:cxn>
                  <a:cxn ang="0">
                    <a:pos x="41" y="149"/>
                  </a:cxn>
                  <a:cxn ang="0">
                    <a:pos x="22" y="165"/>
                  </a:cxn>
                  <a:cxn ang="0">
                    <a:pos x="45" y="155"/>
                  </a:cxn>
                  <a:cxn ang="0">
                    <a:pos x="52" y="162"/>
                  </a:cxn>
                  <a:cxn ang="0">
                    <a:pos x="41" y="181"/>
                  </a:cxn>
                  <a:cxn ang="0">
                    <a:pos x="25" y="193"/>
                  </a:cxn>
                  <a:cxn ang="0">
                    <a:pos x="30" y="198"/>
                  </a:cxn>
                  <a:cxn ang="0">
                    <a:pos x="33" y="206"/>
                  </a:cxn>
                  <a:cxn ang="0">
                    <a:pos x="30" y="208"/>
                  </a:cxn>
                  <a:cxn ang="0">
                    <a:pos x="27" y="217"/>
                  </a:cxn>
                  <a:cxn ang="0">
                    <a:pos x="30" y="225"/>
                  </a:cxn>
                  <a:cxn ang="0">
                    <a:pos x="5" y="257"/>
                  </a:cxn>
                  <a:cxn ang="0">
                    <a:pos x="36" y="238"/>
                  </a:cxn>
                  <a:cxn ang="0">
                    <a:pos x="64" y="331"/>
                  </a:cxn>
                  <a:cxn ang="0">
                    <a:pos x="41" y="249"/>
                  </a:cxn>
                  <a:cxn ang="0">
                    <a:pos x="55" y="227"/>
                  </a:cxn>
                  <a:cxn ang="0">
                    <a:pos x="58" y="217"/>
                  </a:cxn>
                  <a:cxn ang="0">
                    <a:pos x="67" y="236"/>
                  </a:cxn>
                  <a:cxn ang="0">
                    <a:pos x="64" y="200"/>
                  </a:cxn>
                  <a:cxn ang="0">
                    <a:pos x="83" y="246"/>
                  </a:cxn>
                  <a:cxn ang="0">
                    <a:pos x="92" y="249"/>
                  </a:cxn>
                  <a:cxn ang="0">
                    <a:pos x="69" y="217"/>
                  </a:cxn>
                  <a:cxn ang="0">
                    <a:pos x="75" y="179"/>
                  </a:cxn>
                  <a:cxn ang="0">
                    <a:pos x="134" y="287"/>
                  </a:cxn>
                  <a:cxn ang="0">
                    <a:pos x="80" y="187"/>
                  </a:cxn>
                  <a:cxn ang="0">
                    <a:pos x="86" y="143"/>
                  </a:cxn>
                  <a:cxn ang="0">
                    <a:pos x="114" y="206"/>
                  </a:cxn>
                  <a:cxn ang="0">
                    <a:pos x="94" y="146"/>
                  </a:cxn>
                  <a:cxn ang="0">
                    <a:pos x="119" y="238"/>
                  </a:cxn>
                  <a:cxn ang="0">
                    <a:pos x="97" y="116"/>
                  </a:cxn>
                  <a:cxn ang="0">
                    <a:pos x="102" y="86"/>
                  </a:cxn>
                  <a:cxn ang="0">
                    <a:pos x="136" y="137"/>
                  </a:cxn>
                  <a:cxn ang="0">
                    <a:pos x="136" y="137"/>
                  </a:cxn>
                  <a:cxn ang="0">
                    <a:pos x="111" y="92"/>
                  </a:cxn>
                  <a:cxn ang="0">
                    <a:pos x="114" y="68"/>
                  </a:cxn>
                  <a:cxn ang="0">
                    <a:pos x="122" y="79"/>
                  </a:cxn>
                  <a:cxn ang="0">
                    <a:pos x="195" y="127"/>
                  </a:cxn>
                  <a:cxn ang="0">
                    <a:pos x="119" y="70"/>
                  </a:cxn>
                  <a:cxn ang="0">
                    <a:pos x="134" y="64"/>
                  </a:cxn>
                  <a:cxn ang="0">
                    <a:pos x="178" y="119"/>
                  </a:cxn>
                  <a:cxn ang="0">
                    <a:pos x="128" y="32"/>
                  </a:cxn>
                  <a:cxn ang="0">
                    <a:pos x="125" y="16"/>
                  </a:cxn>
                  <a:cxn ang="0">
                    <a:pos x="139" y="0"/>
                  </a:cxn>
                </a:cxnLst>
                <a:rect l="0" t="0" r="r" b="b"/>
                <a:pathLst>
                  <a:path w="196" h="332">
                    <a:moveTo>
                      <a:pt x="128" y="2"/>
                    </a:moveTo>
                    <a:lnTo>
                      <a:pt x="119" y="2"/>
                    </a:lnTo>
                    <a:lnTo>
                      <a:pt x="114" y="8"/>
                    </a:lnTo>
                    <a:lnTo>
                      <a:pt x="108" y="14"/>
                    </a:lnTo>
                    <a:lnTo>
                      <a:pt x="106" y="16"/>
                    </a:lnTo>
                    <a:lnTo>
                      <a:pt x="97" y="21"/>
                    </a:lnTo>
                    <a:lnTo>
                      <a:pt x="88" y="29"/>
                    </a:lnTo>
                    <a:lnTo>
                      <a:pt x="80" y="32"/>
                    </a:lnTo>
                    <a:lnTo>
                      <a:pt x="61" y="35"/>
                    </a:lnTo>
                    <a:lnTo>
                      <a:pt x="13" y="35"/>
                    </a:lnTo>
                    <a:lnTo>
                      <a:pt x="61" y="37"/>
                    </a:lnTo>
                    <a:lnTo>
                      <a:pt x="75" y="32"/>
                    </a:lnTo>
                    <a:lnTo>
                      <a:pt x="83" y="35"/>
                    </a:lnTo>
                    <a:lnTo>
                      <a:pt x="72" y="41"/>
                    </a:lnTo>
                    <a:lnTo>
                      <a:pt x="80" y="41"/>
                    </a:lnTo>
                    <a:lnTo>
                      <a:pt x="72" y="48"/>
                    </a:lnTo>
                    <a:lnTo>
                      <a:pt x="11" y="94"/>
                    </a:lnTo>
                    <a:lnTo>
                      <a:pt x="75" y="48"/>
                    </a:lnTo>
                    <a:lnTo>
                      <a:pt x="72" y="54"/>
                    </a:lnTo>
                    <a:lnTo>
                      <a:pt x="64" y="62"/>
                    </a:lnTo>
                    <a:lnTo>
                      <a:pt x="55" y="64"/>
                    </a:lnTo>
                    <a:lnTo>
                      <a:pt x="38" y="68"/>
                    </a:lnTo>
                    <a:lnTo>
                      <a:pt x="11" y="62"/>
                    </a:lnTo>
                    <a:lnTo>
                      <a:pt x="55" y="68"/>
                    </a:lnTo>
                    <a:lnTo>
                      <a:pt x="64" y="62"/>
                    </a:lnTo>
                    <a:lnTo>
                      <a:pt x="72" y="59"/>
                    </a:lnTo>
                    <a:lnTo>
                      <a:pt x="69" y="68"/>
                    </a:lnTo>
                    <a:lnTo>
                      <a:pt x="64" y="70"/>
                    </a:lnTo>
                    <a:lnTo>
                      <a:pt x="9" y="97"/>
                    </a:lnTo>
                    <a:lnTo>
                      <a:pt x="64" y="73"/>
                    </a:lnTo>
                    <a:lnTo>
                      <a:pt x="69" y="73"/>
                    </a:lnTo>
                    <a:lnTo>
                      <a:pt x="64" y="81"/>
                    </a:lnTo>
                    <a:lnTo>
                      <a:pt x="55" y="89"/>
                    </a:lnTo>
                    <a:lnTo>
                      <a:pt x="9" y="105"/>
                    </a:lnTo>
                    <a:lnTo>
                      <a:pt x="61" y="86"/>
                    </a:lnTo>
                    <a:lnTo>
                      <a:pt x="64" y="86"/>
                    </a:lnTo>
                    <a:lnTo>
                      <a:pt x="67" y="89"/>
                    </a:lnTo>
                    <a:lnTo>
                      <a:pt x="55" y="99"/>
                    </a:lnTo>
                    <a:lnTo>
                      <a:pt x="67" y="97"/>
                    </a:lnTo>
                    <a:lnTo>
                      <a:pt x="52" y="111"/>
                    </a:lnTo>
                    <a:lnTo>
                      <a:pt x="41" y="119"/>
                    </a:lnTo>
                    <a:lnTo>
                      <a:pt x="19" y="124"/>
                    </a:lnTo>
                    <a:lnTo>
                      <a:pt x="9" y="124"/>
                    </a:lnTo>
                    <a:lnTo>
                      <a:pt x="27" y="122"/>
                    </a:lnTo>
                    <a:lnTo>
                      <a:pt x="50" y="116"/>
                    </a:lnTo>
                    <a:lnTo>
                      <a:pt x="55" y="113"/>
                    </a:lnTo>
                    <a:lnTo>
                      <a:pt x="50" y="122"/>
                    </a:lnTo>
                    <a:lnTo>
                      <a:pt x="38" y="132"/>
                    </a:lnTo>
                    <a:lnTo>
                      <a:pt x="19" y="137"/>
                    </a:lnTo>
                    <a:lnTo>
                      <a:pt x="0" y="143"/>
                    </a:lnTo>
                    <a:lnTo>
                      <a:pt x="25" y="135"/>
                    </a:lnTo>
                    <a:lnTo>
                      <a:pt x="41" y="127"/>
                    </a:lnTo>
                    <a:lnTo>
                      <a:pt x="55" y="119"/>
                    </a:lnTo>
                    <a:lnTo>
                      <a:pt x="58" y="116"/>
                    </a:lnTo>
                    <a:lnTo>
                      <a:pt x="55" y="124"/>
                    </a:lnTo>
                    <a:lnTo>
                      <a:pt x="61" y="122"/>
                    </a:lnTo>
                    <a:lnTo>
                      <a:pt x="67" y="124"/>
                    </a:lnTo>
                    <a:lnTo>
                      <a:pt x="55" y="132"/>
                    </a:lnTo>
                    <a:lnTo>
                      <a:pt x="55" y="137"/>
                    </a:lnTo>
                    <a:lnTo>
                      <a:pt x="41" y="149"/>
                    </a:lnTo>
                    <a:lnTo>
                      <a:pt x="46" y="149"/>
                    </a:lnTo>
                    <a:lnTo>
                      <a:pt x="41" y="155"/>
                    </a:lnTo>
                    <a:lnTo>
                      <a:pt x="22" y="165"/>
                    </a:lnTo>
                    <a:lnTo>
                      <a:pt x="5" y="168"/>
                    </a:lnTo>
                    <a:lnTo>
                      <a:pt x="30" y="162"/>
                    </a:lnTo>
                    <a:lnTo>
                      <a:pt x="45" y="155"/>
                    </a:lnTo>
                    <a:lnTo>
                      <a:pt x="52" y="151"/>
                    </a:lnTo>
                    <a:lnTo>
                      <a:pt x="52" y="160"/>
                    </a:lnTo>
                    <a:lnTo>
                      <a:pt x="52" y="162"/>
                    </a:lnTo>
                    <a:lnTo>
                      <a:pt x="45" y="173"/>
                    </a:lnTo>
                    <a:lnTo>
                      <a:pt x="36" y="181"/>
                    </a:lnTo>
                    <a:lnTo>
                      <a:pt x="41" y="181"/>
                    </a:lnTo>
                    <a:lnTo>
                      <a:pt x="33" y="187"/>
                    </a:lnTo>
                    <a:lnTo>
                      <a:pt x="5" y="200"/>
                    </a:lnTo>
                    <a:lnTo>
                      <a:pt x="25" y="193"/>
                    </a:lnTo>
                    <a:lnTo>
                      <a:pt x="38" y="187"/>
                    </a:lnTo>
                    <a:lnTo>
                      <a:pt x="38" y="195"/>
                    </a:lnTo>
                    <a:lnTo>
                      <a:pt x="30" y="198"/>
                    </a:lnTo>
                    <a:lnTo>
                      <a:pt x="38" y="195"/>
                    </a:lnTo>
                    <a:lnTo>
                      <a:pt x="38" y="200"/>
                    </a:lnTo>
                    <a:lnTo>
                      <a:pt x="33" y="206"/>
                    </a:lnTo>
                    <a:lnTo>
                      <a:pt x="9" y="214"/>
                    </a:lnTo>
                    <a:lnTo>
                      <a:pt x="30" y="206"/>
                    </a:lnTo>
                    <a:lnTo>
                      <a:pt x="30" y="208"/>
                    </a:lnTo>
                    <a:lnTo>
                      <a:pt x="33" y="211"/>
                    </a:lnTo>
                    <a:lnTo>
                      <a:pt x="9" y="231"/>
                    </a:lnTo>
                    <a:lnTo>
                      <a:pt x="27" y="217"/>
                    </a:lnTo>
                    <a:lnTo>
                      <a:pt x="33" y="214"/>
                    </a:lnTo>
                    <a:lnTo>
                      <a:pt x="36" y="219"/>
                    </a:lnTo>
                    <a:lnTo>
                      <a:pt x="30" y="225"/>
                    </a:lnTo>
                    <a:lnTo>
                      <a:pt x="36" y="222"/>
                    </a:lnTo>
                    <a:lnTo>
                      <a:pt x="30" y="238"/>
                    </a:lnTo>
                    <a:lnTo>
                      <a:pt x="5" y="257"/>
                    </a:lnTo>
                    <a:lnTo>
                      <a:pt x="30" y="238"/>
                    </a:lnTo>
                    <a:lnTo>
                      <a:pt x="27" y="246"/>
                    </a:lnTo>
                    <a:lnTo>
                      <a:pt x="36" y="238"/>
                    </a:lnTo>
                    <a:lnTo>
                      <a:pt x="36" y="246"/>
                    </a:lnTo>
                    <a:lnTo>
                      <a:pt x="38" y="284"/>
                    </a:lnTo>
                    <a:lnTo>
                      <a:pt x="64" y="331"/>
                    </a:lnTo>
                    <a:lnTo>
                      <a:pt x="38" y="282"/>
                    </a:lnTo>
                    <a:lnTo>
                      <a:pt x="38" y="263"/>
                    </a:lnTo>
                    <a:lnTo>
                      <a:pt x="41" y="249"/>
                    </a:lnTo>
                    <a:lnTo>
                      <a:pt x="45" y="238"/>
                    </a:lnTo>
                    <a:lnTo>
                      <a:pt x="50" y="219"/>
                    </a:lnTo>
                    <a:lnTo>
                      <a:pt x="55" y="227"/>
                    </a:lnTo>
                    <a:lnTo>
                      <a:pt x="92" y="331"/>
                    </a:lnTo>
                    <a:lnTo>
                      <a:pt x="58" y="227"/>
                    </a:lnTo>
                    <a:lnTo>
                      <a:pt x="58" y="217"/>
                    </a:lnTo>
                    <a:lnTo>
                      <a:pt x="64" y="222"/>
                    </a:lnTo>
                    <a:lnTo>
                      <a:pt x="69" y="322"/>
                    </a:lnTo>
                    <a:lnTo>
                      <a:pt x="67" y="236"/>
                    </a:lnTo>
                    <a:lnTo>
                      <a:pt x="64" y="219"/>
                    </a:lnTo>
                    <a:lnTo>
                      <a:pt x="61" y="214"/>
                    </a:lnTo>
                    <a:lnTo>
                      <a:pt x="64" y="200"/>
                    </a:lnTo>
                    <a:lnTo>
                      <a:pt x="67" y="211"/>
                    </a:lnTo>
                    <a:lnTo>
                      <a:pt x="75" y="233"/>
                    </a:lnTo>
                    <a:lnTo>
                      <a:pt x="83" y="246"/>
                    </a:lnTo>
                    <a:lnTo>
                      <a:pt x="106" y="266"/>
                    </a:lnTo>
                    <a:lnTo>
                      <a:pt x="153" y="301"/>
                    </a:lnTo>
                    <a:lnTo>
                      <a:pt x="92" y="249"/>
                    </a:lnTo>
                    <a:lnTo>
                      <a:pt x="80" y="236"/>
                    </a:lnTo>
                    <a:lnTo>
                      <a:pt x="75" y="227"/>
                    </a:lnTo>
                    <a:lnTo>
                      <a:pt x="69" y="217"/>
                    </a:lnTo>
                    <a:lnTo>
                      <a:pt x="72" y="187"/>
                    </a:lnTo>
                    <a:lnTo>
                      <a:pt x="75" y="195"/>
                    </a:lnTo>
                    <a:lnTo>
                      <a:pt x="75" y="179"/>
                    </a:lnTo>
                    <a:lnTo>
                      <a:pt x="75" y="173"/>
                    </a:lnTo>
                    <a:lnTo>
                      <a:pt x="80" y="187"/>
                    </a:lnTo>
                    <a:lnTo>
                      <a:pt x="134" y="287"/>
                    </a:lnTo>
                    <a:lnTo>
                      <a:pt x="88" y="206"/>
                    </a:lnTo>
                    <a:lnTo>
                      <a:pt x="83" y="198"/>
                    </a:lnTo>
                    <a:lnTo>
                      <a:pt x="80" y="187"/>
                    </a:lnTo>
                    <a:lnTo>
                      <a:pt x="80" y="157"/>
                    </a:lnTo>
                    <a:lnTo>
                      <a:pt x="83" y="160"/>
                    </a:lnTo>
                    <a:lnTo>
                      <a:pt x="86" y="143"/>
                    </a:lnTo>
                    <a:lnTo>
                      <a:pt x="94" y="149"/>
                    </a:lnTo>
                    <a:lnTo>
                      <a:pt x="136" y="260"/>
                    </a:lnTo>
                    <a:lnTo>
                      <a:pt x="114" y="206"/>
                    </a:lnTo>
                    <a:lnTo>
                      <a:pt x="106" y="181"/>
                    </a:lnTo>
                    <a:lnTo>
                      <a:pt x="94" y="160"/>
                    </a:lnTo>
                    <a:lnTo>
                      <a:pt x="94" y="146"/>
                    </a:lnTo>
                    <a:lnTo>
                      <a:pt x="92" y="124"/>
                    </a:lnTo>
                    <a:lnTo>
                      <a:pt x="97" y="127"/>
                    </a:lnTo>
                    <a:lnTo>
                      <a:pt x="119" y="238"/>
                    </a:lnTo>
                    <a:lnTo>
                      <a:pt x="94" y="119"/>
                    </a:lnTo>
                    <a:lnTo>
                      <a:pt x="94" y="108"/>
                    </a:lnTo>
                    <a:lnTo>
                      <a:pt x="97" y="116"/>
                    </a:lnTo>
                    <a:lnTo>
                      <a:pt x="97" y="92"/>
                    </a:lnTo>
                    <a:lnTo>
                      <a:pt x="102" y="99"/>
                    </a:lnTo>
                    <a:lnTo>
                      <a:pt x="102" y="86"/>
                    </a:lnTo>
                    <a:lnTo>
                      <a:pt x="111" y="94"/>
                    </a:lnTo>
                    <a:lnTo>
                      <a:pt x="122" y="122"/>
                    </a:lnTo>
                    <a:lnTo>
                      <a:pt x="136" y="137"/>
                    </a:lnTo>
                    <a:lnTo>
                      <a:pt x="161" y="165"/>
                    </a:lnTo>
                    <a:lnTo>
                      <a:pt x="175" y="189"/>
                    </a:lnTo>
                    <a:lnTo>
                      <a:pt x="136" y="137"/>
                    </a:lnTo>
                    <a:lnTo>
                      <a:pt x="125" y="124"/>
                    </a:lnTo>
                    <a:lnTo>
                      <a:pt x="114" y="105"/>
                    </a:lnTo>
                    <a:lnTo>
                      <a:pt x="111" y="92"/>
                    </a:lnTo>
                    <a:lnTo>
                      <a:pt x="106" y="68"/>
                    </a:lnTo>
                    <a:lnTo>
                      <a:pt x="108" y="70"/>
                    </a:lnTo>
                    <a:lnTo>
                      <a:pt x="114" y="68"/>
                    </a:lnTo>
                    <a:lnTo>
                      <a:pt x="111" y="56"/>
                    </a:lnTo>
                    <a:lnTo>
                      <a:pt x="116" y="68"/>
                    </a:lnTo>
                    <a:lnTo>
                      <a:pt x="122" y="79"/>
                    </a:lnTo>
                    <a:lnTo>
                      <a:pt x="136" y="89"/>
                    </a:lnTo>
                    <a:lnTo>
                      <a:pt x="156" y="99"/>
                    </a:lnTo>
                    <a:lnTo>
                      <a:pt x="195" y="127"/>
                    </a:lnTo>
                    <a:lnTo>
                      <a:pt x="130" y="86"/>
                    </a:lnTo>
                    <a:lnTo>
                      <a:pt x="122" y="75"/>
                    </a:lnTo>
                    <a:lnTo>
                      <a:pt x="119" y="70"/>
                    </a:lnTo>
                    <a:lnTo>
                      <a:pt x="119" y="43"/>
                    </a:lnTo>
                    <a:lnTo>
                      <a:pt x="125" y="52"/>
                    </a:lnTo>
                    <a:lnTo>
                      <a:pt x="134" y="64"/>
                    </a:lnTo>
                    <a:lnTo>
                      <a:pt x="150" y="86"/>
                    </a:lnTo>
                    <a:lnTo>
                      <a:pt x="172" y="108"/>
                    </a:lnTo>
                    <a:lnTo>
                      <a:pt x="178" y="119"/>
                    </a:lnTo>
                    <a:lnTo>
                      <a:pt x="125" y="62"/>
                    </a:lnTo>
                    <a:lnTo>
                      <a:pt x="125" y="46"/>
                    </a:lnTo>
                    <a:lnTo>
                      <a:pt x="128" y="32"/>
                    </a:lnTo>
                    <a:lnTo>
                      <a:pt x="125" y="23"/>
                    </a:lnTo>
                    <a:lnTo>
                      <a:pt x="122" y="21"/>
                    </a:lnTo>
                    <a:lnTo>
                      <a:pt x="125" y="16"/>
                    </a:lnTo>
                    <a:lnTo>
                      <a:pt x="128" y="8"/>
                    </a:lnTo>
                    <a:lnTo>
                      <a:pt x="134" y="2"/>
                    </a:lnTo>
                    <a:lnTo>
                      <a:pt x="139" y="0"/>
                    </a:lnTo>
                    <a:lnTo>
                      <a:pt x="128" y="2"/>
                    </a:lnTo>
                  </a:path>
                </a:pathLst>
              </a:custGeom>
              <a:solidFill>
                <a:srgbClr val="CEDA9D"/>
              </a:solidFill>
              <a:ln w="9525" cap="rnd">
                <a:noFill/>
                <a:round/>
              </a:ln>
              <a:effectLst/>
            </p:spPr>
            <p:txBody>
              <a:bodyPr/>
              <a:lstStyle/>
              <a:p>
                <a:endParaRPr lang="zh-CN" altLang="en-US"/>
              </a:p>
            </p:txBody>
          </p:sp>
          <p:sp>
            <p:nvSpPr>
              <p:cNvPr id="1112" name="Freeform 88"/>
              <p:cNvSpPr/>
              <p:nvPr/>
            </p:nvSpPr>
            <p:spPr bwMode="ltGray">
              <a:xfrm>
                <a:off x="5091" y="3509"/>
                <a:ext cx="122" cy="289"/>
              </a:xfrm>
              <a:custGeom>
                <a:avLst/>
                <a:gdLst/>
                <a:ahLst/>
                <a:cxnLst>
                  <a:cxn ang="0">
                    <a:pos x="121" y="103"/>
                  </a:cxn>
                  <a:cxn ang="0">
                    <a:pos x="108" y="10"/>
                  </a:cxn>
                  <a:cxn ang="0">
                    <a:pos x="92" y="1"/>
                  </a:cxn>
                  <a:cxn ang="0">
                    <a:pos x="79" y="0"/>
                  </a:cxn>
                  <a:cxn ang="0">
                    <a:pos x="58" y="4"/>
                  </a:cxn>
                  <a:cxn ang="0">
                    <a:pos x="45" y="14"/>
                  </a:cxn>
                  <a:cxn ang="0">
                    <a:pos x="31" y="28"/>
                  </a:cxn>
                  <a:cxn ang="0">
                    <a:pos x="17" y="54"/>
                  </a:cxn>
                  <a:cxn ang="0">
                    <a:pos x="9" y="90"/>
                  </a:cxn>
                  <a:cxn ang="0">
                    <a:pos x="5" y="121"/>
                  </a:cxn>
                  <a:cxn ang="0">
                    <a:pos x="0" y="164"/>
                  </a:cxn>
                  <a:cxn ang="0">
                    <a:pos x="0" y="192"/>
                  </a:cxn>
                  <a:cxn ang="0">
                    <a:pos x="9" y="230"/>
                  </a:cxn>
                  <a:cxn ang="0">
                    <a:pos x="27" y="262"/>
                  </a:cxn>
                  <a:cxn ang="0">
                    <a:pos x="45" y="288"/>
                  </a:cxn>
                  <a:cxn ang="0">
                    <a:pos x="35" y="249"/>
                  </a:cxn>
                  <a:cxn ang="0">
                    <a:pos x="31" y="212"/>
                  </a:cxn>
                  <a:cxn ang="0">
                    <a:pos x="33" y="174"/>
                  </a:cxn>
                  <a:cxn ang="0">
                    <a:pos x="35" y="141"/>
                  </a:cxn>
                  <a:cxn ang="0">
                    <a:pos x="39" y="107"/>
                  </a:cxn>
                  <a:cxn ang="0">
                    <a:pos x="45" y="76"/>
                  </a:cxn>
                  <a:cxn ang="0">
                    <a:pos x="47" y="53"/>
                  </a:cxn>
                  <a:cxn ang="0">
                    <a:pos x="55" y="30"/>
                  </a:cxn>
                  <a:cxn ang="0">
                    <a:pos x="73" y="11"/>
                  </a:cxn>
                  <a:cxn ang="0">
                    <a:pos x="88" y="13"/>
                  </a:cxn>
                  <a:cxn ang="0">
                    <a:pos x="103" y="65"/>
                  </a:cxn>
                  <a:cxn ang="0">
                    <a:pos x="116" y="76"/>
                  </a:cxn>
                  <a:cxn ang="0">
                    <a:pos x="121" y="103"/>
                  </a:cxn>
                </a:cxnLst>
                <a:rect l="0" t="0" r="r" b="b"/>
                <a:pathLst>
                  <a:path w="122" h="289">
                    <a:moveTo>
                      <a:pt x="121" y="103"/>
                    </a:moveTo>
                    <a:lnTo>
                      <a:pt x="108" y="10"/>
                    </a:lnTo>
                    <a:lnTo>
                      <a:pt x="92" y="1"/>
                    </a:lnTo>
                    <a:lnTo>
                      <a:pt x="79" y="0"/>
                    </a:lnTo>
                    <a:lnTo>
                      <a:pt x="58" y="4"/>
                    </a:lnTo>
                    <a:lnTo>
                      <a:pt x="45" y="14"/>
                    </a:lnTo>
                    <a:lnTo>
                      <a:pt x="31" y="28"/>
                    </a:lnTo>
                    <a:lnTo>
                      <a:pt x="17" y="54"/>
                    </a:lnTo>
                    <a:lnTo>
                      <a:pt x="9" y="90"/>
                    </a:lnTo>
                    <a:lnTo>
                      <a:pt x="5" y="121"/>
                    </a:lnTo>
                    <a:lnTo>
                      <a:pt x="0" y="164"/>
                    </a:lnTo>
                    <a:lnTo>
                      <a:pt x="0" y="192"/>
                    </a:lnTo>
                    <a:lnTo>
                      <a:pt x="9" y="230"/>
                    </a:lnTo>
                    <a:lnTo>
                      <a:pt x="27" y="262"/>
                    </a:lnTo>
                    <a:lnTo>
                      <a:pt x="45" y="288"/>
                    </a:lnTo>
                    <a:lnTo>
                      <a:pt x="35" y="249"/>
                    </a:lnTo>
                    <a:lnTo>
                      <a:pt x="31" y="212"/>
                    </a:lnTo>
                    <a:lnTo>
                      <a:pt x="33" y="174"/>
                    </a:lnTo>
                    <a:lnTo>
                      <a:pt x="35" y="141"/>
                    </a:lnTo>
                    <a:lnTo>
                      <a:pt x="39" y="107"/>
                    </a:lnTo>
                    <a:lnTo>
                      <a:pt x="45" y="76"/>
                    </a:lnTo>
                    <a:lnTo>
                      <a:pt x="47" y="53"/>
                    </a:lnTo>
                    <a:lnTo>
                      <a:pt x="55" y="30"/>
                    </a:lnTo>
                    <a:lnTo>
                      <a:pt x="73" y="11"/>
                    </a:lnTo>
                    <a:lnTo>
                      <a:pt x="88" y="13"/>
                    </a:lnTo>
                    <a:lnTo>
                      <a:pt x="103" y="65"/>
                    </a:lnTo>
                    <a:lnTo>
                      <a:pt x="116" y="76"/>
                    </a:lnTo>
                    <a:lnTo>
                      <a:pt x="121" y="103"/>
                    </a:lnTo>
                  </a:path>
                </a:pathLst>
              </a:custGeom>
              <a:solidFill>
                <a:srgbClr val="CEDA9D"/>
              </a:solidFill>
              <a:ln w="9525" cap="rnd">
                <a:noFill/>
                <a:round/>
              </a:ln>
              <a:effectLst/>
            </p:spPr>
            <p:txBody>
              <a:bodyPr/>
              <a:lstStyle/>
              <a:p>
                <a:endParaRPr lang="zh-CN" altLang="en-US"/>
              </a:p>
            </p:txBody>
          </p:sp>
          <p:sp>
            <p:nvSpPr>
              <p:cNvPr id="1113" name="Freeform 89"/>
              <p:cNvSpPr/>
              <p:nvPr/>
            </p:nvSpPr>
            <p:spPr bwMode="ltGray">
              <a:xfrm>
                <a:off x="4882" y="3332"/>
                <a:ext cx="266" cy="590"/>
              </a:xfrm>
              <a:custGeom>
                <a:avLst/>
                <a:gdLst/>
                <a:ahLst/>
                <a:cxnLst>
                  <a:cxn ang="0">
                    <a:pos x="178" y="6"/>
                  </a:cxn>
                  <a:cxn ang="0">
                    <a:pos x="171" y="25"/>
                  </a:cxn>
                  <a:cxn ang="0">
                    <a:pos x="112" y="21"/>
                  </a:cxn>
                  <a:cxn ang="0">
                    <a:pos x="135" y="29"/>
                  </a:cxn>
                  <a:cxn ang="0">
                    <a:pos x="161" y="40"/>
                  </a:cxn>
                  <a:cxn ang="0">
                    <a:pos x="105" y="55"/>
                  </a:cxn>
                  <a:cxn ang="0">
                    <a:pos x="148" y="60"/>
                  </a:cxn>
                  <a:cxn ang="0">
                    <a:pos x="152" y="77"/>
                  </a:cxn>
                  <a:cxn ang="0">
                    <a:pos x="26" y="160"/>
                  </a:cxn>
                  <a:cxn ang="0">
                    <a:pos x="143" y="100"/>
                  </a:cxn>
                  <a:cxn ang="0">
                    <a:pos x="118" y="134"/>
                  </a:cxn>
                  <a:cxn ang="0">
                    <a:pos x="134" y="137"/>
                  </a:cxn>
                  <a:cxn ang="0">
                    <a:pos x="112" y="184"/>
                  </a:cxn>
                  <a:cxn ang="0">
                    <a:pos x="66" y="234"/>
                  </a:cxn>
                  <a:cxn ang="0">
                    <a:pos x="118" y="197"/>
                  </a:cxn>
                  <a:cxn ang="0">
                    <a:pos x="75" y="271"/>
                  </a:cxn>
                  <a:cxn ang="0">
                    <a:pos x="115" y="223"/>
                  </a:cxn>
                  <a:cxn ang="0">
                    <a:pos x="124" y="223"/>
                  </a:cxn>
                  <a:cxn ang="0">
                    <a:pos x="108" y="266"/>
                  </a:cxn>
                  <a:cxn ang="0">
                    <a:pos x="121" y="266"/>
                  </a:cxn>
                  <a:cxn ang="0">
                    <a:pos x="97" y="317"/>
                  </a:cxn>
                  <a:cxn ang="0">
                    <a:pos x="111" y="304"/>
                  </a:cxn>
                  <a:cxn ang="0">
                    <a:pos x="98" y="352"/>
                  </a:cxn>
                  <a:cxn ang="0">
                    <a:pos x="108" y="336"/>
                  </a:cxn>
                  <a:cxn ang="0">
                    <a:pos x="120" y="331"/>
                  </a:cxn>
                  <a:cxn ang="0">
                    <a:pos x="112" y="367"/>
                  </a:cxn>
                  <a:cxn ang="0">
                    <a:pos x="88" y="432"/>
                  </a:cxn>
                  <a:cxn ang="0">
                    <a:pos x="120" y="382"/>
                  </a:cxn>
                  <a:cxn ang="0">
                    <a:pos x="127" y="373"/>
                  </a:cxn>
                  <a:cxn ang="0">
                    <a:pos x="125" y="427"/>
                  </a:cxn>
                  <a:cxn ang="0">
                    <a:pos x="135" y="454"/>
                  </a:cxn>
                  <a:cxn ang="0">
                    <a:pos x="139" y="424"/>
                  </a:cxn>
                  <a:cxn ang="0">
                    <a:pos x="234" y="504"/>
                  </a:cxn>
                  <a:cxn ang="0">
                    <a:pos x="148" y="387"/>
                  </a:cxn>
                  <a:cxn ang="0">
                    <a:pos x="167" y="412"/>
                  </a:cxn>
                  <a:cxn ang="0">
                    <a:pos x="141" y="346"/>
                  </a:cxn>
                  <a:cxn ang="0">
                    <a:pos x="245" y="398"/>
                  </a:cxn>
                  <a:cxn ang="0">
                    <a:pos x="141" y="327"/>
                  </a:cxn>
                  <a:cxn ang="0">
                    <a:pos x="156" y="310"/>
                  </a:cxn>
                  <a:cxn ang="0">
                    <a:pos x="144" y="283"/>
                  </a:cxn>
                  <a:cxn ang="0">
                    <a:pos x="161" y="283"/>
                  </a:cxn>
                  <a:cxn ang="0">
                    <a:pos x="208" y="333"/>
                  </a:cxn>
                  <a:cxn ang="0">
                    <a:pos x="162" y="238"/>
                  </a:cxn>
                  <a:cxn ang="0">
                    <a:pos x="153" y="202"/>
                  </a:cxn>
                  <a:cxn ang="0">
                    <a:pos x="167" y="196"/>
                  </a:cxn>
                  <a:cxn ang="0">
                    <a:pos x="164" y="163"/>
                  </a:cxn>
                  <a:cxn ang="0">
                    <a:pos x="170" y="158"/>
                  </a:cxn>
                  <a:cxn ang="0">
                    <a:pos x="201" y="189"/>
                  </a:cxn>
                  <a:cxn ang="0">
                    <a:pos x="176" y="140"/>
                  </a:cxn>
                  <a:cxn ang="0">
                    <a:pos x="178" y="98"/>
                  </a:cxn>
                  <a:cxn ang="0">
                    <a:pos x="176" y="75"/>
                  </a:cxn>
                  <a:cxn ang="0">
                    <a:pos x="204" y="74"/>
                  </a:cxn>
                  <a:cxn ang="0">
                    <a:pos x="197" y="40"/>
                  </a:cxn>
                  <a:cxn ang="0">
                    <a:pos x="209" y="32"/>
                  </a:cxn>
                  <a:cxn ang="0">
                    <a:pos x="205" y="0"/>
                  </a:cxn>
                </a:cxnLst>
                <a:rect l="0" t="0" r="r" b="b"/>
                <a:pathLst>
                  <a:path w="266" h="590">
                    <a:moveTo>
                      <a:pt x="205" y="0"/>
                    </a:moveTo>
                    <a:lnTo>
                      <a:pt x="195" y="1"/>
                    </a:lnTo>
                    <a:lnTo>
                      <a:pt x="178" y="6"/>
                    </a:lnTo>
                    <a:lnTo>
                      <a:pt x="190" y="9"/>
                    </a:lnTo>
                    <a:lnTo>
                      <a:pt x="181" y="16"/>
                    </a:lnTo>
                    <a:lnTo>
                      <a:pt x="171" y="25"/>
                    </a:lnTo>
                    <a:lnTo>
                      <a:pt x="157" y="28"/>
                    </a:lnTo>
                    <a:lnTo>
                      <a:pt x="135" y="27"/>
                    </a:lnTo>
                    <a:lnTo>
                      <a:pt x="112" y="21"/>
                    </a:lnTo>
                    <a:lnTo>
                      <a:pt x="52" y="27"/>
                    </a:lnTo>
                    <a:lnTo>
                      <a:pt x="111" y="23"/>
                    </a:lnTo>
                    <a:lnTo>
                      <a:pt x="135" y="29"/>
                    </a:lnTo>
                    <a:lnTo>
                      <a:pt x="157" y="28"/>
                    </a:lnTo>
                    <a:lnTo>
                      <a:pt x="171" y="33"/>
                    </a:lnTo>
                    <a:lnTo>
                      <a:pt x="161" y="40"/>
                    </a:lnTo>
                    <a:lnTo>
                      <a:pt x="167" y="43"/>
                    </a:lnTo>
                    <a:lnTo>
                      <a:pt x="148" y="56"/>
                    </a:lnTo>
                    <a:lnTo>
                      <a:pt x="105" y="55"/>
                    </a:lnTo>
                    <a:lnTo>
                      <a:pt x="50" y="102"/>
                    </a:lnTo>
                    <a:lnTo>
                      <a:pt x="105" y="56"/>
                    </a:lnTo>
                    <a:lnTo>
                      <a:pt x="148" y="60"/>
                    </a:lnTo>
                    <a:lnTo>
                      <a:pt x="161" y="61"/>
                    </a:lnTo>
                    <a:lnTo>
                      <a:pt x="138" y="77"/>
                    </a:lnTo>
                    <a:lnTo>
                      <a:pt x="152" y="77"/>
                    </a:lnTo>
                    <a:lnTo>
                      <a:pt x="127" y="95"/>
                    </a:lnTo>
                    <a:lnTo>
                      <a:pt x="80" y="119"/>
                    </a:lnTo>
                    <a:lnTo>
                      <a:pt x="26" y="160"/>
                    </a:lnTo>
                    <a:lnTo>
                      <a:pt x="82" y="122"/>
                    </a:lnTo>
                    <a:lnTo>
                      <a:pt x="129" y="98"/>
                    </a:lnTo>
                    <a:lnTo>
                      <a:pt x="143" y="100"/>
                    </a:lnTo>
                    <a:lnTo>
                      <a:pt x="121" y="114"/>
                    </a:lnTo>
                    <a:lnTo>
                      <a:pt x="135" y="117"/>
                    </a:lnTo>
                    <a:lnTo>
                      <a:pt x="118" y="134"/>
                    </a:lnTo>
                    <a:lnTo>
                      <a:pt x="4" y="276"/>
                    </a:lnTo>
                    <a:lnTo>
                      <a:pt x="118" y="137"/>
                    </a:lnTo>
                    <a:lnTo>
                      <a:pt x="134" y="137"/>
                    </a:lnTo>
                    <a:lnTo>
                      <a:pt x="116" y="158"/>
                    </a:lnTo>
                    <a:lnTo>
                      <a:pt x="129" y="158"/>
                    </a:lnTo>
                    <a:lnTo>
                      <a:pt x="112" y="184"/>
                    </a:lnTo>
                    <a:lnTo>
                      <a:pt x="66" y="233"/>
                    </a:lnTo>
                    <a:lnTo>
                      <a:pt x="18" y="303"/>
                    </a:lnTo>
                    <a:lnTo>
                      <a:pt x="66" y="234"/>
                    </a:lnTo>
                    <a:lnTo>
                      <a:pt x="115" y="186"/>
                    </a:lnTo>
                    <a:lnTo>
                      <a:pt x="129" y="178"/>
                    </a:lnTo>
                    <a:lnTo>
                      <a:pt x="118" y="197"/>
                    </a:lnTo>
                    <a:lnTo>
                      <a:pt x="127" y="194"/>
                    </a:lnTo>
                    <a:lnTo>
                      <a:pt x="112" y="220"/>
                    </a:lnTo>
                    <a:lnTo>
                      <a:pt x="75" y="271"/>
                    </a:lnTo>
                    <a:lnTo>
                      <a:pt x="0" y="338"/>
                    </a:lnTo>
                    <a:lnTo>
                      <a:pt x="73" y="273"/>
                    </a:lnTo>
                    <a:lnTo>
                      <a:pt x="115" y="223"/>
                    </a:lnTo>
                    <a:lnTo>
                      <a:pt x="120" y="223"/>
                    </a:lnTo>
                    <a:lnTo>
                      <a:pt x="50" y="373"/>
                    </a:lnTo>
                    <a:lnTo>
                      <a:pt x="124" y="223"/>
                    </a:lnTo>
                    <a:lnTo>
                      <a:pt x="115" y="243"/>
                    </a:lnTo>
                    <a:lnTo>
                      <a:pt x="124" y="236"/>
                    </a:lnTo>
                    <a:lnTo>
                      <a:pt x="108" y="266"/>
                    </a:lnTo>
                    <a:lnTo>
                      <a:pt x="60" y="336"/>
                    </a:lnTo>
                    <a:lnTo>
                      <a:pt x="108" y="271"/>
                    </a:lnTo>
                    <a:lnTo>
                      <a:pt x="121" y="266"/>
                    </a:lnTo>
                    <a:lnTo>
                      <a:pt x="108" y="286"/>
                    </a:lnTo>
                    <a:lnTo>
                      <a:pt x="52" y="424"/>
                    </a:lnTo>
                    <a:lnTo>
                      <a:pt x="97" y="317"/>
                    </a:lnTo>
                    <a:lnTo>
                      <a:pt x="112" y="286"/>
                    </a:lnTo>
                    <a:lnTo>
                      <a:pt x="121" y="283"/>
                    </a:lnTo>
                    <a:lnTo>
                      <a:pt x="111" y="304"/>
                    </a:lnTo>
                    <a:lnTo>
                      <a:pt x="120" y="302"/>
                    </a:lnTo>
                    <a:lnTo>
                      <a:pt x="105" y="328"/>
                    </a:lnTo>
                    <a:lnTo>
                      <a:pt x="98" y="352"/>
                    </a:lnTo>
                    <a:lnTo>
                      <a:pt x="25" y="430"/>
                    </a:lnTo>
                    <a:lnTo>
                      <a:pt x="100" y="353"/>
                    </a:lnTo>
                    <a:lnTo>
                      <a:pt x="108" y="336"/>
                    </a:lnTo>
                    <a:lnTo>
                      <a:pt x="118" y="331"/>
                    </a:lnTo>
                    <a:lnTo>
                      <a:pt x="100" y="377"/>
                    </a:lnTo>
                    <a:lnTo>
                      <a:pt x="120" y="331"/>
                    </a:lnTo>
                    <a:lnTo>
                      <a:pt x="108" y="353"/>
                    </a:lnTo>
                    <a:lnTo>
                      <a:pt x="121" y="348"/>
                    </a:lnTo>
                    <a:lnTo>
                      <a:pt x="112" y="367"/>
                    </a:lnTo>
                    <a:lnTo>
                      <a:pt x="88" y="432"/>
                    </a:lnTo>
                    <a:lnTo>
                      <a:pt x="62" y="471"/>
                    </a:lnTo>
                    <a:lnTo>
                      <a:pt x="88" y="432"/>
                    </a:lnTo>
                    <a:lnTo>
                      <a:pt x="115" y="370"/>
                    </a:lnTo>
                    <a:lnTo>
                      <a:pt x="124" y="367"/>
                    </a:lnTo>
                    <a:lnTo>
                      <a:pt x="120" y="382"/>
                    </a:lnTo>
                    <a:lnTo>
                      <a:pt x="100" y="424"/>
                    </a:lnTo>
                    <a:lnTo>
                      <a:pt x="121" y="387"/>
                    </a:lnTo>
                    <a:lnTo>
                      <a:pt x="127" y="373"/>
                    </a:lnTo>
                    <a:lnTo>
                      <a:pt x="118" y="406"/>
                    </a:lnTo>
                    <a:lnTo>
                      <a:pt x="129" y="400"/>
                    </a:lnTo>
                    <a:lnTo>
                      <a:pt x="125" y="427"/>
                    </a:lnTo>
                    <a:lnTo>
                      <a:pt x="132" y="416"/>
                    </a:lnTo>
                    <a:lnTo>
                      <a:pt x="138" y="425"/>
                    </a:lnTo>
                    <a:lnTo>
                      <a:pt x="135" y="454"/>
                    </a:lnTo>
                    <a:lnTo>
                      <a:pt x="89" y="589"/>
                    </a:lnTo>
                    <a:lnTo>
                      <a:pt x="139" y="454"/>
                    </a:lnTo>
                    <a:lnTo>
                      <a:pt x="139" y="424"/>
                    </a:lnTo>
                    <a:lnTo>
                      <a:pt x="139" y="406"/>
                    </a:lnTo>
                    <a:lnTo>
                      <a:pt x="150" y="416"/>
                    </a:lnTo>
                    <a:lnTo>
                      <a:pt x="234" y="504"/>
                    </a:lnTo>
                    <a:lnTo>
                      <a:pt x="146" y="406"/>
                    </a:lnTo>
                    <a:lnTo>
                      <a:pt x="139" y="382"/>
                    </a:lnTo>
                    <a:lnTo>
                      <a:pt x="148" y="387"/>
                    </a:lnTo>
                    <a:lnTo>
                      <a:pt x="135" y="356"/>
                    </a:lnTo>
                    <a:lnTo>
                      <a:pt x="146" y="369"/>
                    </a:lnTo>
                    <a:lnTo>
                      <a:pt x="167" y="412"/>
                    </a:lnTo>
                    <a:lnTo>
                      <a:pt x="148" y="365"/>
                    </a:lnTo>
                    <a:lnTo>
                      <a:pt x="139" y="346"/>
                    </a:lnTo>
                    <a:lnTo>
                      <a:pt x="141" y="346"/>
                    </a:lnTo>
                    <a:lnTo>
                      <a:pt x="152" y="356"/>
                    </a:lnTo>
                    <a:lnTo>
                      <a:pt x="173" y="380"/>
                    </a:lnTo>
                    <a:lnTo>
                      <a:pt x="245" y="398"/>
                    </a:lnTo>
                    <a:lnTo>
                      <a:pt x="171" y="377"/>
                    </a:lnTo>
                    <a:lnTo>
                      <a:pt x="148" y="348"/>
                    </a:lnTo>
                    <a:lnTo>
                      <a:pt x="141" y="327"/>
                    </a:lnTo>
                    <a:lnTo>
                      <a:pt x="152" y="327"/>
                    </a:lnTo>
                    <a:lnTo>
                      <a:pt x="141" y="304"/>
                    </a:lnTo>
                    <a:lnTo>
                      <a:pt x="156" y="310"/>
                    </a:lnTo>
                    <a:lnTo>
                      <a:pt x="205" y="352"/>
                    </a:lnTo>
                    <a:lnTo>
                      <a:pt x="156" y="308"/>
                    </a:lnTo>
                    <a:lnTo>
                      <a:pt x="144" y="283"/>
                    </a:lnTo>
                    <a:lnTo>
                      <a:pt x="157" y="290"/>
                    </a:lnTo>
                    <a:lnTo>
                      <a:pt x="148" y="270"/>
                    </a:lnTo>
                    <a:lnTo>
                      <a:pt x="161" y="283"/>
                    </a:lnTo>
                    <a:lnTo>
                      <a:pt x="152" y="253"/>
                    </a:lnTo>
                    <a:lnTo>
                      <a:pt x="162" y="268"/>
                    </a:lnTo>
                    <a:lnTo>
                      <a:pt x="208" y="333"/>
                    </a:lnTo>
                    <a:lnTo>
                      <a:pt x="161" y="268"/>
                    </a:lnTo>
                    <a:lnTo>
                      <a:pt x="150" y="229"/>
                    </a:lnTo>
                    <a:lnTo>
                      <a:pt x="162" y="238"/>
                    </a:lnTo>
                    <a:lnTo>
                      <a:pt x="236" y="275"/>
                    </a:lnTo>
                    <a:lnTo>
                      <a:pt x="162" y="236"/>
                    </a:lnTo>
                    <a:lnTo>
                      <a:pt x="153" y="202"/>
                    </a:lnTo>
                    <a:lnTo>
                      <a:pt x="164" y="207"/>
                    </a:lnTo>
                    <a:lnTo>
                      <a:pt x="156" y="189"/>
                    </a:lnTo>
                    <a:lnTo>
                      <a:pt x="167" y="196"/>
                    </a:lnTo>
                    <a:lnTo>
                      <a:pt x="200" y="288"/>
                    </a:lnTo>
                    <a:lnTo>
                      <a:pt x="164" y="188"/>
                    </a:lnTo>
                    <a:lnTo>
                      <a:pt x="164" y="163"/>
                    </a:lnTo>
                    <a:lnTo>
                      <a:pt x="175" y="173"/>
                    </a:lnTo>
                    <a:lnTo>
                      <a:pt x="197" y="226"/>
                    </a:lnTo>
                    <a:lnTo>
                      <a:pt x="170" y="158"/>
                    </a:lnTo>
                    <a:lnTo>
                      <a:pt x="167" y="137"/>
                    </a:lnTo>
                    <a:lnTo>
                      <a:pt x="175" y="147"/>
                    </a:lnTo>
                    <a:lnTo>
                      <a:pt x="201" y="189"/>
                    </a:lnTo>
                    <a:lnTo>
                      <a:pt x="265" y="213"/>
                    </a:lnTo>
                    <a:lnTo>
                      <a:pt x="200" y="186"/>
                    </a:lnTo>
                    <a:lnTo>
                      <a:pt x="176" y="140"/>
                    </a:lnTo>
                    <a:lnTo>
                      <a:pt x="173" y="112"/>
                    </a:lnTo>
                    <a:lnTo>
                      <a:pt x="184" y="126"/>
                    </a:lnTo>
                    <a:lnTo>
                      <a:pt x="178" y="98"/>
                    </a:lnTo>
                    <a:lnTo>
                      <a:pt x="220" y="169"/>
                    </a:lnTo>
                    <a:lnTo>
                      <a:pt x="181" y="95"/>
                    </a:lnTo>
                    <a:lnTo>
                      <a:pt x="176" y="75"/>
                    </a:lnTo>
                    <a:lnTo>
                      <a:pt x="190" y="90"/>
                    </a:lnTo>
                    <a:lnTo>
                      <a:pt x="187" y="58"/>
                    </a:lnTo>
                    <a:lnTo>
                      <a:pt x="204" y="74"/>
                    </a:lnTo>
                    <a:lnTo>
                      <a:pt x="261" y="129"/>
                    </a:lnTo>
                    <a:lnTo>
                      <a:pt x="204" y="72"/>
                    </a:lnTo>
                    <a:lnTo>
                      <a:pt x="197" y="40"/>
                    </a:lnTo>
                    <a:lnTo>
                      <a:pt x="205" y="48"/>
                    </a:lnTo>
                    <a:lnTo>
                      <a:pt x="200" y="25"/>
                    </a:lnTo>
                    <a:lnTo>
                      <a:pt x="209" y="32"/>
                    </a:lnTo>
                    <a:lnTo>
                      <a:pt x="211" y="13"/>
                    </a:lnTo>
                    <a:lnTo>
                      <a:pt x="209" y="4"/>
                    </a:lnTo>
                    <a:lnTo>
                      <a:pt x="205" y="0"/>
                    </a:lnTo>
                  </a:path>
                </a:pathLst>
              </a:custGeom>
              <a:solidFill>
                <a:srgbClr val="CEDA9D"/>
              </a:solidFill>
              <a:ln w="9525" cap="rnd">
                <a:noFill/>
                <a:round/>
              </a:ln>
              <a:effectLst/>
            </p:spPr>
            <p:txBody>
              <a:bodyPr/>
              <a:lstStyle/>
              <a:p>
                <a:endParaRPr lang="zh-CN" altLang="en-US"/>
              </a:p>
            </p:txBody>
          </p:sp>
          <p:sp>
            <p:nvSpPr>
              <p:cNvPr id="1114" name="Freeform 90"/>
              <p:cNvSpPr/>
              <p:nvPr/>
            </p:nvSpPr>
            <p:spPr bwMode="ltGray">
              <a:xfrm>
                <a:off x="5200" y="3441"/>
                <a:ext cx="112" cy="329"/>
              </a:xfrm>
              <a:custGeom>
                <a:avLst/>
                <a:gdLst/>
                <a:ahLst/>
                <a:cxnLst>
                  <a:cxn ang="0">
                    <a:pos x="2" y="52"/>
                  </a:cxn>
                  <a:cxn ang="0">
                    <a:pos x="25" y="0"/>
                  </a:cxn>
                  <a:cxn ang="0">
                    <a:pos x="40" y="1"/>
                  </a:cxn>
                  <a:cxn ang="0">
                    <a:pos x="53" y="4"/>
                  </a:cxn>
                  <a:cxn ang="0">
                    <a:pos x="62" y="18"/>
                  </a:cxn>
                  <a:cxn ang="0">
                    <a:pos x="87" y="60"/>
                  </a:cxn>
                  <a:cxn ang="0">
                    <a:pos x="96" y="79"/>
                  </a:cxn>
                  <a:cxn ang="0">
                    <a:pos x="102" y="98"/>
                  </a:cxn>
                  <a:cxn ang="0">
                    <a:pos x="108" y="154"/>
                  </a:cxn>
                  <a:cxn ang="0">
                    <a:pos x="111" y="170"/>
                  </a:cxn>
                  <a:cxn ang="0">
                    <a:pos x="108" y="192"/>
                  </a:cxn>
                  <a:cxn ang="0">
                    <a:pos x="104" y="215"/>
                  </a:cxn>
                  <a:cxn ang="0">
                    <a:pos x="94" y="250"/>
                  </a:cxn>
                  <a:cxn ang="0">
                    <a:pos x="86" y="272"/>
                  </a:cxn>
                  <a:cxn ang="0">
                    <a:pos x="73" y="297"/>
                  </a:cxn>
                  <a:cxn ang="0">
                    <a:pos x="48" y="328"/>
                  </a:cxn>
                  <a:cxn ang="0">
                    <a:pos x="61" y="290"/>
                  </a:cxn>
                  <a:cxn ang="0">
                    <a:pos x="72" y="254"/>
                  </a:cxn>
                  <a:cxn ang="0">
                    <a:pos x="77" y="222"/>
                  </a:cxn>
                  <a:cxn ang="0">
                    <a:pos x="75" y="192"/>
                  </a:cxn>
                  <a:cxn ang="0">
                    <a:pos x="73" y="170"/>
                  </a:cxn>
                  <a:cxn ang="0">
                    <a:pos x="77" y="144"/>
                  </a:cxn>
                  <a:cxn ang="0">
                    <a:pos x="80" y="122"/>
                  </a:cxn>
                  <a:cxn ang="0">
                    <a:pos x="69" y="79"/>
                  </a:cxn>
                  <a:cxn ang="0">
                    <a:pos x="67" y="56"/>
                  </a:cxn>
                  <a:cxn ang="0">
                    <a:pos x="58" y="37"/>
                  </a:cxn>
                  <a:cxn ang="0">
                    <a:pos x="40" y="14"/>
                  </a:cxn>
                  <a:cxn ang="0">
                    <a:pos x="31" y="32"/>
                  </a:cxn>
                  <a:cxn ang="0">
                    <a:pos x="0" y="62"/>
                  </a:cxn>
                  <a:cxn ang="0">
                    <a:pos x="2" y="52"/>
                  </a:cxn>
                </a:cxnLst>
                <a:rect l="0" t="0" r="r" b="b"/>
                <a:pathLst>
                  <a:path w="112" h="329">
                    <a:moveTo>
                      <a:pt x="2" y="52"/>
                    </a:moveTo>
                    <a:lnTo>
                      <a:pt x="25" y="0"/>
                    </a:lnTo>
                    <a:lnTo>
                      <a:pt x="40" y="1"/>
                    </a:lnTo>
                    <a:lnTo>
                      <a:pt x="53" y="4"/>
                    </a:lnTo>
                    <a:lnTo>
                      <a:pt x="62" y="18"/>
                    </a:lnTo>
                    <a:lnTo>
                      <a:pt x="87" y="60"/>
                    </a:lnTo>
                    <a:lnTo>
                      <a:pt x="96" y="79"/>
                    </a:lnTo>
                    <a:lnTo>
                      <a:pt x="102" y="98"/>
                    </a:lnTo>
                    <a:lnTo>
                      <a:pt x="108" y="154"/>
                    </a:lnTo>
                    <a:lnTo>
                      <a:pt x="111" y="170"/>
                    </a:lnTo>
                    <a:lnTo>
                      <a:pt x="108" y="192"/>
                    </a:lnTo>
                    <a:lnTo>
                      <a:pt x="104" y="215"/>
                    </a:lnTo>
                    <a:lnTo>
                      <a:pt x="94" y="250"/>
                    </a:lnTo>
                    <a:lnTo>
                      <a:pt x="86" y="272"/>
                    </a:lnTo>
                    <a:lnTo>
                      <a:pt x="73" y="297"/>
                    </a:lnTo>
                    <a:lnTo>
                      <a:pt x="48" y="328"/>
                    </a:lnTo>
                    <a:lnTo>
                      <a:pt x="61" y="290"/>
                    </a:lnTo>
                    <a:lnTo>
                      <a:pt x="72" y="254"/>
                    </a:lnTo>
                    <a:lnTo>
                      <a:pt x="77" y="222"/>
                    </a:lnTo>
                    <a:lnTo>
                      <a:pt x="75" y="192"/>
                    </a:lnTo>
                    <a:lnTo>
                      <a:pt x="73" y="170"/>
                    </a:lnTo>
                    <a:lnTo>
                      <a:pt x="77" y="144"/>
                    </a:lnTo>
                    <a:lnTo>
                      <a:pt x="80" y="122"/>
                    </a:lnTo>
                    <a:lnTo>
                      <a:pt x="69" y="79"/>
                    </a:lnTo>
                    <a:lnTo>
                      <a:pt x="67" y="56"/>
                    </a:lnTo>
                    <a:lnTo>
                      <a:pt x="58" y="37"/>
                    </a:lnTo>
                    <a:lnTo>
                      <a:pt x="40" y="14"/>
                    </a:lnTo>
                    <a:lnTo>
                      <a:pt x="31" y="32"/>
                    </a:lnTo>
                    <a:lnTo>
                      <a:pt x="0" y="62"/>
                    </a:lnTo>
                    <a:lnTo>
                      <a:pt x="2" y="52"/>
                    </a:lnTo>
                  </a:path>
                </a:pathLst>
              </a:custGeom>
              <a:solidFill>
                <a:srgbClr val="CEDA9D"/>
              </a:solidFill>
              <a:ln w="9525" cap="rnd">
                <a:noFill/>
                <a:round/>
              </a:ln>
              <a:effectLst/>
            </p:spPr>
            <p:txBody>
              <a:bodyPr/>
              <a:lstStyle/>
              <a:p>
                <a:endParaRPr lang="zh-CN" altLang="en-US"/>
              </a:p>
            </p:txBody>
          </p:sp>
          <p:sp>
            <p:nvSpPr>
              <p:cNvPr id="1115" name="Freeform 91"/>
              <p:cNvSpPr/>
              <p:nvPr/>
            </p:nvSpPr>
            <p:spPr bwMode="ltGray">
              <a:xfrm>
                <a:off x="5316" y="3988"/>
                <a:ext cx="46" cy="336"/>
              </a:xfrm>
              <a:custGeom>
                <a:avLst/>
                <a:gdLst/>
                <a:ahLst/>
                <a:cxnLst>
                  <a:cxn ang="0">
                    <a:pos x="35" y="0"/>
                  </a:cxn>
                  <a:cxn ang="0">
                    <a:pos x="32" y="6"/>
                  </a:cxn>
                  <a:cxn ang="0">
                    <a:pos x="18" y="66"/>
                  </a:cxn>
                  <a:cxn ang="0">
                    <a:pos x="9" y="122"/>
                  </a:cxn>
                  <a:cxn ang="0">
                    <a:pos x="0" y="192"/>
                  </a:cxn>
                  <a:cxn ang="0">
                    <a:pos x="0" y="268"/>
                  </a:cxn>
                  <a:cxn ang="0">
                    <a:pos x="4" y="335"/>
                  </a:cxn>
                  <a:cxn ang="0">
                    <a:pos x="9" y="335"/>
                  </a:cxn>
                  <a:cxn ang="0">
                    <a:pos x="4" y="268"/>
                  </a:cxn>
                  <a:cxn ang="0">
                    <a:pos x="4" y="212"/>
                  </a:cxn>
                  <a:cxn ang="0">
                    <a:pos x="13" y="151"/>
                  </a:cxn>
                  <a:cxn ang="0">
                    <a:pos x="26" y="91"/>
                  </a:cxn>
                  <a:cxn ang="0">
                    <a:pos x="45" y="14"/>
                  </a:cxn>
                  <a:cxn ang="0">
                    <a:pos x="35" y="0"/>
                  </a:cxn>
                </a:cxnLst>
                <a:rect l="0" t="0" r="r" b="b"/>
                <a:pathLst>
                  <a:path w="46" h="336">
                    <a:moveTo>
                      <a:pt x="35" y="0"/>
                    </a:moveTo>
                    <a:lnTo>
                      <a:pt x="32" y="6"/>
                    </a:lnTo>
                    <a:lnTo>
                      <a:pt x="18" y="66"/>
                    </a:lnTo>
                    <a:lnTo>
                      <a:pt x="9" y="122"/>
                    </a:lnTo>
                    <a:lnTo>
                      <a:pt x="0" y="192"/>
                    </a:lnTo>
                    <a:lnTo>
                      <a:pt x="0" y="268"/>
                    </a:lnTo>
                    <a:lnTo>
                      <a:pt x="4" y="335"/>
                    </a:lnTo>
                    <a:lnTo>
                      <a:pt x="9" y="335"/>
                    </a:lnTo>
                    <a:lnTo>
                      <a:pt x="4" y="268"/>
                    </a:lnTo>
                    <a:lnTo>
                      <a:pt x="4" y="212"/>
                    </a:lnTo>
                    <a:lnTo>
                      <a:pt x="13" y="151"/>
                    </a:lnTo>
                    <a:lnTo>
                      <a:pt x="26" y="91"/>
                    </a:lnTo>
                    <a:lnTo>
                      <a:pt x="45" y="14"/>
                    </a:lnTo>
                    <a:lnTo>
                      <a:pt x="35" y="0"/>
                    </a:lnTo>
                  </a:path>
                </a:pathLst>
              </a:custGeom>
              <a:solidFill>
                <a:srgbClr val="CEDA9D"/>
              </a:solidFill>
              <a:ln w="9525" cap="rnd">
                <a:noFill/>
                <a:round/>
              </a:ln>
              <a:effectLst/>
            </p:spPr>
            <p:txBody>
              <a:bodyPr/>
              <a:lstStyle/>
              <a:p>
                <a:endParaRPr lang="zh-CN" altLang="en-US"/>
              </a:p>
            </p:txBody>
          </p:sp>
          <p:sp>
            <p:nvSpPr>
              <p:cNvPr id="1116" name="Freeform 92"/>
              <p:cNvSpPr/>
              <p:nvPr/>
            </p:nvSpPr>
            <p:spPr bwMode="ltGray">
              <a:xfrm>
                <a:off x="5690" y="3903"/>
                <a:ext cx="41" cy="203"/>
              </a:xfrm>
              <a:custGeom>
                <a:avLst/>
                <a:gdLst/>
                <a:ahLst/>
                <a:cxnLst>
                  <a:cxn ang="0">
                    <a:pos x="8" y="0"/>
                  </a:cxn>
                  <a:cxn ang="0">
                    <a:pos x="16" y="14"/>
                  </a:cxn>
                  <a:cxn ang="0">
                    <a:pos x="23" y="39"/>
                  </a:cxn>
                  <a:cxn ang="0">
                    <a:pos x="31" y="73"/>
                  </a:cxn>
                  <a:cxn ang="0">
                    <a:pos x="40" y="116"/>
                  </a:cxn>
                  <a:cxn ang="0">
                    <a:pos x="40" y="161"/>
                  </a:cxn>
                  <a:cxn ang="0">
                    <a:pos x="35" y="202"/>
                  </a:cxn>
                  <a:cxn ang="0">
                    <a:pos x="31" y="202"/>
                  </a:cxn>
                  <a:cxn ang="0">
                    <a:pos x="35" y="161"/>
                  </a:cxn>
                  <a:cxn ang="0">
                    <a:pos x="35" y="128"/>
                  </a:cxn>
                  <a:cxn ang="0">
                    <a:pos x="27" y="91"/>
                  </a:cxn>
                  <a:cxn ang="0">
                    <a:pos x="16" y="55"/>
                  </a:cxn>
                  <a:cxn ang="0">
                    <a:pos x="0" y="9"/>
                  </a:cxn>
                  <a:cxn ang="0">
                    <a:pos x="8" y="0"/>
                  </a:cxn>
                </a:cxnLst>
                <a:rect l="0" t="0" r="r" b="b"/>
                <a:pathLst>
                  <a:path w="41" h="203">
                    <a:moveTo>
                      <a:pt x="8" y="0"/>
                    </a:moveTo>
                    <a:lnTo>
                      <a:pt x="16" y="14"/>
                    </a:lnTo>
                    <a:lnTo>
                      <a:pt x="23" y="39"/>
                    </a:lnTo>
                    <a:lnTo>
                      <a:pt x="31" y="73"/>
                    </a:lnTo>
                    <a:lnTo>
                      <a:pt x="40" y="116"/>
                    </a:lnTo>
                    <a:lnTo>
                      <a:pt x="40" y="161"/>
                    </a:lnTo>
                    <a:lnTo>
                      <a:pt x="35" y="202"/>
                    </a:lnTo>
                    <a:lnTo>
                      <a:pt x="31" y="202"/>
                    </a:lnTo>
                    <a:lnTo>
                      <a:pt x="35" y="161"/>
                    </a:lnTo>
                    <a:lnTo>
                      <a:pt x="35" y="128"/>
                    </a:lnTo>
                    <a:lnTo>
                      <a:pt x="27" y="91"/>
                    </a:lnTo>
                    <a:lnTo>
                      <a:pt x="16" y="55"/>
                    </a:lnTo>
                    <a:lnTo>
                      <a:pt x="0" y="9"/>
                    </a:lnTo>
                    <a:lnTo>
                      <a:pt x="8" y="0"/>
                    </a:lnTo>
                  </a:path>
                </a:pathLst>
              </a:custGeom>
              <a:solidFill>
                <a:srgbClr val="CEDA9D"/>
              </a:solidFill>
              <a:ln w="9525" cap="rnd">
                <a:noFill/>
                <a:round/>
              </a:ln>
              <a:effectLst/>
            </p:spPr>
            <p:txBody>
              <a:bodyPr/>
              <a:lstStyle/>
              <a:p>
                <a:endParaRPr lang="zh-CN" altLang="en-US"/>
              </a:p>
            </p:txBody>
          </p:sp>
          <p:sp>
            <p:nvSpPr>
              <p:cNvPr id="1117" name="Freeform 93"/>
              <p:cNvSpPr/>
              <p:nvPr/>
            </p:nvSpPr>
            <p:spPr bwMode="ltGray">
              <a:xfrm>
                <a:off x="5485" y="3795"/>
                <a:ext cx="71" cy="202"/>
              </a:xfrm>
              <a:custGeom>
                <a:avLst/>
                <a:gdLst/>
                <a:ahLst/>
                <a:cxnLst>
                  <a:cxn ang="0">
                    <a:pos x="68" y="31"/>
                  </a:cxn>
                  <a:cxn ang="0">
                    <a:pos x="53" y="0"/>
                  </a:cxn>
                  <a:cxn ang="0">
                    <a:pos x="44" y="0"/>
                  </a:cxn>
                  <a:cxn ang="0">
                    <a:pos x="36" y="2"/>
                  </a:cxn>
                  <a:cxn ang="0">
                    <a:pos x="30" y="10"/>
                  </a:cxn>
                  <a:cxn ang="0">
                    <a:pos x="14" y="37"/>
                  </a:cxn>
                  <a:cxn ang="0">
                    <a:pos x="8" y="48"/>
                  </a:cxn>
                  <a:cxn ang="0">
                    <a:pos x="5" y="60"/>
                  </a:cxn>
                  <a:cxn ang="0">
                    <a:pos x="0" y="94"/>
                  </a:cxn>
                  <a:cxn ang="0">
                    <a:pos x="0" y="104"/>
                  </a:cxn>
                  <a:cxn ang="0">
                    <a:pos x="0" y="117"/>
                  </a:cxn>
                  <a:cxn ang="0">
                    <a:pos x="4" y="131"/>
                  </a:cxn>
                  <a:cxn ang="0">
                    <a:pos x="9" y="153"/>
                  </a:cxn>
                  <a:cxn ang="0">
                    <a:pos x="15" y="167"/>
                  </a:cxn>
                  <a:cxn ang="0">
                    <a:pos x="23" y="182"/>
                  </a:cxn>
                  <a:cxn ang="0">
                    <a:pos x="39" y="201"/>
                  </a:cxn>
                  <a:cxn ang="0">
                    <a:pos x="31" y="177"/>
                  </a:cxn>
                  <a:cxn ang="0">
                    <a:pos x="24" y="156"/>
                  </a:cxn>
                  <a:cxn ang="0">
                    <a:pos x="21" y="136"/>
                  </a:cxn>
                  <a:cxn ang="0">
                    <a:pos x="22" y="117"/>
                  </a:cxn>
                  <a:cxn ang="0">
                    <a:pos x="23" y="104"/>
                  </a:cxn>
                  <a:cxn ang="0">
                    <a:pos x="21" y="88"/>
                  </a:cxn>
                  <a:cxn ang="0">
                    <a:pos x="19" y="74"/>
                  </a:cxn>
                  <a:cxn ang="0">
                    <a:pos x="25" y="48"/>
                  </a:cxn>
                  <a:cxn ang="0">
                    <a:pos x="27" y="34"/>
                  </a:cxn>
                  <a:cxn ang="0">
                    <a:pos x="32" y="23"/>
                  </a:cxn>
                  <a:cxn ang="0">
                    <a:pos x="44" y="8"/>
                  </a:cxn>
                  <a:cxn ang="0">
                    <a:pos x="50" y="19"/>
                  </a:cxn>
                  <a:cxn ang="0">
                    <a:pos x="70" y="37"/>
                  </a:cxn>
                  <a:cxn ang="0">
                    <a:pos x="68" y="31"/>
                  </a:cxn>
                </a:cxnLst>
                <a:rect l="0" t="0" r="r" b="b"/>
                <a:pathLst>
                  <a:path w="71" h="202">
                    <a:moveTo>
                      <a:pt x="68" y="31"/>
                    </a:moveTo>
                    <a:lnTo>
                      <a:pt x="53" y="0"/>
                    </a:lnTo>
                    <a:lnTo>
                      <a:pt x="44" y="0"/>
                    </a:lnTo>
                    <a:lnTo>
                      <a:pt x="36" y="2"/>
                    </a:lnTo>
                    <a:lnTo>
                      <a:pt x="30" y="10"/>
                    </a:lnTo>
                    <a:lnTo>
                      <a:pt x="14" y="37"/>
                    </a:lnTo>
                    <a:lnTo>
                      <a:pt x="8" y="48"/>
                    </a:lnTo>
                    <a:lnTo>
                      <a:pt x="5" y="60"/>
                    </a:lnTo>
                    <a:lnTo>
                      <a:pt x="0" y="94"/>
                    </a:lnTo>
                    <a:lnTo>
                      <a:pt x="0" y="104"/>
                    </a:lnTo>
                    <a:lnTo>
                      <a:pt x="0" y="117"/>
                    </a:lnTo>
                    <a:lnTo>
                      <a:pt x="4" y="131"/>
                    </a:lnTo>
                    <a:lnTo>
                      <a:pt x="9" y="153"/>
                    </a:lnTo>
                    <a:lnTo>
                      <a:pt x="15" y="167"/>
                    </a:lnTo>
                    <a:lnTo>
                      <a:pt x="23" y="182"/>
                    </a:lnTo>
                    <a:lnTo>
                      <a:pt x="39" y="201"/>
                    </a:lnTo>
                    <a:lnTo>
                      <a:pt x="31" y="177"/>
                    </a:lnTo>
                    <a:lnTo>
                      <a:pt x="24" y="156"/>
                    </a:lnTo>
                    <a:lnTo>
                      <a:pt x="21" y="136"/>
                    </a:lnTo>
                    <a:lnTo>
                      <a:pt x="22" y="117"/>
                    </a:lnTo>
                    <a:lnTo>
                      <a:pt x="23" y="104"/>
                    </a:lnTo>
                    <a:lnTo>
                      <a:pt x="21" y="88"/>
                    </a:lnTo>
                    <a:lnTo>
                      <a:pt x="19" y="74"/>
                    </a:lnTo>
                    <a:lnTo>
                      <a:pt x="25" y="48"/>
                    </a:lnTo>
                    <a:lnTo>
                      <a:pt x="27" y="34"/>
                    </a:lnTo>
                    <a:lnTo>
                      <a:pt x="32" y="23"/>
                    </a:lnTo>
                    <a:lnTo>
                      <a:pt x="44" y="8"/>
                    </a:lnTo>
                    <a:lnTo>
                      <a:pt x="50" y="19"/>
                    </a:lnTo>
                    <a:lnTo>
                      <a:pt x="70" y="37"/>
                    </a:lnTo>
                    <a:lnTo>
                      <a:pt x="68" y="31"/>
                    </a:lnTo>
                  </a:path>
                </a:pathLst>
              </a:custGeom>
              <a:solidFill>
                <a:srgbClr val="CEDA9D"/>
              </a:solidFill>
              <a:ln w="9525" cap="rnd">
                <a:noFill/>
                <a:round/>
              </a:ln>
              <a:effectLst/>
            </p:spPr>
            <p:txBody>
              <a:bodyPr/>
              <a:lstStyle/>
              <a:p>
                <a:endParaRPr lang="zh-CN" altLang="en-US"/>
              </a:p>
            </p:txBody>
          </p:sp>
          <p:sp>
            <p:nvSpPr>
              <p:cNvPr id="1118" name="Freeform 94"/>
              <p:cNvSpPr/>
              <p:nvPr/>
            </p:nvSpPr>
            <p:spPr bwMode="ltGray">
              <a:xfrm>
                <a:off x="5603" y="3616"/>
                <a:ext cx="172" cy="364"/>
              </a:xfrm>
              <a:custGeom>
                <a:avLst/>
                <a:gdLst/>
                <a:ahLst/>
                <a:cxnLst>
                  <a:cxn ang="0">
                    <a:pos x="56" y="4"/>
                  </a:cxn>
                  <a:cxn ang="0">
                    <a:pos x="60" y="15"/>
                  </a:cxn>
                  <a:cxn ang="0">
                    <a:pos x="98" y="13"/>
                  </a:cxn>
                  <a:cxn ang="0">
                    <a:pos x="83" y="18"/>
                  </a:cxn>
                  <a:cxn ang="0">
                    <a:pos x="67" y="24"/>
                  </a:cxn>
                  <a:cxn ang="0">
                    <a:pos x="103" y="33"/>
                  </a:cxn>
                  <a:cxn ang="0">
                    <a:pos x="75" y="37"/>
                  </a:cxn>
                  <a:cxn ang="0">
                    <a:pos x="72" y="47"/>
                  </a:cxn>
                  <a:cxn ang="0">
                    <a:pos x="153" y="98"/>
                  </a:cxn>
                  <a:cxn ang="0">
                    <a:pos x="79" y="61"/>
                  </a:cxn>
                  <a:cxn ang="0">
                    <a:pos x="95" y="83"/>
                  </a:cxn>
                  <a:cxn ang="0">
                    <a:pos x="84" y="84"/>
                  </a:cxn>
                  <a:cxn ang="0">
                    <a:pos x="98" y="113"/>
                  </a:cxn>
                  <a:cxn ang="0">
                    <a:pos x="128" y="144"/>
                  </a:cxn>
                  <a:cxn ang="0">
                    <a:pos x="95" y="121"/>
                  </a:cxn>
                  <a:cxn ang="0">
                    <a:pos x="123" y="167"/>
                  </a:cxn>
                  <a:cxn ang="0">
                    <a:pos x="97" y="137"/>
                  </a:cxn>
                  <a:cxn ang="0">
                    <a:pos x="91" y="137"/>
                  </a:cxn>
                  <a:cxn ang="0">
                    <a:pos x="100" y="164"/>
                  </a:cxn>
                  <a:cxn ang="0">
                    <a:pos x="92" y="164"/>
                  </a:cxn>
                  <a:cxn ang="0">
                    <a:pos x="109" y="195"/>
                  </a:cxn>
                  <a:cxn ang="0">
                    <a:pos x="99" y="187"/>
                  </a:cxn>
                  <a:cxn ang="0">
                    <a:pos x="107" y="217"/>
                  </a:cxn>
                  <a:cxn ang="0">
                    <a:pos x="100" y="207"/>
                  </a:cxn>
                  <a:cxn ang="0">
                    <a:pos x="93" y="204"/>
                  </a:cxn>
                  <a:cxn ang="0">
                    <a:pos x="98" y="226"/>
                  </a:cxn>
                  <a:cxn ang="0">
                    <a:pos x="114" y="265"/>
                  </a:cxn>
                  <a:cxn ang="0">
                    <a:pos x="93" y="235"/>
                  </a:cxn>
                  <a:cxn ang="0">
                    <a:pos x="88" y="230"/>
                  </a:cxn>
                  <a:cxn ang="0">
                    <a:pos x="90" y="263"/>
                  </a:cxn>
                  <a:cxn ang="0">
                    <a:pos x="83" y="279"/>
                  </a:cxn>
                  <a:cxn ang="0">
                    <a:pos x="80" y="260"/>
                  </a:cxn>
                  <a:cxn ang="0">
                    <a:pos x="19" y="311"/>
                  </a:cxn>
                  <a:cxn ang="0">
                    <a:pos x="75" y="238"/>
                  </a:cxn>
                  <a:cxn ang="0">
                    <a:pos x="64" y="254"/>
                  </a:cxn>
                  <a:cxn ang="0">
                    <a:pos x="80" y="214"/>
                  </a:cxn>
                  <a:cxn ang="0">
                    <a:pos x="12" y="245"/>
                  </a:cxn>
                  <a:cxn ang="0">
                    <a:pos x="80" y="200"/>
                  </a:cxn>
                  <a:cxn ang="0">
                    <a:pos x="71" y="190"/>
                  </a:cxn>
                  <a:cxn ang="0">
                    <a:pos x="77" y="174"/>
                  </a:cxn>
                  <a:cxn ang="0">
                    <a:pos x="67" y="174"/>
                  </a:cxn>
                  <a:cxn ang="0">
                    <a:pos x="37" y="205"/>
                  </a:cxn>
                  <a:cxn ang="0">
                    <a:pos x="66" y="146"/>
                  </a:cxn>
                  <a:cxn ang="0">
                    <a:pos x="71" y="125"/>
                  </a:cxn>
                  <a:cxn ang="0">
                    <a:pos x="64" y="121"/>
                  </a:cxn>
                  <a:cxn ang="0">
                    <a:pos x="65" y="100"/>
                  </a:cxn>
                  <a:cxn ang="0">
                    <a:pos x="61" y="97"/>
                  </a:cxn>
                  <a:cxn ang="0">
                    <a:pos x="40" y="116"/>
                  </a:cxn>
                  <a:cxn ang="0">
                    <a:pos x="57" y="87"/>
                  </a:cxn>
                  <a:cxn ang="0">
                    <a:pos x="56" y="60"/>
                  </a:cxn>
                  <a:cxn ang="0">
                    <a:pos x="57" y="46"/>
                  </a:cxn>
                  <a:cxn ang="0">
                    <a:pos x="39" y="45"/>
                  </a:cxn>
                  <a:cxn ang="0">
                    <a:pos x="44" y="24"/>
                  </a:cxn>
                  <a:cxn ang="0">
                    <a:pos x="36" y="19"/>
                  </a:cxn>
                  <a:cxn ang="0">
                    <a:pos x="38" y="0"/>
                  </a:cxn>
                </a:cxnLst>
                <a:rect l="0" t="0" r="r" b="b"/>
                <a:pathLst>
                  <a:path w="172" h="364">
                    <a:moveTo>
                      <a:pt x="38" y="0"/>
                    </a:moveTo>
                    <a:lnTo>
                      <a:pt x="45" y="0"/>
                    </a:lnTo>
                    <a:lnTo>
                      <a:pt x="56" y="4"/>
                    </a:lnTo>
                    <a:lnTo>
                      <a:pt x="48" y="5"/>
                    </a:lnTo>
                    <a:lnTo>
                      <a:pt x="54" y="10"/>
                    </a:lnTo>
                    <a:lnTo>
                      <a:pt x="60" y="15"/>
                    </a:lnTo>
                    <a:lnTo>
                      <a:pt x="69" y="17"/>
                    </a:lnTo>
                    <a:lnTo>
                      <a:pt x="83" y="16"/>
                    </a:lnTo>
                    <a:lnTo>
                      <a:pt x="98" y="13"/>
                    </a:lnTo>
                    <a:lnTo>
                      <a:pt x="137" y="16"/>
                    </a:lnTo>
                    <a:lnTo>
                      <a:pt x="99" y="13"/>
                    </a:lnTo>
                    <a:lnTo>
                      <a:pt x="83" y="18"/>
                    </a:lnTo>
                    <a:lnTo>
                      <a:pt x="69" y="17"/>
                    </a:lnTo>
                    <a:lnTo>
                      <a:pt x="60" y="20"/>
                    </a:lnTo>
                    <a:lnTo>
                      <a:pt x="67" y="24"/>
                    </a:lnTo>
                    <a:lnTo>
                      <a:pt x="62" y="27"/>
                    </a:lnTo>
                    <a:lnTo>
                      <a:pt x="75" y="35"/>
                    </a:lnTo>
                    <a:lnTo>
                      <a:pt x="103" y="33"/>
                    </a:lnTo>
                    <a:lnTo>
                      <a:pt x="139" y="62"/>
                    </a:lnTo>
                    <a:lnTo>
                      <a:pt x="103" y="35"/>
                    </a:lnTo>
                    <a:lnTo>
                      <a:pt x="75" y="37"/>
                    </a:lnTo>
                    <a:lnTo>
                      <a:pt x="67" y="37"/>
                    </a:lnTo>
                    <a:lnTo>
                      <a:pt x="82" y="47"/>
                    </a:lnTo>
                    <a:lnTo>
                      <a:pt x="72" y="47"/>
                    </a:lnTo>
                    <a:lnTo>
                      <a:pt x="88" y="59"/>
                    </a:lnTo>
                    <a:lnTo>
                      <a:pt x="118" y="73"/>
                    </a:lnTo>
                    <a:lnTo>
                      <a:pt x="153" y="98"/>
                    </a:lnTo>
                    <a:lnTo>
                      <a:pt x="118" y="75"/>
                    </a:lnTo>
                    <a:lnTo>
                      <a:pt x="87" y="60"/>
                    </a:lnTo>
                    <a:lnTo>
                      <a:pt x="79" y="61"/>
                    </a:lnTo>
                    <a:lnTo>
                      <a:pt x="92" y="69"/>
                    </a:lnTo>
                    <a:lnTo>
                      <a:pt x="83" y="72"/>
                    </a:lnTo>
                    <a:lnTo>
                      <a:pt x="95" y="83"/>
                    </a:lnTo>
                    <a:lnTo>
                      <a:pt x="167" y="170"/>
                    </a:lnTo>
                    <a:lnTo>
                      <a:pt x="95" y="84"/>
                    </a:lnTo>
                    <a:lnTo>
                      <a:pt x="84" y="84"/>
                    </a:lnTo>
                    <a:lnTo>
                      <a:pt x="95" y="97"/>
                    </a:lnTo>
                    <a:lnTo>
                      <a:pt x="87" y="97"/>
                    </a:lnTo>
                    <a:lnTo>
                      <a:pt x="98" y="113"/>
                    </a:lnTo>
                    <a:lnTo>
                      <a:pt x="128" y="144"/>
                    </a:lnTo>
                    <a:lnTo>
                      <a:pt x="159" y="186"/>
                    </a:lnTo>
                    <a:lnTo>
                      <a:pt x="128" y="144"/>
                    </a:lnTo>
                    <a:lnTo>
                      <a:pt x="97" y="114"/>
                    </a:lnTo>
                    <a:lnTo>
                      <a:pt x="87" y="111"/>
                    </a:lnTo>
                    <a:lnTo>
                      <a:pt x="95" y="121"/>
                    </a:lnTo>
                    <a:lnTo>
                      <a:pt x="88" y="119"/>
                    </a:lnTo>
                    <a:lnTo>
                      <a:pt x="98" y="136"/>
                    </a:lnTo>
                    <a:lnTo>
                      <a:pt x="123" y="167"/>
                    </a:lnTo>
                    <a:lnTo>
                      <a:pt x="171" y="209"/>
                    </a:lnTo>
                    <a:lnTo>
                      <a:pt x="123" y="168"/>
                    </a:lnTo>
                    <a:lnTo>
                      <a:pt x="97" y="137"/>
                    </a:lnTo>
                    <a:lnTo>
                      <a:pt x="93" y="137"/>
                    </a:lnTo>
                    <a:lnTo>
                      <a:pt x="138" y="230"/>
                    </a:lnTo>
                    <a:lnTo>
                      <a:pt x="91" y="137"/>
                    </a:lnTo>
                    <a:lnTo>
                      <a:pt x="97" y="149"/>
                    </a:lnTo>
                    <a:lnTo>
                      <a:pt x="91" y="145"/>
                    </a:lnTo>
                    <a:lnTo>
                      <a:pt x="100" y="164"/>
                    </a:lnTo>
                    <a:lnTo>
                      <a:pt x="132" y="207"/>
                    </a:lnTo>
                    <a:lnTo>
                      <a:pt x="100" y="167"/>
                    </a:lnTo>
                    <a:lnTo>
                      <a:pt x="92" y="164"/>
                    </a:lnTo>
                    <a:lnTo>
                      <a:pt x="100" y="176"/>
                    </a:lnTo>
                    <a:lnTo>
                      <a:pt x="137" y="260"/>
                    </a:lnTo>
                    <a:lnTo>
                      <a:pt x="109" y="195"/>
                    </a:lnTo>
                    <a:lnTo>
                      <a:pt x="98" y="176"/>
                    </a:lnTo>
                    <a:lnTo>
                      <a:pt x="92" y="174"/>
                    </a:lnTo>
                    <a:lnTo>
                      <a:pt x="99" y="187"/>
                    </a:lnTo>
                    <a:lnTo>
                      <a:pt x="93" y="186"/>
                    </a:lnTo>
                    <a:lnTo>
                      <a:pt x="103" y="202"/>
                    </a:lnTo>
                    <a:lnTo>
                      <a:pt x="107" y="217"/>
                    </a:lnTo>
                    <a:lnTo>
                      <a:pt x="155" y="265"/>
                    </a:lnTo>
                    <a:lnTo>
                      <a:pt x="106" y="218"/>
                    </a:lnTo>
                    <a:lnTo>
                      <a:pt x="100" y="207"/>
                    </a:lnTo>
                    <a:lnTo>
                      <a:pt x="95" y="204"/>
                    </a:lnTo>
                    <a:lnTo>
                      <a:pt x="106" y="232"/>
                    </a:lnTo>
                    <a:lnTo>
                      <a:pt x="93" y="204"/>
                    </a:lnTo>
                    <a:lnTo>
                      <a:pt x="100" y="218"/>
                    </a:lnTo>
                    <a:lnTo>
                      <a:pt x="92" y="214"/>
                    </a:lnTo>
                    <a:lnTo>
                      <a:pt x="98" y="226"/>
                    </a:lnTo>
                    <a:lnTo>
                      <a:pt x="114" y="265"/>
                    </a:lnTo>
                    <a:lnTo>
                      <a:pt x="130" y="290"/>
                    </a:lnTo>
                    <a:lnTo>
                      <a:pt x="114" y="265"/>
                    </a:lnTo>
                    <a:lnTo>
                      <a:pt x="97" y="228"/>
                    </a:lnTo>
                    <a:lnTo>
                      <a:pt x="91" y="226"/>
                    </a:lnTo>
                    <a:lnTo>
                      <a:pt x="93" y="235"/>
                    </a:lnTo>
                    <a:lnTo>
                      <a:pt x="106" y="260"/>
                    </a:lnTo>
                    <a:lnTo>
                      <a:pt x="92" y="238"/>
                    </a:lnTo>
                    <a:lnTo>
                      <a:pt x="88" y="230"/>
                    </a:lnTo>
                    <a:lnTo>
                      <a:pt x="95" y="251"/>
                    </a:lnTo>
                    <a:lnTo>
                      <a:pt x="87" y="246"/>
                    </a:lnTo>
                    <a:lnTo>
                      <a:pt x="90" y="263"/>
                    </a:lnTo>
                    <a:lnTo>
                      <a:pt x="85" y="255"/>
                    </a:lnTo>
                    <a:lnTo>
                      <a:pt x="82" y="262"/>
                    </a:lnTo>
                    <a:lnTo>
                      <a:pt x="83" y="279"/>
                    </a:lnTo>
                    <a:lnTo>
                      <a:pt x="113" y="363"/>
                    </a:lnTo>
                    <a:lnTo>
                      <a:pt x="80" y="279"/>
                    </a:lnTo>
                    <a:lnTo>
                      <a:pt x="80" y="260"/>
                    </a:lnTo>
                    <a:lnTo>
                      <a:pt x="80" y="250"/>
                    </a:lnTo>
                    <a:lnTo>
                      <a:pt x="74" y="255"/>
                    </a:lnTo>
                    <a:lnTo>
                      <a:pt x="19" y="311"/>
                    </a:lnTo>
                    <a:lnTo>
                      <a:pt x="76" y="251"/>
                    </a:lnTo>
                    <a:lnTo>
                      <a:pt x="80" y="235"/>
                    </a:lnTo>
                    <a:lnTo>
                      <a:pt x="75" y="238"/>
                    </a:lnTo>
                    <a:lnTo>
                      <a:pt x="83" y="219"/>
                    </a:lnTo>
                    <a:lnTo>
                      <a:pt x="76" y="227"/>
                    </a:lnTo>
                    <a:lnTo>
                      <a:pt x="64" y="254"/>
                    </a:lnTo>
                    <a:lnTo>
                      <a:pt x="75" y="225"/>
                    </a:lnTo>
                    <a:lnTo>
                      <a:pt x="80" y="214"/>
                    </a:lnTo>
                    <a:lnTo>
                      <a:pt x="72" y="219"/>
                    </a:lnTo>
                    <a:lnTo>
                      <a:pt x="59" y="234"/>
                    </a:lnTo>
                    <a:lnTo>
                      <a:pt x="12" y="245"/>
                    </a:lnTo>
                    <a:lnTo>
                      <a:pt x="60" y="232"/>
                    </a:lnTo>
                    <a:lnTo>
                      <a:pt x="75" y="214"/>
                    </a:lnTo>
                    <a:lnTo>
                      <a:pt x="80" y="200"/>
                    </a:lnTo>
                    <a:lnTo>
                      <a:pt x="72" y="200"/>
                    </a:lnTo>
                    <a:lnTo>
                      <a:pt x="80" y="187"/>
                    </a:lnTo>
                    <a:lnTo>
                      <a:pt x="71" y="190"/>
                    </a:lnTo>
                    <a:lnTo>
                      <a:pt x="38" y="217"/>
                    </a:lnTo>
                    <a:lnTo>
                      <a:pt x="71" y="190"/>
                    </a:lnTo>
                    <a:lnTo>
                      <a:pt x="77" y="174"/>
                    </a:lnTo>
                    <a:lnTo>
                      <a:pt x="69" y="178"/>
                    </a:lnTo>
                    <a:lnTo>
                      <a:pt x="75" y="166"/>
                    </a:lnTo>
                    <a:lnTo>
                      <a:pt x="67" y="174"/>
                    </a:lnTo>
                    <a:lnTo>
                      <a:pt x="72" y="155"/>
                    </a:lnTo>
                    <a:lnTo>
                      <a:pt x="66" y="165"/>
                    </a:lnTo>
                    <a:lnTo>
                      <a:pt x="37" y="205"/>
                    </a:lnTo>
                    <a:lnTo>
                      <a:pt x="67" y="165"/>
                    </a:lnTo>
                    <a:lnTo>
                      <a:pt x="74" y="141"/>
                    </a:lnTo>
                    <a:lnTo>
                      <a:pt x="66" y="146"/>
                    </a:lnTo>
                    <a:lnTo>
                      <a:pt x="19" y="169"/>
                    </a:lnTo>
                    <a:lnTo>
                      <a:pt x="66" y="145"/>
                    </a:lnTo>
                    <a:lnTo>
                      <a:pt x="71" y="125"/>
                    </a:lnTo>
                    <a:lnTo>
                      <a:pt x="65" y="128"/>
                    </a:lnTo>
                    <a:lnTo>
                      <a:pt x="71" y="116"/>
                    </a:lnTo>
                    <a:lnTo>
                      <a:pt x="64" y="121"/>
                    </a:lnTo>
                    <a:lnTo>
                      <a:pt x="41" y="177"/>
                    </a:lnTo>
                    <a:lnTo>
                      <a:pt x="65" y="116"/>
                    </a:lnTo>
                    <a:lnTo>
                      <a:pt x="65" y="100"/>
                    </a:lnTo>
                    <a:lnTo>
                      <a:pt x="57" y="107"/>
                    </a:lnTo>
                    <a:lnTo>
                      <a:pt x="44" y="139"/>
                    </a:lnTo>
                    <a:lnTo>
                      <a:pt x="61" y="97"/>
                    </a:lnTo>
                    <a:lnTo>
                      <a:pt x="64" y="84"/>
                    </a:lnTo>
                    <a:lnTo>
                      <a:pt x="57" y="90"/>
                    </a:lnTo>
                    <a:lnTo>
                      <a:pt x="40" y="116"/>
                    </a:lnTo>
                    <a:lnTo>
                      <a:pt x="0" y="130"/>
                    </a:lnTo>
                    <a:lnTo>
                      <a:pt x="41" y="114"/>
                    </a:lnTo>
                    <a:lnTo>
                      <a:pt x="57" y="87"/>
                    </a:lnTo>
                    <a:lnTo>
                      <a:pt x="59" y="69"/>
                    </a:lnTo>
                    <a:lnTo>
                      <a:pt x="52" y="77"/>
                    </a:lnTo>
                    <a:lnTo>
                      <a:pt x="56" y="60"/>
                    </a:lnTo>
                    <a:lnTo>
                      <a:pt x="28" y="104"/>
                    </a:lnTo>
                    <a:lnTo>
                      <a:pt x="54" y="59"/>
                    </a:lnTo>
                    <a:lnTo>
                      <a:pt x="57" y="46"/>
                    </a:lnTo>
                    <a:lnTo>
                      <a:pt x="48" y="55"/>
                    </a:lnTo>
                    <a:lnTo>
                      <a:pt x="49" y="36"/>
                    </a:lnTo>
                    <a:lnTo>
                      <a:pt x="39" y="45"/>
                    </a:lnTo>
                    <a:lnTo>
                      <a:pt x="2" y="79"/>
                    </a:lnTo>
                    <a:lnTo>
                      <a:pt x="39" y="44"/>
                    </a:lnTo>
                    <a:lnTo>
                      <a:pt x="44" y="24"/>
                    </a:lnTo>
                    <a:lnTo>
                      <a:pt x="38" y="30"/>
                    </a:lnTo>
                    <a:lnTo>
                      <a:pt x="41" y="15"/>
                    </a:lnTo>
                    <a:lnTo>
                      <a:pt x="36" y="19"/>
                    </a:lnTo>
                    <a:lnTo>
                      <a:pt x="34" y="8"/>
                    </a:lnTo>
                    <a:lnTo>
                      <a:pt x="36" y="3"/>
                    </a:lnTo>
                    <a:lnTo>
                      <a:pt x="38" y="0"/>
                    </a:lnTo>
                  </a:path>
                </a:pathLst>
              </a:custGeom>
              <a:solidFill>
                <a:srgbClr val="CEDA9D"/>
              </a:solidFill>
              <a:ln w="9525" cap="rnd">
                <a:noFill/>
                <a:round/>
              </a:ln>
              <a:effectLst/>
            </p:spPr>
            <p:txBody>
              <a:bodyPr/>
              <a:lstStyle/>
              <a:p>
                <a:endParaRPr lang="zh-CN" altLang="en-US"/>
              </a:p>
            </p:txBody>
          </p:sp>
          <p:sp>
            <p:nvSpPr>
              <p:cNvPr id="1119" name="Freeform 95"/>
              <p:cNvSpPr/>
              <p:nvPr/>
            </p:nvSpPr>
            <p:spPr bwMode="ltGray">
              <a:xfrm>
                <a:off x="5400" y="3995"/>
                <a:ext cx="35" cy="142"/>
              </a:xfrm>
              <a:custGeom>
                <a:avLst/>
                <a:gdLst/>
                <a:ahLst/>
                <a:cxnLst>
                  <a:cxn ang="0">
                    <a:pos x="27" y="0"/>
                  </a:cxn>
                  <a:cxn ang="0">
                    <a:pos x="20" y="10"/>
                  </a:cxn>
                  <a:cxn ang="0">
                    <a:pos x="13" y="28"/>
                  </a:cxn>
                  <a:cxn ang="0">
                    <a:pos x="6" y="51"/>
                  </a:cxn>
                  <a:cxn ang="0">
                    <a:pos x="0" y="80"/>
                  </a:cxn>
                  <a:cxn ang="0">
                    <a:pos x="0" y="112"/>
                  </a:cxn>
                  <a:cxn ang="0">
                    <a:pos x="3" y="141"/>
                  </a:cxn>
                  <a:cxn ang="0">
                    <a:pos x="6" y="141"/>
                  </a:cxn>
                  <a:cxn ang="0">
                    <a:pos x="3" y="112"/>
                  </a:cxn>
                  <a:cxn ang="0">
                    <a:pos x="3" y="89"/>
                  </a:cxn>
                  <a:cxn ang="0">
                    <a:pos x="9" y="64"/>
                  </a:cxn>
                  <a:cxn ang="0">
                    <a:pos x="20" y="38"/>
                  </a:cxn>
                  <a:cxn ang="0">
                    <a:pos x="34" y="6"/>
                  </a:cxn>
                  <a:cxn ang="0">
                    <a:pos x="27" y="0"/>
                  </a:cxn>
                </a:cxnLst>
                <a:rect l="0" t="0" r="r" b="b"/>
                <a:pathLst>
                  <a:path w="35" h="142">
                    <a:moveTo>
                      <a:pt x="27" y="0"/>
                    </a:moveTo>
                    <a:lnTo>
                      <a:pt x="20" y="10"/>
                    </a:lnTo>
                    <a:lnTo>
                      <a:pt x="13" y="28"/>
                    </a:lnTo>
                    <a:lnTo>
                      <a:pt x="6" y="51"/>
                    </a:lnTo>
                    <a:lnTo>
                      <a:pt x="0" y="80"/>
                    </a:lnTo>
                    <a:lnTo>
                      <a:pt x="0" y="112"/>
                    </a:lnTo>
                    <a:lnTo>
                      <a:pt x="3" y="141"/>
                    </a:lnTo>
                    <a:lnTo>
                      <a:pt x="6" y="141"/>
                    </a:lnTo>
                    <a:lnTo>
                      <a:pt x="3" y="112"/>
                    </a:lnTo>
                    <a:lnTo>
                      <a:pt x="3" y="89"/>
                    </a:lnTo>
                    <a:lnTo>
                      <a:pt x="9" y="64"/>
                    </a:lnTo>
                    <a:lnTo>
                      <a:pt x="20" y="38"/>
                    </a:lnTo>
                    <a:lnTo>
                      <a:pt x="34" y="6"/>
                    </a:lnTo>
                    <a:lnTo>
                      <a:pt x="27" y="0"/>
                    </a:lnTo>
                  </a:path>
                </a:pathLst>
              </a:custGeom>
              <a:solidFill>
                <a:srgbClr val="CEDA9D"/>
              </a:solidFill>
              <a:ln w="9525" cap="rnd">
                <a:noFill/>
                <a:round/>
              </a:ln>
              <a:effectLst/>
            </p:spPr>
            <p:txBody>
              <a:bodyPr/>
              <a:lstStyle/>
              <a:p>
                <a:endParaRPr lang="zh-CN" altLang="en-US"/>
              </a:p>
            </p:txBody>
          </p:sp>
          <p:sp>
            <p:nvSpPr>
              <p:cNvPr id="1120" name="Freeform 96"/>
              <p:cNvSpPr/>
              <p:nvPr/>
            </p:nvSpPr>
            <p:spPr bwMode="ltGray">
              <a:xfrm>
                <a:off x="5547" y="3919"/>
                <a:ext cx="59" cy="141"/>
              </a:xfrm>
              <a:custGeom>
                <a:avLst/>
                <a:gdLst/>
                <a:ahLst/>
                <a:cxnLst>
                  <a:cxn ang="0">
                    <a:pos x="1" y="22"/>
                  </a:cxn>
                  <a:cxn ang="0">
                    <a:pos x="13" y="0"/>
                  </a:cxn>
                  <a:cxn ang="0">
                    <a:pos x="21" y="0"/>
                  </a:cxn>
                  <a:cxn ang="0">
                    <a:pos x="27" y="1"/>
                  </a:cxn>
                  <a:cxn ang="0">
                    <a:pos x="33" y="7"/>
                  </a:cxn>
                  <a:cxn ang="0">
                    <a:pos x="46" y="25"/>
                  </a:cxn>
                  <a:cxn ang="0">
                    <a:pos x="50" y="33"/>
                  </a:cxn>
                  <a:cxn ang="0">
                    <a:pos x="53" y="42"/>
                  </a:cxn>
                  <a:cxn ang="0">
                    <a:pos x="57" y="65"/>
                  </a:cxn>
                  <a:cxn ang="0">
                    <a:pos x="58" y="73"/>
                  </a:cxn>
                  <a:cxn ang="0">
                    <a:pos x="57" y="82"/>
                  </a:cxn>
                  <a:cxn ang="0">
                    <a:pos x="54" y="92"/>
                  </a:cxn>
                  <a:cxn ang="0">
                    <a:pos x="49" y="107"/>
                  </a:cxn>
                  <a:cxn ang="0">
                    <a:pos x="44" y="116"/>
                  </a:cxn>
                  <a:cxn ang="0">
                    <a:pos x="38" y="126"/>
                  </a:cxn>
                  <a:cxn ang="0">
                    <a:pos x="25" y="140"/>
                  </a:cxn>
                  <a:cxn ang="0">
                    <a:pos x="32" y="123"/>
                  </a:cxn>
                  <a:cxn ang="0">
                    <a:pos x="37" y="108"/>
                  </a:cxn>
                  <a:cxn ang="0">
                    <a:pos x="40" y="95"/>
                  </a:cxn>
                  <a:cxn ang="0">
                    <a:pos x="39" y="82"/>
                  </a:cxn>
                  <a:cxn ang="0">
                    <a:pos x="38" y="73"/>
                  </a:cxn>
                  <a:cxn ang="0">
                    <a:pos x="40" y="61"/>
                  </a:cxn>
                  <a:cxn ang="0">
                    <a:pos x="42" y="51"/>
                  </a:cxn>
                  <a:cxn ang="0">
                    <a:pos x="36" y="33"/>
                  </a:cxn>
                  <a:cxn ang="0">
                    <a:pos x="35" y="23"/>
                  </a:cxn>
                  <a:cxn ang="0">
                    <a:pos x="30" y="15"/>
                  </a:cxn>
                  <a:cxn ang="0">
                    <a:pos x="21" y="5"/>
                  </a:cxn>
                  <a:cxn ang="0">
                    <a:pos x="16" y="14"/>
                  </a:cxn>
                  <a:cxn ang="0">
                    <a:pos x="0" y="26"/>
                  </a:cxn>
                  <a:cxn ang="0">
                    <a:pos x="1" y="22"/>
                  </a:cxn>
                </a:cxnLst>
                <a:rect l="0" t="0" r="r" b="b"/>
                <a:pathLst>
                  <a:path w="59" h="141">
                    <a:moveTo>
                      <a:pt x="1" y="22"/>
                    </a:moveTo>
                    <a:lnTo>
                      <a:pt x="13" y="0"/>
                    </a:lnTo>
                    <a:lnTo>
                      <a:pt x="21" y="0"/>
                    </a:lnTo>
                    <a:lnTo>
                      <a:pt x="27" y="1"/>
                    </a:lnTo>
                    <a:lnTo>
                      <a:pt x="33" y="7"/>
                    </a:lnTo>
                    <a:lnTo>
                      <a:pt x="46" y="25"/>
                    </a:lnTo>
                    <a:lnTo>
                      <a:pt x="50" y="33"/>
                    </a:lnTo>
                    <a:lnTo>
                      <a:pt x="53" y="42"/>
                    </a:lnTo>
                    <a:lnTo>
                      <a:pt x="57" y="65"/>
                    </a:lnTo>
                    <a:lnTo>
                      <a:pt x="58" y="73"/>
                    </a:lnTo>
                    <a:lnTo>
                      <a:pt x="57" y="82"/>
                    </a:lnTo>
                    <a:lnTo>
                      <a:pt x="54" y="92"/>
                    </a:lnTo>
                    <a:lnTo>
                      <a:pt x="49" y="107"/>
                    </a:lnTo>
                    <a:lnTo>
                      <a:pt x="44" y="116"/>
                    </a:lnTo>
                    <a:lnTo>
                      <a:pt x="38" y="126"/>
                    </a:lnTo>
                    <a:lnTo>
                      <a:pt x="25" y="140"/>
                    </a:lnTo>
                    <a:lnTo>
                      <a:pt x="32" y="123"/>
                    </a:lnTo>
                    <a:lnTo>
                      <a:pt x="37" y="108"/>
                    </a:lnTo>
                    <a:lnTo>
                      <a:pt x="40" y="95"/>
                    </a:lnTo>
                    <a:lnTo>
                      <a:pt x="39" y="82"/>
                    </a:lnTo>
                    <a:lnTo>
                      <a:pt x="38" y="73"/>
                    </a:lnTo>
                    <a:lnTo>
                      <a:pt x="40" y="61"/>
                    </a:lnTo>
                    <a:lnTo>
                      <a:pt x="42" y="51"/>
                    </a:lnTo>
                    <a:lnTo>
                      <a:pt x="36" y="33"/>
                    </a:lnTo>
                    <a:lnTo>
                      <a:pt x="35" y="23"/>
                    </a:lnTo>
                    <a:lnTo>
                      <a:pt x="30" y="15"/>
                    </a:lnTo>
                    <a:lnTo>
                      <a:pt x="21" y="5"/>
                    </a:lnTo>
                    <a:lnTo>
                      <a:pt x="16" y="14"/>
                    </a:lnTo>
                    <a:lnTo>
                      <a:pt x="0" y="26"/>
                    </a:lnTo>
                    <a:lnTo>
                      <a:pt x="1" y="22"/>
                    </a:lnTo>
                  </a:path>
                </a:pathLst>
              </a:custGeom>
              <a:solidFill>
                <a:srgbClr val="CEDA9D"/>
              </a:solidFill>
              <a:ln w="9525" cap="rnd">
                <a:noFill/>
                <a:round/>
              </a:ln>
              <a:effectLst/>
            </p:spPr>
            <p:txBody>
              <a:bodyPr/>
              <a:lstStyle/>
              <a:p>
                <a:endParaRPr lang="zh-CN" altLang="en-US"/>
              </a:p>
            </p:txBody>
          </p:sp>
          <p:sp>
            <p:nvSpPr>
              <p:cNvPr id="1121" name="Freeform 97"/>
              <p:cNvSpPr/>
              <p:nvPr/>
            </p:nvSpPr>
            <p:spPr bwMode="ltGray">
              <a:xfrm>
                <a:off x="5364" y="3794"/>
                <a:ext cx="144" cy="255"/>
              </a:xfrm>
              <a:custGeom>
                <a:avLst/>
                <a:gdLst/>
                <a:ahLst/>
                <a:cxnLst>
                  <a:cxn ang="0">
                    <a:pos x="96" y="3"/>
                  </a:cxn>
                  <a:cxn ang="0">
                    <a:pos x="92" y="10"/>
                  </a:cxn>
                  <a:cxn ang="0">
                    <a:pos x="60" y="9"/>
                  </a:cxn>
                  <a:cxn ang="0">
                    <a:pos x="73" y="13"/>
                  </a:cxn>
                  <a:cxn ang="0">
                    <a:pos x="86" y="17"/>
                  </a:cxn>
                  <a:cxn ang="0">
                    <a:pos x="56" y="23"/>
                  </a:cxn>
                  <a:cxn ang="0">
                    <a:pos x="79" y="26"/>
                  </a:cxn>
                  <a:cxn ang="0">
                    <a:pos x="82" y="32"/>
                  </a:cxn>
                  <a:cxn ang="0">
                    <a:pos x="14" y="69"/>
                  </a:cxn>
                  <a:cxn ang="0">
                    <a:pos x="77" y="42"/>
                  </a:cxn>
                  <a:cxn ang="0">
                    <a:pos x="64" y="58"/>
                  </a:cxn>
                  <a:cxn ang="0">
                    <a:pos x="72" y="59"/>
                  </a:cxn>
                  <a:cxn ang="0">
                    <a:pos x="60" y="79"/>
                  </a:cxn>
                  <a:cxn ang="0">
                    <a:pos x="35" y="100"/>
                  </a:cxn>
                  <a:cxn ang="0">
                    <a:pos x="64" y="84"/>
                  </a:cxn>
                  <a:cxn ang="0">
                    <a:pos x="40" y="117"/>
                  </a:cxn>
                  <a:cxn ang="0">
                    <a:pos x="61" y="95"/>
                  </a:cxn>
                  <a:cxn ang="0">
                    <a:pos x="66" y="95"/>
                  </a:cxn>
                  <a:cxn ang="0">
                    <a:pos x="59" y="115"/>
                  </a:cxn>
                  <a:cxn ang="0">
                    <a:pos x="65" y="115"/>
                  </a:cxn>
                  <a:cxn ang="0">
                    <a:pos x="51" y="136"/>
                  </a:cxn>
                  <a:cxn ang="0">
                    <a:pos x="59" y="131"/>
                  </a:cxn>
                  <a:cxn ang="0">
                    <a:pos x="53" y="151"/>
                  </a:cxn>
                  <a:cxn ang="0">
                    <a:pos x="59" y="145"/>
                  </a:cxn>
                  <a:cxn ang="0">
                    <a:pos x="64" y="143"/>
                  </a:cxn>
                  <a:cxn ang="0">
                    <a:pos x="60" y="158"/>
                  </a:cxn>
                  <a:cxn ang="0">
                    <a:pos x="47" y="186"/>
                  </a:cxn>
                  <a:cxn ang="0">
                    <a:pos x="64" y="164"/>
                  </a:cxn>
                  <a:cxn ang="0">
                    <a:pos x="69" y="160"/>
                  </a:cxn>
                  <a:cxn ang="0">
                    <a:pos x="67" y="184"/>
                  </a:cxn>
                  <a:cxn ang="0">
                    <a:pos x="73" y="195"/>
                  </a:cxn>
                  <a:cxn ang="0">
                    <a:pos x="74" y="183"/>
                  </a:cxn>
                  <a:cxn ang="0">
                    <a:pos x="126" y="217"/>
                  </a:cxn>
                  <a:cxn ang="0">
                    <a:pos x="79" y="166"/>
                  </a:cxn>
                  <a:cxn ang="0">
                    <a:pos x="89" y="178"/>
                  </a:cxn>
                  <a:cxn ang="0">
                    <a:pos x="76" y="149"/>
                  </a:cxn>
                  <a:cxn ang="0">
                    <a:pos x="132" y="171"/>
                  </a:cxn>
                  <a:cxn ang="0">
                    <a:pos x="76" y="141"/>
                  </a:cxn>
                  <a:cxn ang="0">
                    <a:pos x="83" y="133"/>
                  </a:cxn>
                  <a:cxn ang="0">
                    <a:pos x="78" y="122"/>
                  </a:cxn>
                  <a:cxn ang="0">
                    <a:pos x="86" y="122"/>
                  </a:cxn>
                  <a:cxn ang="0">
                    <a:pos x="112" y="143"/>
                  </a:cxn>
                  <a:cxn ang="0">
                    <a:pos x="87" y="102"/>
                  </a:cxn>
                  <a:cxn ang="0">
                    <a:pos x="83" y="87"/>
                  </a:cxn>
                  <a:cxn ang="0">
                    <a:pos x="89" y="84"/>
                  </a:cxn>
                  <a:cxn ang="0">
                    <a:pos x="88" y="70"/>
                  </a:cxn>
                  <a:cxn ang="0">
                    <a:pos x="91" y="68"/>
                  </a:cxn>
                  <a:cxn ang="0">
                    <a:pos x="108" y="81"/>
                  </a:cxn>
                  <a:cxn ang="0">
                    <a:pos x="95" y="61"/>
                  </a:cxn>
                  <a:cxn ang="0">
                    <a:pos x="96" y="42"/>
                  </a:cxn>
                  <a:cxn ang="0">
                    <a:pos x="95" y="32"/>
                  </a:cxn>
                  <a:cxn ang="0">
                    <a:pos x="109" y="32"/>
                  </a:cxn>
                  <a:cxn ang="0">
                    <a:pos x="105" y="17"/>
                  </a:cxn>
                  <a:cxn ang="0">
                    <a:pos x="113" y="14"/>
                  </a:cxn>
                  <a:cxn ang="0">
                    <a:pos x="110" y="0"/>
                  </a:cxn>
                </a:cxnLst>
                <a:rect l="0" t="0" r="r" b="b"/>
                <a:pathLst>
                  <a:path w="144" h="255">
                    <a:moveTo>
                      <a:pt x="110" y="0"/>
                    </a:moveTo>
                    <a:lnTo>
                      <a:pt x="104" y="0"/>
                    </a:lnTo>
                    <a:lnTo>
                      <a:pt x="96" y="3"/>
                    </a:lnTo>
                    <a:lnTo>
                      <a:pt x="102" y="4"/>
                    </a:lnTo>
                    <a:lnTo>
                      <a:pt x="97" y="7"/>
                    </a:lnTo>
                    <a:lnTo>
                      <a:pt x="92" y="10"/>
                    </a:lnTo>
                    <a:lnTo>
                      <a:pt x="84" y="12"/>
                    </a:lnTo>
                    <a:lnTo>
                      <a:pt x="73" y="11"/>
                    </a:lnTo>
                    <a:lnTo>
                      <a:pt x="60" y="9"/>
                    </a:lnTo>
                    <a:lnTo>
                      <a:pt x="28" y="11"/>
                    </a:lnTo>
                    <a:lnTo>
                      <a:pt x="59" y="9"/>
                    </a:lnTo>
                    <a:lnTo>
                      <a:pt x="73" y="13"/>
                    </a:lnTo>
                    <a:lnTo>
                      <a:pt x="84" y="12"/>
                    </a:lnTo>
                    <a:lnTo>
                      <a:pt x="92" y="14"/>
                    </a:lnTo>
                    <a:lnTo>
                      <a:pt x="86" y="17"/>
                    </a:lnTo>
                    <a:lnTo>
                      <a:pt x="90" y="18"/>
                    </a:lnTo>
                    <a:lnTo>
                      <a:pt x="79" y="24"/>
                    </a:lnTo>
                    <a:lnTo>
                      <a:pt x="56" y="23"/>
                    </a:lnTo>
                    <a:lnTo>
                      <a:pt x="26" y="43"/>
                    </a:lnTo>
                    <a:lnTo>
                      <a:pt x="56" y="24"/>
                    </a:lnTo>
                    <a:lnTo>
                      <a:pt x="79" y="26"/>
                    </a:lnTo>
                    <a:lnTo>
                      <a:pt x="86" y="26"/>
                    </a:lnTo>
                    <a:lnTo>
                      <a:pt x="73" y="32"/>
                    </a:lnTo>
                    <a:lnTo>
                      <a:pt x="82" y="32"/>
                    </a:lnTo>
                    <a:lnTo>
                      <a:pt x="69" y="41"/>
                    </a:lnTo>
                    <a:lnTo>
                      <a:pt x="43" y="51"/>
                    </a:lnTo>
                    <a:lnTo>
                      <a:pt x="14" y="69"/>
                    </a:lnTo>
                    <a:lnTo>
                      <a:pt x="44" y="52"/>
                    </a:lnTo>
                    <a:lnTo>
                      <a:pt x="69" y="42"/>
                    </a:lnTo>
                    <a:lnTo>
                      <a:pt x="77" y="42"/>
                    </a:lnTo>
                    <a:lnTo>
                      <a:pt x="65" y="48"/>
                    </a:lnTo>
                    <a:lnTo>
                      <a:pt x="73" y="50"/>
                    </a:lnTo>
                    <a:lnTo>
                      <a:pt x="64" y="58"/>
                    </a:lnTo>
                    <a:lnTo>
                      <a:pt x="2" y="119"/>
                    </a:lnTo>
                    <a:lnTo>
                      <a:pt x="64" y="59"/>
                    </a:lnTo>
                    <a:lnTo>
                      <a:pt x="72" y="59"/>
                    </a:lnTo>
                    <a:lnTo>
                      <a:pt x="63" y="68"/>
                    </a:lnTo>
                    <a:lnTo>
                      <a:pt x="69" y="67"/>
                    </a:lnTo>
                    <a:lnTo>
                      <a:pt x="60" y="79"/>
                    </a:lnTo>
                    <a:lnTo>
                      <a:pt x="35" y="100"/>
                    </a:lnTo>
                    <a:lnTo>
                      <a:pt x="9" y="131"/>
                    </a:lnTo>
                    <a:lnTo>
                      <a:pt x="35" y="100"/>
                    </a:lnTo>
                    <a:lnTo>
                      <a:pt x="61" y="79"/>
                    </a:lnTo>
                    <a:lnTo>
                      <a:pt x="69" y="77"/>
                    </a:lnTo>
                    <a:lnTo>
                      <a:pt x="64" y="84"/>
                    </a:lnTo>
                    <a:lnTo>
                      <a:pt x="69" y="84"/>
                    </a:lnTo>
                    <a:lnTo>
                      <a:pt x="60" y="95"/>
                    </a:lnTo>
                    <a:lnTo>
                      <a:pt x="40" y="117"/>
                    </a:lnTo>
                    <a:lnTo>
                      <a:pt x="0" y="145"/>
                    </a:lnTo>
                    <a:lnTo>
                      <a:pt x="39" y="117"/>
                    </a:lnTo>
                    <a:lnTo>
                      <a:pt x="61" y="95"/>
                    </a:lnTo>
                    <a:lnTo>
                      <a:pt x="64" y="95"/>
                    </a:lnTo>
                    <a:lnTo>
                      <a:pt x="27" y="160"/>
                    </a:lnTo>
                    <a:lnTo>
                      <a:pt x="66" y="95"/>
                    </a:lnTo>
                    <a:lnTo>
                      <a:pt x="61" y="104"/>
                    </a:lnTo>
                    <a:lnTo>
                      <a:pt x="66" y="101"/>
                    </a:lnTo>
                    <a:lnTo>
                      <a:pt x="59" y="115"/>
                    </a:lnTo>
                    <a:lnTo>
                      <a:pt x="32" y="145"/>
                    </a:lnTo>
                    <a:lnTo>
                      <a:pt x="59" y="117"/>
                    </a:lnTo>
                    <a:lnTo>
                      <a:pt x="65" y="115"/>
                    </a:lnTo>
                    <a:lnTo>
                      <a:pt x="59" y="123"/>
                    </a:lnTo>
                    <a:lnTo>
                      <a:pt x="27" y="183"/>
                    </a:lnTo>
                    <a:lnTo>
                      <a:pt x="51" y="136"/>
                    </a:lnTo>
                    <a:lnTo>
                      <a:pt x="60" y="123"/>
                    </a:lnTo>
                    <a:lnTo>
                      <a:pt x="65" y="122"/>
                    </a:lnTo>
                    <a:lnTo>
                      <a:pt x="59" y="131"/>
                    </a:lnTo>
                    <a:lnTo>
                      <a:pt x="64" y="130"/>
                    </a:lnTo>
                    <a:lnTo>
                      <a:pt x="56" y="141"/>
                    </a:lnTo>
                    <a:lnTo>
                      <a:pt x="53" y="151"/>
                    </a:lnTo>
                    <a:lnTo>
                      <a:pt x="13" y="185"/>
                    </a:lnTo>
                    <a:lnTo>
                      <a:pt x="54" y="152"/>
                    </a:lnTo>
                    <a:lnTo>
                      <a:pt x="59" y="145"/>
                    </a:lnTo>
                    <a:lnTo>
                      <a:pt x="64" y="143"/>
                    </a:lnTo>
                    <a:lnTo>
                      <a:pt x="54" y="162"/>
                    </a:lnTo>
                    <a:lnTo>
                      <a:pt x="64" y="143"/>
                    </a:lnTo>
                    <a:lnTo>
                      <a:pt x="59" y="152"/>
                    </a:lnTo>
                    <a:lnTo>
                      <a:pt x="65" y="150"/>
                    </a:lnTo>
                    <a:lnTo>
                      <a:pt x="60" y="158"/>
                    </a:lnTo>
                    <a:lnTo>
                      <a:pt x="47" y="186"/>
                    </a:lnTo>
                    <a:lnTo>
                      <a:pt x="34" y="202"/>
                    </a:lnTo>
                    <a:lnTo>
                      <a:pt x="47" y="186"/>
                    </a:lnTo>
                    <a:lnTo>
                      <a:pt x="61" y="159"/>
                    </a:lnTo>
                    <a:lnTo>
                      <a:pt x="66" y="158"/>
                    </a:lnTo>
                    <a:lnTo>
                      <a:pt x="64" y="164"/>
                    </a:lnTo>
                    <a:lnTo>
                      <a:pt x="54" y="183"/>
                    </a:lnTo>
                    <a:lnTo>
                      <a:pt x="65" y="166"/>
                    </a:lnTo>
                    <a:lnTo>
                      <a:pt x="69" y="160"/>
                    </a:lnTo>
                    <a:lnTo>
                      <a:pt x="64" y="175"/>
                    </a:lnTo>
                    <a:lnTo>
                      <a:pt x="69" y="173"/>
                    </a:lnTo>
                    <a:lnTo>
                      <a:pt x="67" y="184"/>
                    </a:lnTo>
                    <a:lnTo>
                      <a:pt x="71" y="179"/>
                    </a:lnTo>
                    <a:lnTo>
                      <a:pt x="73" y="183"/>
                    </a:lnTo>
                    <a:lnTo>
                      <a:pt x="73" y="195"/>
                    </a:lnTo>
                    <a:lnTo>
                      <a:pt x="48" y="254"/>
                    </a:lnTo>
                    <a:lnTo>
                      <a:pt x="74" y="195"/>
                    </a:lnTo>
                    <a:lnTo>
                      <a:pt x="74" y="183"/>
                    </a:lnTo>
                    <a:lnTo>
                      <a:pt x="74" y="174"/>
                    </a:lnTo>
                    <a:lnTo>
                      <a:pt x="80" y="179"/>
                    </a:lnTo>
                    <a:lnTo>
                      <a:pt x="126" y="217"/>
                    </a:lnTo>
                    <a:lnTo>
                      <a:pt x="78" y="175"/>
                    </a:lnTo>
                    <a:lnTo>
                      <a:pt x="74" y="164"/>
                    </a:lnTo>
                    <a:lnTo>
                      <a:pt x="79" y="166"/>
                    </a:lnTo>
                    <a:lnTo>
                      <a:pt x="73" y="153"/>
                    </a:lnTo>
                    <a:lnTo>
                      <a:pt x="78" y="159"/>
                    </a:lnTo>
                    <a:lnTo>
                      <a:pt x="89" y="178"/>
                    </a:lnTo>
                    <a:lnTo>
                      <a:pt x="79" y="157"/>
                    </a:lnTo>
                    <a:lnTo>
                      <a:pt x="74" y="149"/>
                    </a:lnTo>
                    <a:lnTo>
                      <a:pt x="76" y="149"/>
                    </a:lnTo>
                    <a:lnTo>
                      <a:pt x="82" y="153"/>
                    </a:lnTo>
                    <a:lnTo>
                      <a:pt x="93" y="164"/>
                    </a:lnTo>
                    <a:lnTo>
                      <a:pt x="132" y="171"/>
                    </a:lnTo>
                    <a:lnTo>
                      <a:pt x="92" y="162"/>
                    </a:lnTo>
                    <a:lnTo>
                      <a:pt x="79" y="150"/>
                    </a:lnTo>
                    <a:lnTo>
                      <a:pt x="76" y="141"/>
                    </a:lnTo>
                    <a:lnTo>
                      <a:pt x="82" y="141"/>
                    </a:lnTo>
                    <a:lnTo>
                      <a:pt x="76" y="131"/>
                    </a:lnTo>
                    <a:lnTo>
                      <a:pt x="83" y="133"/>
                    </a:lnTo>
                    <a:lnTo>
                      <a:pt x="110" y="151"/>
                    </a:lnTo>
                    <a:lnTo>
                      <a:pt x="83" y="132"/>
                    </a:lnTo>
                    <a:lnTo>
                      <a:pt x="78" y="122"/>
                    </a:lnTo>
                    <a:lnTo>
                      <a:pt x="84" y="125"/>
                    </a:lnTo>
                    <a:lnTo>
                      <a:pt x="79" y="116"/>
                    </a:lnTo>
                    <a:lnTo>
                      <a:pt x="86" y="122"/>
                    </a:lnTo>
                    <a:lnTo>
                      <a:pt x="82" y="108"/>
                    </a:lnTo>
                    <a:lnTo>
                      <a:pt x="87" y="115"/>
                    </a:lnTo>
                    <a:lnTo>
                      <a:pt x="112" y="143"/>
                    </a:lnTo>
                    <a:lnTo>
                      <a:pt x="86" y="115"/>
                    </a:lnTo>
                    <a:lnTo>
                      <a:pt x="80" y="98"/>
                    </a:lnTo>
                    <a:lnTo>
                      <a:pt x="87" y="102"/>
                    </a:lnTo>
                    <a:lnTo>
                      <a:pt x="127" y="118"/>
                    </a:lnTo>
                    <a:lnTo>
                      <a:pt x="87" y="101"/>
                    </a:lnTo>
                    <a:lnTo>
                      <a:pt x="83" y="87"/>
                    </a:lnTo>
                    <a:lnTo>
                      <a:pt x="88" y="89"/>
                    </a:lnTo>
                    <a:lnTo>
                      <a:pt x="83" y="81"/>
                    </a:lnTo>
                    <a:lnTo>
                      <a:pt x="89" y="84"/>
                    </a:lnTo>
                    <a:lnTo>
                      <a:pt x="108" y="124"/>
                    </a:lnTo>
                    <a:lnTo>
                      <a:pt x="88" y="80"/>
                    </a:lnTo>
                    <a:lnTo>
                      <a:pt x="88" y="70"/>
                    </a:lnTo>
                    <a:lnTo>
                      <a:pt x="94" y="75"/>
                    </a:lnTo>
                    <a:lnTo>
                      <a:pt x="105" y="97"/>
                    </a:lnTo>
                    <a:lnTo>
                      <a:pt x="91" y="68"/>
                    </a:lnTo>
                    <a:lnTo>
                      <a:pt x="89" y="59"/>
                    </a:lnTo>
                    <a:lnTo>
                      <a:pt x="94" y="63"/>
                    </a:lnTo>
                    <a:lnTo>
                      <a:pt x="108" y="81"/>
                    </a:lnTo>
                    <a:lnTo>
                      <a:pt x="143" y="91"/>
                    </a:lnTo>
                    <a:lnTo>
                      <a:pt x="108" y="79"/>
                    </a:lnTo>
                    <a:lnTo>
                      <a:pt x="95" y="61"/>
                    </a:lnTo>
                    <a:lnTo>
                      <a:pt x="93" y="48"/>
                    </a:lnTo>
                    <a:lnTo>
                      <a:pt x="99" y="54"/>
                    </a:lnTo>
                    <a:lnTo>
                      <a:pt x="96" y="42"/>
                    </a:lnTo>
                    <a:lnTo>
                      <a:pt x="118" y="73"/>
                    </a:lnTo>
                    <a:lnTo>
                      <a:pt x="97" y="41"/>
                    </a:lnTo>
                    <a:lnTo>
                      <a:pt x="95" y="32"/>
                    </a:lnTo>
                    <a:lnTo>
                      <a:pt x="102" y="39"/>
                    </a:lnTo>
                    <a:lnTo>
                      <a:pt x="101" y="25"/>
                    </a:lnTo>
                    <a:lnTo>
                      <a:pt x="109" y="32"/>
                    </a:lnTo>
                    <a:lnTo>
                      <a:pt x="141" y="56"/>
                    </a:lnTo>
                    <a:lnTo>
                      <a:pt x="109" y="31"/>
                    </a:lnTo>
                    <a:lnTo>
                      <a:pt x="105" y="17"/>
                    </a:lnTo>
                    <a:lnTo>
                      <a:pt x="110" y="21"/>
                    </a:lnTo>
                    <a:lnTo>
                      <a:pt x="108" y="10"/>
                    </a:lnTo>
                    <a:lnTo>
                      <a:pt x="113" y="14"/>
                    </a:lnTo>
                    <a:lnTo>
                      <a:pt x="113" y="5"/>
                    </a:lnTo>
                    <a:lnTo>
                      <a:pt x="113" y="2"/>
                    </a:lnTo>
                    <a:lnTo>
                      <a:pt x="110" y="0"/>
                    </a:lnTo>
                  </a:path>
                </a:pathLst>
              </a:custGeom>
              <a:solidFill>
                <a:srgbClr val="CEDA9D"/>
              </a:solidFill>
              <a:ln w="9525" cap="rnd">
                <a:noFill/>
                <a:round/>
              </a:ln>
              <a:effectLst/>
            </p:spPr>
            <p:txBody>
              <a:bodyPr/>
              <a:lstStyle/>
              <a:p>
                <a:endParaRPr lang="zh-CN" altLang="en-US"/>
              </a:p>
            </p:txBody>
          </p:sp>
          <p:sp>
            <p:nvSpPr>
              <p:cNvPr id="1122" name="Freeform 98"/>
              <p:cNvSpPr/>
              <p:nvPr/>
            </p:nvSpPr>
            <p:spPr bwMode="ltGray">
              <a:xfrm>
                <a:off x="5673" y="4049"/>
                <a:ext cx="38" cy="146"/>
              </a:xfrm>
              <a:custGeom>
                <a:avLst/>
                <a:gdLst/>
                <a:ahLst/>
                <a:cxnLst>
                  <a:cxn ang="0">
                    <a:pos x="7" y="0"/>
                  </a:cxn>
                  <a:cxn ang="0">
                    <a:pos x="9" y="2"/>
                  </a:cxn>
                  <a:cxn ang="0">
                    <a:pos x="22" y="28"/>
                  </a:cxn>
                  <a:cxn ang="0">
                    <a:pos x="29" y="52"/>
                  </a:cxn>
                  <a:cxn ang="0">
                    <a:pos x="37" y="83"/>
                  </a:cxn>
                  <a:cxn ang="0">
                    <a:pos x="37" y="116"/>
                  </a:cxn>
                  <a:cxn ang="0">
                    <a:pos x="32" y="145"/>
                  </a:cxn>
                  <a:cxn ang="0">
                    <a:pos x="29" y="145"/>
                  </a:cxn>
                  <a:cxn ang="0">
                    <a:pos x="32" y="116"/>
                  </a:cxn>
                  <a:cxn ang="0">
                    <a:pos x="32" y="92"/>
                  </a:cxn>
                  <a:cxn ang="0">
                    <a:pos x="25" y="65"/>
                  </a:cxn>
                  <a:cxn ang="0">
                    <a:pos x="14" y="39"/>
                  </a:cxn>
                  <a:cxn ang="0">
                    <a:pos x="0" y="6"/>
                  </a:cxn>
                  <a:cxn ang="0">
                    <a:pos x="7" y="0"/>
                  </a:cxn>
                </a:cxnLst>
                <a:rect l="0" t="0" r="r" b="b"/>
                <a:pathLst>
                  <a:path w="38" h="146">
                    <a:moveTo>
                      <a:pt x="7" y="0"/>
                    </a:moveTo>
                    <a:lnTo>
                      <a:pt x="9" y="2"/>
                    </a:lnTo>
                    <a:lnTo>
                      <a:pt x="22" y="28"/>
                    </a:lnTo>
                    <a:lnTo>
                      <a:pt x="29" y="52"/>
                    </a:lnTo>
                    <a:lnTo>
                      <a:pt x="37" y="83"/>
                    </a:lnTo>
                    <a:lnTo>
                      <a:pt x="37" y="116"/>
                    </a:lnTo>
                    <a:lnTo>
                      <a:pt x="32" y="145"/>
                    </a:lnTo>
                    <a:lnTo>
                      <a:pt x="29" y="145"/>
                    </a:lnTo>
                    <a:lnTo>
                      <a:pt x="32" y="116"/>
                    </a:lnTo>
                    <a:lnTo>
                      <a:pt x="32" y="92"/>
                    </a:lnTo>
                    <a:lnTo>
                      <a:pt x="25" y="65"/>
                    </a:lnTo>
                    <a:lnTo>
                      <a:pt x="14" y="39"/>
                    </a:lnTo>
                    <a:lnTo>
                      <a:pt x="0" y="6"/>
                    </a:lnTo>
                    <a:lnTo>
                      <a:pt x="7" y="0"/>
                    </a:lnTo>
                  </a:path>
                </a:pathLst>
              </a:custGeom>
              <a:solidFill>
                <a:srgbClr val="CEDA9D"/>
              </a:solidFill>
              <a:ln w="9525" cap="rnd">
                <a:noFill/>
                <a:round/>
              </a:ln>
              <a:effectLst/>
            </p:spPr>
            <p:txBody>
              <a:bodyPr/>
              <a:lstStyle/>
              <a:p>
                <a:endParaRPr lang="zh-CN" altLang="en-US"/>
              </a:p>
            </p:txBody>
          </p:sp>
          <p:sp>
            <p:nvSpPr>
              <p:cNvPr id="1123" name="Freeform 99"/>
              <p:cNvSpPr/>
              <p:nvPr/>
            </p:nvSpPr>
            <p:spPr bwMode="ltGray">
              <a:xfrm>
                <a:off x="4807" y="3785"/>
                <a:ext cx="34" cy="249"/>
              </a:xfrm>
              <a:custGeom>
                <a:avLst/>
                <a:gdLst/>
                <a:ahLst/>
                <a:cxnLst>
                  <a:cxn ang="0">
                    <a:pos x="26" y="0"/>
                  </a:cxn>
                  <a:cxn ang="0">
                    <a:pos x="33" y="9"/>
                  </a:cxn>
                  <a:cxn ang="0">
                    <a:pos x="23" y="103"/>
                  </a:cxn>
                  <a:cxn ang="0">
                    <a:pos x="24" y="130"/>
                  </a:cxn>
                  <a:cxn ang="0">
                    <a:pos x="28" y="248"/>
                  </a:cxn>
                  <a:cxn ang="0">
                    <a:pos x="8" y="154"/>
                  </a:cxn>
                  <a:cxn ang="0">
                    <a:pos x="4" y="127"/>
                  </a:cxn>
                  <a:cxn ang="0">
                    <a:pos x="1" y="105"/>
                  </a:cxn>
                  <a:cxn ang="0">
                    <a:pos x="0" y="84"/>
                  </a:cxn>
                  <a:cxn ang="0">
                    <a:pos x="4" y="62"/>
                  </a:cxn>
                  <a:cxn ang="0">
                    <a:pos x="8" y="35"/>
                  </a:cxn>
                  <a:cxn ang="0">
                    <a:pos x="26" y="0"/>
                  </a:cxn>
                </a:cxnLst>
                <a:rect l="0" t="0" r="r" b="b"/>
                <a:pathLst>
                  <a:path w="34" h="249">
                    <a:moveTo>
                      <a:pt x="26" y="0"/>
                    </a:moveTo>
                    <a:lnTo>
                      <a:pt x="33" y="9"/>
                    </a:lnTo>
                    <a:lnTo>
                      <a:pt x="23" y="103"/>
                    </a:lnTo>
                    <a:lnTo>
                      <a:pt x="24" y="130"/>
                    </a:lnTo>
                    <a:lnTo>
                      <a:pt x="28" y="248"/>
                    </a:lnTo>
                    <a:lnTo>
                      <a:pt x="8" y="154"/>
                    </a:lnTo>
                    <a:lnTo>
                      <a:pt x="4" y="127"/>
                    </a:lnTo>
                    <a:lnTo>
                      <a:pt x="1" y="105"/>
                    </a:lnTo>
                    <a:lnTo>
                      <a:pt x="0" y="84"/>
                    </a:lnTo>
                    <a:lnTo>
                      <a:pt x="4" y="62"/>
                    </a:lnTo>
                    <a:lnTo>
                      <a:pt x="8" y="35"/>
                    </a:lnTo>
                    <a:lnTo>
                      <a:pt x="26" y="0"/>
                    </a:lnTo>
                  </a:path>
                </a:pathLst>
              </a:custGeom>
              <a:solidFill>
                <a:srgbClr val="CEDA9D"/>
              </a:solidFill>
              <a:ln w="9525" cap="rnd">
                <a:noFill/>
                <a:round/>
              </a:ln>
              <a:effectLst/>
            </p:spPr>
            <p:txBody>
              <a:bodyPr/>
              <a:lstStyle/>
              <a:p>
                <a:endParaRPr lang="zh-CN" altLang="en-US"/>
              </a:p>
            </p:txBody>
          </p:sp>
          <p:sp>
            <p:nvSpPr>
              <p:cNvPr id="1124" name="Freeform 100"/>
              <p:cNvSpPr/>
              <p:nvPr/>
            </p:nvSpPr>
            <p:spPr bwMode="ltGray">
              <a:xfrm>
                <a:off x="4495" y="3709"/>
                <a:ext cx="207" cy="349"/>
              </a:xfrm>
              <a:custGeom>
                <a:avLst/>
                <a:gdLst/>
                <a:ahLst/>
                <a:cxnLst>
                  <a:cxn ang="0">
                    <a:pos x="115" y="13"/>
                  </a:cxn>
                  <a:cxn ang="0">
                    <a:pos x="107" y="26"/>
                  </a:cxn>
                  <a:cxn ang="0">
                    <a:pos x="38" y="35"/>
                  </a:cxn>
                  <a:cxn ang="0">
                    <a:pos x="102" y="35"/>
                  </a:cxn>
                  <a:cxn ang="0">
                    <a:pos x="83" y="60"/>
                  </a:cxn>
                  <a:cxn ang="0">
                    <a:pos x="73" y="74"/>
                  </a:cxn>
                  <a:cxn ang="0">
                    <a:pos x="82" y="75"/>
                  </a:cxn>
                  <a:cxn ang="0">
                    <a:pos x="50" y="96"/>
                  </a:cxn>
                  <a:cxn ang="0">
                    <a:pos x="74" y="96"/>
                  </a:cxn>
                  <a:cxn ang="0">
                    <a:pos x="67" y="105"/>
                  </a:cxn>
                  <a:cxn ang="0">
                    <a:pos x="73" y="111"/>
                  </a:cxn>
                  <a:cxn ang="0">
                    <a:pos x="13" y="148"/>
                  </a:cxn>
                  <a:cxn ang="0">
                    <a:pos x="69" y="139"/>
                  </a:cxn>
                  <a:cxn ang="0">
                    <a:pos x="74" y="150"/>
                  </a:cxn>
                  <a:cxn ang="0">
                    <a:pos x="28" y="184"/>
                  </a:cxn>
                  <a:cxn ang="0">
                    <a:pos x="45" y="178"/>
                  </a:cxn>
                  <a:cxn ang="0">
                    <a:pos x="59" y="186"/>
                  </a:cxn>
                  <a:cxn ang="0">
                    <a:pos x="0" y="251"/>
                  </a:cxn>
                  <a:cxn ang="0">
                    <a:pos x="51" y="215"/>
                  </a:cxn>
                  <a:cxn ang="0">
                    <a:pos x="58" y="228"/>
                  </a:cxn>
                  <a:cxn ang="0">
                    <a:pos x="45" y="243"/>
                  </a:cxn>
                  <a:cxn ang="0">
                    <a:pos x="53" y="254"/>
                  </a:cxn>
                  <a:cxn ang="0">
                    <a:pos x="46" y="278"/>
                  </a:cxn>
                  <a:cxn ang="0">
                    <a:pos x="39" y="328"/>
                  </a:cxn>
                  <a:cxn ang="0">
                    <a:pos x="58" y="287"/>
                  </a:cxn>
                  <a:cxn ang="0">
                    <a:pos x="95" y="347"/>
                  </a:cxn>
                  <a:cxn ang="0">
                    <a:pos x="82" y="264"/>
                  </a:cxn>
                  <a:cxn ang="0">
                    <a:pos x="77" y="236"/>
                  </a:cxn>
                  <a:cxn ang="0">
                    <a:pos x="164" y="347"/>
                  </a:cxn>
                  <a:cxn ang="0">
                    <a:pos x="84" y="220"/>
                  </a:cxn>
                  <a:cxn ang="0">
                    <a:pos x="95" y="215"/>
                  </a:cxn>
                  <a:cxn ang="0">
                    <a:pos x="104" y="240"/>
                  </a:cxn>
                  <a:cxn ang="0">
                    <a:pos x="99" y="193"/>
                  </a:cxn>
                  <a:cxn ang="0">
                    <a:pos x="146" y="301"/>
                  </a:cxn>
                  <a:cxn ang="0">
                    <a:pos x="112" y="157"/>
                  </a:cxn>
                  <a:cxn ang="0">
                    <a:pos x="106" y="134"/>
                  </a:cxn>
                  <a:cxn ang="0">
                    <a:pos x="109" y="114"/>
                  </a:cxn>
                  <a:cxn ang="0">
                    <a:pos x="115" y="96"/>
                  </a:cxn>
                  <a:cxn ang="0">
                    <a:pos x="175" y="192"/>
                  </a:cxn>
                  <a:cxn ang="0">
                    <a:pos x="136" y="137"/>
                  </a:cxn>
                  <a:cxn ang="0">
                    <a:pos x="128" y="84"/>
                  </a:cxn>
                  <a:cxn ang="0">
                    <a:pos x="138" y="93"/>
                  </a:cxn>
                  <a:cxn ang="0">
                    <a:pos x="133" y="75"/>
                  </a:cxn>
                  <a:cxn ang="0">
                    <a:pos x="146" y="75"/>
                  </a:cxn>
                  <a:cxn ang="0">
                    <a:pos x="140" y="50"/>
                  </a:cxn>
                  <a:cxn ang="0">
                    <a:pos x="145" y="27"/>
                  </a:cxn>
                  <a:cxn ang="0">
                    <a:pos x="134" y="10"/>
                  </a:cxn>
                </a:cxnLst>
                <a:rect l="0" t="0" r="r" b="b"/>
                <a:pathLst>
                  <a:path w="207" h="349">
                    <a:moveTo>
                      <a:pt x="140" y="0"/>
                    </a:moveTo>
                    <a:lnTo>
                      <a:pt x="130" y="10"/>
                    </a:lnTo>
                    <a:lnTo>
                      <a:pt x="115" y="13"/>
                    </a:lnTo>
                    <a:lnTo>
                      <a:pt x="107" y="16"/>
                    </a:lnTo>
                    <a:lnTo>
                      <a:pt x="98" y="25"/>
                    </a:lnTo>
                    <a:lnTo>
                      <a:pt x="107" y="26"/>
                    </a:lnTo>
                    <a:lnTo>
                      <a:pt x="95" y="32"/>
                    </a:lnTo>
                    <a:lnTo>
                      <a:pt x="78" y="35"/>
                    </a:lnTo>
                    <a:lnTo>
                      <a:pt x="38" y="35"/>
                    </a:lnTo>
                    <a:lnTo>
                      <a:pt x="79" y="37"/>
                    </a:lnTo>
                    <a:lnTo>
                      <a:pt x="95" y="32"/>
                    </a:lnTo>
                    <a:lnTo>
                      <a:pt x="102" y="35"/>
                    </a:lnTo>
                    <a:lnTo>
                      <a:pt x="84" y="46"/>
                    </a:lnTo>
                    <a:lnTo>
                      <a:pt x="97" y="50"/>
                    </a:lnTo>
                    <a:lnTo>
                      <a:pt x="83" y="60"/>
                    </a:lnTo>
                    <a:lnTo>
                      <a:pt x="73" y="71"/>
                    </a:lnTo>
                    <a:lnTo>
                      <a:pt x="11" y="75"/>
                    </a:lnTo>
                    <a:lnTo>
                      <a:pt x="73" y="74"/>
                    </a:lnTo>
                    <a:lnTo>
                      <a:pt x="83" y="64"/>
                    </a:lnTo>
                    <a:lnTo>
                      <a:pt x="93" y="66"/>
                    </a:lnTo>
                    <a:lnTo>
                      <a:pt x="82" y="75"/>
                    </a:lnTo>
                    <a:lnTo>
                      <a:pt x="50" y="95"/>
                    </a:lnTo>
                    <a:lnTo>
                      <a:pt x="16" y="101"/>
                    </a:lnTo>
                    <a:lnTo>
                      <a:pt x="50" y="96"/>
                    </a:lnTo>
                    <a:lnTo>
                      <a:pt x="82" y="79"/>
                    </a:lnTo>
                    <a:lnTo>
                      <a:pt x="88" y="84"/>
                    </a:lnTo>
                    <a:lnTo>
                      <a:pt x="74" y="96"/>
                    </a:lnTo>
                    <a:lnTo>
                      <a:pt x="67" y="104"/>
                    </a:lnTo>
                    <a:lnTo>
                      <a:pt x="24" y="120"/>
                    </a:lnTo>
                    <a:lnTo>
                      <a:pt x="67" y="105"/>
                    </a:lnTo>
                    <a:lnTo>
                      <a:pt x="74" y="98"/>
                    </a:lnTo>
                    <a:lnTo>
                      <a:pt x="85" y="100"/>
                    </a:lnTo>
                    <a:lnTo>
                      <a:pt x="73" y="111"/>
                    </a:lnTo>
                    <a:lnTo>
                      <a:pt x="83" y="112"/>
                    </a:lnTo>
                    <a:lnTo>
                      <a:pt x="64" y="125"/>
                    </a:lnTo>
                    <a:lnTo>
                      <a:pt x="13" y="148"/>
                    </a:lnTo>
                    <a:lnTo>
                      <a:pt x="64" y="128"/>
                    </a:lnTo>
                    <a:lnTo>
                      <a:pt x="81" y="126"/>
                    </a:lnTo>
                    <a:lnTo>
                      <a:pt x="69" y="139"/>
                    </a:lnTo>
                    <a:lnTo>
                      <a:pt x="78" y="137"/>
                    </a:lnTo>
                    <a:lnTo>
                      <a:pt x="64" y="152"/>
                    </a:lnTo>
                    <a:lnTo>
                      <a:pt x="74" y="150"/>
                    </a:lnTo>
                    <a:lnTo>
                      <a:pt x="63" y="164"/>
                    </a:lnTo>
                    <a:lnTo>
                      <a:pt x="45" y="176"/>
                    </a:lnTo>
                    <a:lnTo>
                      <a:pt x="28" y="184"/>
                    </a:lnTo>
                    <a:lnTo>
                      <a:pt x="4" y="186"/>
                    </a:lnTo>
                    <a:lnTo>
                      <a:pt x="28" y="186"/>
                    </a:lnTo>
                    <a:lnTo>
                      <a:pt x="45" y="178"/>
                    </a:lnTo>
                    <a:lnTo>
                      <a:pt x="63" y="168"/>
                    </a:lnTo>
                    <a:lnTo>
                      <a:pt x="74" y="170"/>
                    </a:lnTo>
                    <a:lnTo>
                      <a:pt x="59" y="186"/>
                    </a:lnTo>
                    <a:lnTo>
                      <a:pt x="70" y="186"/>
                    </a:lnTo>
                    <a:lnTo>
                      <a:pt x="56" y="199"/>
                    </a:lnTo>
                    <a:lnTo>
                      <a:pt x="0" y="251"/>
                    </a:lnTo>
                    <a:lnTo>
                      <a:pt x="57" y="200"/>
                    </a:lnTo>
                    <a:lnTo>
                      <a:pt x="66" y="202"/>
                    </a:lnTo>
                    <a:lnTo>
                      <a:pt x="51" y="215"/>
                    </a:lnTo>
                    <a:lnTo>
                      <a:pt x="60" y="218"/>
                    </a:lnTo>
                    <a:lnTo>
                      <a:pt x="47" y="231"/>
                    </a:lnTo>
                    <a:lnTo>
                      <a:pt x="58" y="228"/>
                    </a:lnTo>
                    <a:lnTo>
                      <a:pt x="24" y="270"/>
                    </a:lnTo>
                    <a:lnTo>
                      <a:pt x="59" y="231"/>
                    </a:lnTo>
                    <a:lnTo>
                      <a:pt x="45" y="243"/>
                    </a:lnTo>
                    <a:lnTo>
                      <a:pt x="55" y="243"/>
                    </a:lnTo>
                    <a:lnTo>
                      <a:pt x="45" y="257"/>
                    </a:lnTo>
                    <a:lnTo>
                      <a:pt x="53" y="254"/>
                    </a:lnTo>
                    <a:lnTo>
                      <a:pt x="42" y="270"/>
                    </a:lnTo>
                    <a:lnTo>
                      <a:pt x="53" y="259"/>
                    </a:lnTo>
                    <a:lnTo>
                      <a:pt x="46" y="278"/>
                    </a:lnTo>
                    <a:lnTo>
                      <a:pt x="38" y="328"/>
                    </a:lnTo>
                    <a:lnTo>
                      <a:pt x="42" y="348"/>
                    </a:lnTo>
                    <a:lnTo>
                      <a:pt x="39" y="328"/>
                    </a:lnTo>
                    <a:lnTo>
                      <a:pt x="47" y="279"/>
                    </a:lnTo>
                    <a:lnTo>
                      <a:pt x="56" y="273"/>
                    </a:lnTo>
                    <a:lnTo>
                      <a:pt x="58" y="287"/>
                    </a:lnTo>
                    <a:lnTo>
                      <a:pt x="64" y="270"/>
                    </a:lnTo>
                    <a:lnTo>
                      <a:pt x="71" y="276"/>
                    </a:lnTo>
                    <a:lnTo>
                      <a:pt x="95" y="347"/>
                    </a:lnTo>
                    <a:lnTo>
                      <a:pt x="73" y="270"/>
                    </a:lnTo>
                    <a:lnTo>
                      <a:pt x="73" y="254"/>
                    </a:lnTo>
                    <a:lnTo>
                      <a:pt x="82" y="264"/>
                    </a:lnTo>
                    <a:lnTo>
                      <a:pt x="82" y="315"/>
                    </a:lnTo>
                    <a:lnTo>
                      <a:pt x="82" y="259"/>
                    </a:lnTo>
                    <a:lnTo>
                      <a:pt x="77" y="236"/>
                    </a:lnTo>
                    <a:lnTo>
                      <a:pt x="86" y="248"/>
                    </a:lnTo>
                    <a:lnTo>
                      <a:pt x="102" y="287"/>
                    </a:lnTo>
                    <a:lnTo>
                      <a:pt x="164" y="347"/>
                    </a:lnTo>
                    <a:lnTo>
                      <a:pt x="103" y="285"/>
                    </a:lnTo>
                    <a:lnTo>
                      <a:pt x="86" y="245"/>
                    </a:lnTo>
                    <a:lnTo>
                      <a:pt x="84" y="220"/>
                    </a:lnTo>
                    <a:lnTo>
                      <a:pt x="93" y="232"/>
                    </a:lnTo>
                    <a:lnTo>
                      <a:pt x="88" y="204"/>
                    </a:lnTo>
                    <a:lnTo>
                      <a:pt x="95" y="215"/>
                    </a:lnTo>
                    <a:lnTo>
                      <a:pt x="103" y="241"/>
                    </a:lnTo>
                    <a:lnTo>
                      <a:pt x="140" y="329"/>
                    </a:lnTo>
                    <a:lnTo>
                      <a:pt x="104" y="240"/>
                    </a:lnTo>
                    <a:lnTo>
                      <a:pt x="95" y="215"/>
                    </a:lnTo>
                    <a:lnTo>
                      <a:pt x="93" y="184"/>
                    </a:lnTo>
                    <a:lnTo>
                      <a:pt x="99" y="193"/>
                    </a:lnTo>
                    <a:lnTo>
                      <a:pt x="98" y="172"/>
                    </a:lnTo>
                    <a:lnTo>
                      <a:pt x="104" y="178"/>
                    </a:lnTo>
                    <a:lnTo>
                      <a:pt x="146" y="301"/>
                    </a:lnTo>
                    <a:lnTo>
                      <a:pt x="107" y="175"/>
                    </a:lnTo>
                    <a:lnTo>
                      <a:pt x="104" y="150"/>
                    </a:lnTo>
                    <a:lnTo>
                      <a:pt x="112" y="157"/>
                    </a:lnTo>
                    <a:lnTo>
                      <a:pt x="125" y="251"/>
                    </a:lnTo>
                    <a:lnTo>
                      <a:pt x="114" y="153"/>
                    </a:lnTo>
                    <a:lnTo>
                      <a:pt x="106" y="134"/>
                    </a:lnTo>
                    <a:lnTo>
                      <a:pt x="106" y="127"/>
                    </a:lnTo>
                    <a:lnTo>
                      <a:pt x="112" y="140"/>
                    </a:lnTo>
                    <a:lnTo>
                      <a:pt x="109" y="114"/>
                    </a:lnTo>
                    <a:lnTo>
                      <a:pt x="111" y="106"/>
                    </a:lnTo>
                    <a:lnTo>
                      <a:pt x="115" y="121"/>
                    </a:lnTo>
                    <a:lnTo>
                      <a:pt x="115" y="96"/>
                    </a:lnTo>
                    <a:lnTo>
                      <a:pt x="122" y="101"/>
                    </a:lnTo>
                    <a:lnTo>
                      <a:pt x="135" y="139"/>
                    </a:lnTo>
                    <a:lnTo>
                      <a:pt x="175" y="192"/>
                    </a:lnTo>
                    <a:lnTo>
                      <a:pt x="188" y="228"/>
                    </a:lnTo>
                    <a:lnTo>
                      <a:pt x="175" y="189"/>
                    </a:lnTo>
                    <a:lnTo>
                      <a:pt x="136" y="137"/>
                    </a:lnTo>
                    <a:lnTo>
                      <a:pt x="123" y="99"/>
                    </a:lnTo>
                    <a:lnTo>
                      <a:pt x="120" y="75"/>
                    </a:lnTo>
                    <a:lnTo>
                      <a:pt x="128" y="84"/>
                    </a:lnTo>
                    <a:lnTo>
                      <a:pt x="125" y="61"/>
                    </a:lnTo>
                    <a:lnTo>
                      <a:pt x="132" y="75"/>
                    </a:lnTo>
                    <a:lnTo>
                      <a:pt x="138" y="93"/>
                    </a:lnTo>
                    <a:lnTo>
                      <a:pt x="206" y="146"/>
                    </a:lnTo>
                    <a:lnTo>
                      <a:pt x="140" y="93"/>
                    </a:lnTo>
                    <a:lnTo>
                      <a:pt x="133" y="75"/>
                    </a:lnTo>
                    <a:lnTo>
                      <a:pt x="134" y="44"/>
                    </a:lnTo>
                    <a:lnTo>
                      <a:pt x="138" y="52"/>
                    </a:lnTo>
                    <a:lnTo>
                      <a:pt x="146" y="75"/>
                    </a:lnTo>
                    <a:lnTo>
                      <a:pt x="191" y="129"/>
                    </a:lnTo>
                    <a:lnTo>
                      <a:pt x="146" y="73"/>
                    </a:lnTo>
                    <a:lnTo>
                      <a:pt x="140" y="50"/>
                    </a:lnTo>
                    <a:lnTo>
                      <a:pt x="137" y="28"/>
                    </a:lnTo>
                    <a:lnTo>
                      <a:pt x="148" y="40"/>
                    </a:lnTo>
                    <a:lnTo>
                      <a:pt x="145" y="27"/>
                    </a:lnTo>
                    <a:lnTo>
                      <a:pt x="142" y="19"/>
                    </a:lnTo>
                    <a:lnTo>
                      <a:pt x="140" y="13"/>
                    </a:lnTo>
                    <a:lnTo>
                      <a:pt x="134" y="10"/>
                    </a:lnTo>
                    <a:lnTo>
                      <a:pt x="140" y="0"/>
                    </a:lnTo>
                  </a:path>
                </a:pathLst>
              </a:custGeom>
              <a:solidFill>
                <a:srgbClr val="CEDA9D"/>
              </a:solidFill>
              <a:ln w="9525" cap="rnd">
                <a:noFill/>
                <a:round/>
              </a:ln>
              <a:effectLst/>
            </p:spPr>
            <p:txBody>
              <a:bodyPr/>
              <a:lstStyle/>
              <a:p>
                <a:endParaRPr lang="zh-CN" altLang="en-US"/>
              </a:p>
            </p:txBody>
          </p:sp>
          <p:sp>
            <p:nvSpPr>
              <p:cNvPr id="1125" name="Freeform 101"/>
              <p:cNvSpPr/>
              <p:nvPr/>
            </p:nvSpPr>
            <p:spPr bwMode="ltGray">
              <a:xfrm>
                <a:off x="4679" y="3766"/>
                <a:ext cx="99" cy="243"/>
              </a:xfrm>
              <a:custGeom>
                <a:avLst/>
                <a:gdLst/>
                <a:ahLst/>
                <a:cxnLst>
                  <a:cxn ang="0">
                    <a:pos x="96" y="25"/>
                  </a:cxn>
                  <a:cxn ang="0">
                    <a:pos x="61" y="0"/>
                  </a:cxn>
                  <a:cxn ang="0">
                    <a:pos x="51" y="0"/>
                  </a:cxn>
                  <a:cxn ang="0">
                    <a:pos x="42" y="3"/>
                  </a:cxn>
                  <a:cxn ang="0">
                    <a:pos x="34" y="13"/>
                  </a:cxn>
                  <a:cxn ang="0">
                    <a:pos x="16" y="45"/>
                  </a:cxn>
                  <a:cxn ang="0">
                    <a:pos x="10" y="58"/>
                  </a:cxn>
                  <a:cxn ang="0">
                    <a:pos x="5" y="71"/>
                  </a:cxn>
                  <a:cxn ang="0">
                    <a:pos x="1" y="113"/>
                  </a:cxn>
                  <a:cxn ang="0">
                    <a:pos x="0" y="126"/>
                  </a:cxn>
                  <a:cxn ang="0">
                    <a:pos x="1" y="142"/>
                  </a:cxn>
                  <a:cxn ang="0">
                    <a:pos x="4" y="158"/>
                  </a:cxn>
                  <a:cxn ang="0">
                    <a:pos x="11" y="185"/>
                  </a:cxn>
                  <a:cxn ang="0">
                    <a:pos x="18" y="201"/>
                  </a:cxn>
                  <a:cxn ang="0">
                    <a:pos x="27" y="219"/>
                  </a:cxn>
                  <a:cxn ang="0">
                    <a:pos x="45" y="242"/>
                  </a:cxn>
                  <a:cxn ang="0">
                    <a:pos x="36" y="213"/>
                  </a:cxn>
                  <a:cxn ang="0">
                    <a:pos x="28" y="187"/>
                  </a:cxn>
                  <a:cxn ang="0">
                    <a:pos x="23" y="164"/>
                  </a:cxn>
                  <a:cxn ang="0">
                    <a:pos x="25" y="142"/>
                  </a:cxn>
                  <a:cxn ang="0">
                    <a:pos x="27" y="126"/>
                  </a:cxn>
                  <a:cxn ang="0">
                    <a:pos x="23" y="107"/>
                  </a:cxn>
                  <a:cxn ang="0">
                    <a:pos x="22" y="90"/>
                  </a:cxn>
                  <a:cxn ang="0">
                    <a:pos x="29" y="58"/>
                  </a:cxn>
                  <a:cxn ang="0">
                    <a:pos x="31" y="42"/>
                  </a:cxn>
                  <a:cxn ang="0">
                    <a:pos x="37" y="28"/>
                  </a:cxn>
                  <a:cxn ang="0">
                    <a:pos x="51" y="10"/>
                  </a:cxn>
                  <a:cxn ang="0">
                    <a:pos x="65" y="10"/>
                  </a:cxn>
                  <a:cxn ang="0">
                    <a:pos x="98" y="33"/>
                  </a:cxn>
                  <a:cxn ang="0">
                    <a:pos x="96" y="25"/>
                  </a:cxn>
                </a:cxnLst>
                <a:rect l="0" t="0" r="r" b="b"/>
                <a:pathLst>
                  <a:path w="99" h="243">
                    <a:moveTo>
                      <a:pt x="96" y="25"/>
                    </a:moveTo>
                    <a:lnTo>
                      <a:pt x="61" y="0"/>
                    </a:lnTo>
                    <a:lnTo>
                      <a:pt x="51" y="0"/>
                    </a:lnTo>
                    <a:lnTo>
                      <a:pt x="42" y="3"/>
                    </a:lnTo>
                    <a:lnTo>
                      <a:pt x="34" y="13"/>
                    </a:lnTo>
                    <a:lnTo>
                      <a:pt x="16" y="45"/>
                    </a:lnTo>
                    <a:lnTo>
                      <a:pt x="10" y="58"/>
                    </a:lnTo>
                    <a:lnTo>
                      <a:pt x="5" y="71"/>
                    </a:lnTo>
                    <a:lnTo>
                      <a:pt x="1" y="113"/>
                    </a:lnTo>
                    <a:lnTo>
                      <a:pt x="0" y="126"/>
                    </a:lnTo>
                    <a:lnTo>
                      <a:pt x="1" y="142"/>
                    </a:lnTo>
                    <a:lnTo>
                      <a:pt x="4" y="158"/>
                    </a:lnTo>
                    <a:lnTo>
                      <a:pt x="11" y="185"/>
                    </a:lnTo>
                    <a:lnTo>
                      <a:pt x="18" y="201"/>
                    </a:lnTo>
                    <a:lnTo>
                      <a:pt x="27" y="219"/>
                    </a:lnTo>
                    <a:lnTo>
                      <a:pt x="45" y="242"/>
                    </a:lnTo>
                    <a:lnTo>
                      <a:pt x="36" y="213"/>
                    </a:lnTo>
                    <a:lnTo>
                      <a:pt x="28" y="187"/>
                    </a:lnTo>
                    <a:lnTo>
                      <a:pt x="23" y="164"/>
                    </a:lnTo>
                    <a:lnTo>
                      <a:pt x="25" y="142"/>
                    </a:lnTo>
                    <a:lnTo>
                      <a:pt x="27" y="126"/>
                    </a:lnTo>
                    <a:lnTo>
                      <a:pt x="23" y="107"/>
                    </a:lnTo>
                    <a:lnTo>
                      <a:pt x="22" y="90"/>
                    </a:lnTo>
                    <a:lnTo>
                      <a:pt x="29" y="58"/>
                    </a:lnTo>
                    <a:lnTo>
                      <a:pt x="31" y="42"/>
                    </a:lnTo>
                    <a:lnTo>
                      <a:pt x="37" y="28"/>
                    </a:lnTo>
                    <a:lnTo>
                      <a:pt x="51" y="10"/>
                    </a:lnTo>
                    <a:lnTo>
                      <a:pt x="65" y="10"/>
                    </a:lnTo>
                    <a:lnTo>
                      <a:pt x="98" y="33"/>
                    </a:lnTo>
                    <a:lnTo>
                      <a:pt x="96" y="25"/>
                    </a:lnTo>
                  </a:path>
                </a:pathLst>
              </a:custGeom>
              <a:solidFill>
                <a:srgbClr val="CEDA9D"/>
              </a:solidFill>
              <a:ln w="9525" cap="rnd">
                <a:noFill/>
                <a:round/>
              </a:ln>
              <a:effectLst/>
            </p:spPr>
            <p:txBody>
              <a:bodyPr/>
              <a:lstStyle/>
              <a:p>
                <a:endParaRPr lang="zh-CN" altLang="en-US"/>
              </a:p>
            </p:txBody>
          </p:sp>
          <p:sp>
            <p:nvSpPr>
              <p:cNvPr id="1126" name="Freeform 102"/>
              <p:cNvSpPr/>
              <p:nvPr/>
            </p:nvSpPr>
            <p:spPr bwMode="ltGray">
              <a:xfrm>
                <a:off x="4901" y="3651"/>
                <a:ext cx="181" cy="262"/>
              </a:xfrm>
              <a:custGeom>
                <a:avLst/>
                <a:gdLst/>
                <a:ahLst/>
                <a:cxnLst>
                  <a:cxn ang="0">
                    <a:pos x="126" y="261"/>
                  </a:cxn>
                  <a:cxn ang="0">
                    <a:pos x="140" y="216"/>
                  </a:cxn>
                  <a:cxn ang="0">
                    <a:pos x="145" y="197"/>
                  </a:cxn>
                  <a:cxn ang="0">
                    <a:pos x="157" y="173"/>
                  </a:cxn>
                  <a:cxn ang="0">
                    <a:pos x="170" y="151"/>
                  </a:cxn>
                  <a:cxn ang="0">
                    <a:pos x="178" y="137"/>
                  </a:cxn>
                  <a:cxn ang="0">
                    <a:pos x="180" y="124"/>
                  </a:cxn>
                  <a:cxn ang="0">
                    <a:pos x="175" y="104"/>
                  </a:cxn>
                  <a:cxn ang="0">
                    <a:pos x="174" y="85"/>
                  </a:cxn>
                  <a:cxn ang="0">
                    <a:pos x="154" y="35"/>
                  </a:cxn>
                  <a:cxn ang="0">
                    <a:pos x="145" y="23"/>
                  </a:cxn>
                  <a:cxn ang="0">
                    <a:pos x="129" y="10"/>
                  </a:cxn>
                  <a:cxn ang="0">
                    <a:pos x="114" y="2"/>
                  </a:cxn>
                  <a:cxn ang="0">
                    <a:pos x="96" y="0"/>
                  </a:cxn>
                  <a:cxn ang="0">
                    <a:pos x="81" y="5"/>
                  </a:cxn>
                  <a:cxn ang="0">
                    <a:pos x="64" y="10"/>
                  </a:cxn>
                  <a:cxn ang="0">
                    <a:pos x="45" y="26"/>
                  </a:cxn>
                  <a:cxn ang="0">
                    <a:pos x="38" y="37"/>
                  </a:cxn>
                  <a:cxn ang="0">
                    <a:pos x="27" y="52"/>
                  </a:cxn>
                  <a:cxn ang="0">
                    <a:pos x="18" y="66"/>
                  </a:cxn>
                  <a:cxn ang="0">
                    <a:pos x="1" y="135"/>
                  </a:cxn>
                  <a:cxn ang="0">
                    <a:pos x="0" y="148"/>
                  </a:cxn>
                  <a:cxn ang="0">
                    <a:pos x="4" y="170"/>
                  </a:cxn>
                  <a:cxn ang="0">
                    <a:pos x="13" y="235"/>
                  </a:cxn>
                  <a:cxn ang="0">
                    <a:pos x="12" y="171"/>
                  </a:cxn>
                  <a:cxn ang="0">
                    <a:pos x="18" y="144"/>
                  </a:cxn>
                  <a:cxn ang="0">
                    <a:pos x="21" y="127"/>
                  </a:cxn>
                  <a:cxn ang="0">
                    <a:pos x="29" y="104"/>
                  </a:cxn>
                  <a:cxn ang="0">
                    <a:pos x="35" y="82"/>
                  </a:cxn>
                  <a:cxn ang="0">
                    <a:pos x="47" y="59"/>
                  </a:cxn>
                  <a:cxn ang="0">
                    <a:pos x="60" y="39"/>
                  </a:cxn>
                  <a:cxn ang="0">
                    <a:pos x="70" y="21"/>
                  </a:cxn>
                  <a:cxn ang="0">
                    <a:pos x="81" y="10"/>
                  </a:cxn>
                  <a:cxn ang="0">
                    <a:pos x="95" y="6"/>
                  </a:cxn>
                  <a:cxn ang="0">
                    <a:pos x="107" y="10"/>
                  </a:cxn>
                  <a:cxn ang="0">
                    <a:pos x="115" y="19"/>
                  </a:cxn>
                  <a:cxn ang="0">
                    <a:pos x="121" y="37"/>
                  </a:cxn>
                  <a:cxn ang="0">
                    <a:pos x="121" y="50"/>
                  </a:cxn>
                  <a:cxn ang="0">
                    <a:pos x="125" y="74"/>
                  </a:cxn>
                  <a:cxn ang="0">
                    <a:pos x="130" y="89"/>
                  </a:cxn>
                  <a:cxn ang="0">
                    <a:pos x="143" y="112"/>
                  </a:cxn>
                  <a:cxn ang="0">
                    <a:pos x="145" y="124"/>
                  </a:cxn>
                  <a:cxn ang="0">
                    <a:pos x="147" y="136"/>
                  </a:cxn>
                  <a:cxn ang="0">
                    <a:pos x="147" y="153"/>
                  </a:cxn>
                  <a:cxn ang="0">
                    <a:pos x="125" y="212"/>
                  </a:cxn>
                  <a:cxn ang="0">
                    <a:pos x="126" y="261"/>
                  </a:cxn>
                </a:cxnLst>
                <a:rect l="0" t="0" r="r" b="b"/>
                <a:pathLst>
                  <a:path w="181" h="262">
                    <a:moveTo>
                      <a:pt x="126" y="261"/>
                    </a:moveTo>
                    <a:lnTo>
                      <a:pt x="140" y="216"/>
                    </a:lnTo>
                    <a:lnTo>
                      <a:pt x="145" y="197"/>
                    </a:lnTo>
                    <a:lnTo>
                      <a:pt x="157" y="173"/>
                    </a:lnTo>
                    <a:lnTo>
                      <a:pt x="170" y="151"/>
                    </a:lnTo>
                    <a:lnTo>
                      <a:pt x="178" y="137"/>
                    </a:lnTo>
                    <a:lnTo>
                      <a:pt x="180" y="124"/>
                    </a:lnTo>
                    <a:lnTo>
                      <a:pt x="175" y="104"/>
                    </a:lnTo>
                    <a:lnTo>
                      <a:pt x="174" y="85"/>
                    </a:lnTo>
                    <a:lnTo>
                      <a:pt x="154" y="35"/>
                    </a:lnTo>
                    <a:lnTo>
                      <a:pt x="145" y="23"/>
                    </a:lnTo>
                    <a:lnTo>
                      <a:pt x="129" y="10"/>
                    </a:lnTo>
                    <a:lnTo>
                      <a:pt x="114" y="2"/>
                    </a:lnTo>
                    <a:lnTo>
                      <a:pt x="96" y="0"/>
                    </a:lnTo>
                    <a:lnTo>
                      <a:pt x="81" y="5"/>
                    </a:lnTo>
                    <a:lnTo>
                      <a:pt x="64" y="10"/>
                    </a:lnTo>
                    <a:lnTo>
                      <a:pt x="45" y="26"/>
                    </a:lnTo>
                    <a:lnTo>
                      <a:pt x="38" y="37"/>
                    </a:lnTo>
                    <a:lnTo>
                      <a:pt x="27" y="52"/>
                    </a:lnTo>
                    <a:lnTo>
                      <a:pt x="18" y="66"/>
                    </a:lnTo>
                    <a:lnTo>
                      <a:pt x="1" y="135"/>
                    </a:lnTo>
                    <a:lnTo>
                      <a:pt x="0" y="148"/>
                    </a:lnTo>
                    <a:lnTo>
                      <a:pt x="4" y="170"/>
                    </a:lnTo>
                    <a:lnTo>
                      <a:pt x="13" y="235"/>
                    </a:lnTo>
                    <a:lnTo>
                      <a:pt x="12" y="171"/>
                    </a:lnTo>
                    <a:lnTo>
                      <a:pt x="18" y="144"/>
                    </a:lnTo>
                    <a:lnTo>
                      <a:pt x="21" y="127"/>
                    </a:lnTo>
                    <a:lnTo>
                      <a:pt x="29" y="104"/>
                    </a:lnTo>
                    <a:lnTo>
                      <a:pt x="35" y="82"/>
                    </a:lnTo>
                    <a:lnTo>
                      <a:pt x="47" y="59"/>
                    </a:lnTo>
                    <a:lnTo>
                      <a:pt x="60" y="39"/>
                    </a:lnTo>
                    <a:lnTo>
                      <a:pt x="70" y="21"/>
                    </a:lnTo>
                    <a:lnTo>
                      <a:pt x="81" y="10"/>
                    </a:lnTo>
                    <a:lnTo>
                      <a:pt x="95" y="6"/>
                    </a:lnTo>
                    <a:lnTo>
                      <a:pt x="107" y="10"/>
                    </a:lnTo>
                    <a:lnTo>
                      <a:pt x="115" y="19"/>
                    </a:lnTo>
                    <a:lnTo>
                      <a:pt x="121" y="37"/>
                    </a:lnTo>
                    <a:lnTo>
                      <a:pt x="121" y="50"/>
                    </a:lnTo>
                    <a:lnTo>
                      <a:pt x="125" y="74"/>
                    </a:lnTo>
                    <a:lnTo>
                      <a:pt x="130" y="89"/>
                    </a:lnTo>
                    <a:lnTo>
                      <a:pt x="143" y="112"/>
                    </a:lnTo>
                    <a:lnTo>
                      <a:pt x="145" y="124"/>
                    </a:lnTo>
                    <a:lnTo>
                      <a:pt x="147" y="136"/>
                    </a:lnTo>
                    <a:lnTo>
                      <a:pt x="147" y="153"/>
                    </a:lnTo>
                    <a:lnTo>
                      <a:pt x="125" y="212"/>
                    </a:lnTo>
                    <a:lnTo>
                      <a:pt x="126" y="261"/>
                    </a:lnTo>
                  </a:path>
                </a:pathLst>
              </a:custGeom>
              <a:solidFill>
                <a:srgbClr val="CEDA9D"/>
              </a:solidFill>
              <a:ln w="9525" cap="rnd">
                <a:noFill/>
                <a:round/>
              </a:ln>
              <a:effectLst/>
            </p:spPr>
            <p:txBody>
              <a:bodyPr/>
              <a:lstStyle/>
              <a:p>
                <a:endParaRPr lang="zh-CN" altLang="en-US"/>
              </a:p>
            </p:txBody>
          </p:sp>
          <p:sp>
            <p:nvSpPr>
              <p:cNvPr id="1127" name="Freeform 103"/>
              <p:cNvSpPr/>
              <p:nvPr/>
            </p:nvSpPr>
            <p:spPr bwMode="ltGray">
              <a:xfrm>
                <a:off x="4732" y="3948"/>
                <a:ext cx="149" cy="237"/>
              </a:xfrm>
              <a:custGeom>
                <a:avLst/>
                <a:gdLst/>
                <a:ahLst/>
                <a:cxnLst>
                  <a:cxn ang="0">
                    <a:pos x="144" y="37"/>
                  </a:cxn>
                  <a:cxn ang="0">
                    <a:pos x="114" y="0"/>
                  </a:cxn>
                  <a:cxn ang="0">
                    <a:pos x="94" y="0"/>
                  </a:cxn>
                  <a:cxn ang="0">
                    <a:pos x="77" y="3"/>
                  </a:cxn>
                  <a:cxn ang="0">
                    <a:pos x="63" y="13"/>
                  </a:cxn>
                  <a:cxn ang="0">
                    <a:pos x="30" y="43"/>
                  </a:cxn>
                  <a:cxn ang="0">
                    <a:pos x="19" y="57"/>
                  </a:cxn>
                  <a:cxn ang="0">
                    <a:pos x="10" y="70"/>
                  </a:cxn>
                  <a:cxn ang="0">
                    <a:pos x="3" y="111"/>
                  </a:cxn>
                  <a:cxn ang="0">
                    <a:pos x="0" y="122"/>
                  </a:cxn>
                  <a:cxn ang="0">
                    <a:pos x="3" y="138"/>
                  </a:cxn>
                  <a:cxn ang="0">
                    <a:pos x="8" y="154"/>
                  </a:cxn>
                  <a:cxn ang="0">
                    <a:pos x="22" y="180"/>
                  </a:cxn>
                  <a:cxn ang="0">
                    <a:pos x="33" y="196"/>
                  </a:cxn>
                  <a:cxn ang="0">
                    <a:pos x="49" y="214"/>
                  </a:cxn>
                  <a:cxn ang="0">
                    <a:pos x="83" y="236"/>
                  </a:cxn>
                  <a:cxn ang="0">
                    <a:pos x="66" y="208"/>
                  </a:cxn>
                  <a:cxn ang="0">
                    <a:pos x="52" y="183"/>
                  </a:cxn>
                  <a:cxn ang="0">
                    <a:pos x="43" y="160"/>
                  </a:cxn>
                  <a:cxn ang="0">
                    <a:pos x="47" y="138"/>
                  </a:cxn>
                  <a:cxn ang="0">
                    <a:pos x="49" y="122"/>
                  </a:cxn>
                  <a:cxn ang="0">
                    <a:pos x="43" y="104"/>
                  </a:cxn>
                  <a:cxn ang="0">
                    <a:pos x="41" y="87"/>
                  </a:cxn>
                  <a:cxn ang="0">
                    <a:pos x="55" y="57"/>
                  </a:cxn>
                  <a:cxn ang="0">
                    <a:pos x="57" y="40"/>
                  </a:cxn>
                  <a:cxn ang="0">
                    <a:pos x="69" y="27"/>
                  </a:cxn>
                  <a:cxn ang="0">
                    <a:pos x="94" y="9"/>
                  </a:cxn>
                  <a:cxn ang="0">
                    <a:pos x="105" y="23"/>
                  </a:cxn>
                  <a:cxn ang="0">
                    <a:pos x="148" y="45"/>
                  </a:cxn>
                  <a:cxn ang="0">
                    <a:pos x="144" y="37"/>
                  </a:cxn>
                </a:cxnLst>
                <a:rect l="0" t="0" r="r" b="b"/>
                <a:pathLst>
                  <a:path w="149" h="237">
                    <a:moveTo>
                      <a:pt x="144" y="37"/>
                    </a:moveTo>
                    <a:lnTo>
                      <a:pt x="114" y="0"/>
                    </a:lnTo>
                    <a:lnTo>
                      <a:pt x="94" y="0"/>
                    </a:lnTo>
                    <a:lnTo>
                      <a:pt x="77" y="3"/>
                    </a:lnTo>
                    <a:lnTo>
                      <a:pt x="63" y="13"/>
                    </a:lnTo>
                    <a:lnTo>
                      <a:pt x="30" y="43"/>
                    </a:lnTo>
                    <a:lnTo>
                      <a:pt x="19" y="57"/>
                    </a:lnTo>
                    <a:lnTo>
                      <a:pt x="10" y="70"/>
                    </a:lnTo>
                    <a:lnTo>
                      <a:pt x="3" y="111"/>
                    </a:lnTo>
                    <a:lnTo>
                      <a:pt x="0" y="122"/>
                    </a:lnTo>
                    <a:lnTo>
                      <a:pt x="3" y="138"/>
                    </a:lnTo>
                    <a:lnTo>
                      <a:pt x="8" y="154"/>
                    </a:lnTo>
                    <a:lnTo>
                      <a:pt x="22" y="180"/>
                    </a:lnTo>
                    <a:lnTo>
                      <a:pt x="33" y="196"/>
                    </a:lnTo>
                    <a:lnTo>
                      <a:pt x="49" y="214"/>
                    </a:lnTo>
                    <a:lnTo>
                      <a:pt x="83" y="236"/>
                    </a:lnTo>
                    <a:lnTo>
                      <a:pt x="66" y="208"/>
                    </a:lnTo>
                    <a:lnTo>
                      <a:pt x="52" y="183"/>
                    </a:lnTo>
                    <a:lnTo>
                      <a:pt x="43" y="160"/>
                    </a:lnTo>
                    <a:lnTo>
                      <a:pt x="47" y="138"/>
                    </a:lnTo>
                    <a:lnTo>
                      <a:pt x="49" y="122"/>
                    </a:lnTo>
                    <a:lnTo>
                      <a:pt x="43" y="104"/>
                    </a:lnTo>
                    <a:lnTo>
                      <a:pt x="41" y="87"/>
                    </a:lnTo>
                    <a:lnTo>
                      <a:pt x="55" y="57"/>
                    </a:lnTo>
                    <a:lnTo>
                      <a:pt x="57" y="40"/>
                    </a:lnTo>
                    <a:lnTo>
                      <a:pt x="69" y="27"/>
                    </a:lnTo>
                    <a:lnTo>
                      <a:pt x="94" y="9"/>
                    </a:lnTo>
                    <a:lnTo>
                      <a:pt x="105" y="23"/>
                    </a:lnTo>
                    <a:lnTo>
                      <a:pt x="148" y="45"/>
                    </a:lnTo>
                    <a:lnTo>
                      <a:pt x="144" y="37"/>
                    </a:lnTo>
                  </a:path>
                </a:pathLst>
              </a:custGeom>
              <a:solidFill>
                <a:srgbClr val="CEDA9D"/>
              </a:solidFill>
              <a:ln w="9525" cap="rnd">
                <a:noFill/>
                <a:round/>
              </a:ln>
              <a:effectLst/>
            </p:spPr>
            <p:txBody>
              <a:bodyPr/>
              <a:lstStyle/>
              <a:p>
                <a:endParaRPr lang="zh-CN" altLang="en-US"/>
              </a:p>
            </p:txBody>
          </p:sp>
          <p:sp>
            <p:nvSpPr>
              <p:cNvPr id="1128" name="Freeform 104"/>
              <p:cNvSpPr/>
              <p:nvPr/>
            </p:nvSpPr>
            <p:spPr bwMode="ltGray">
              <a:xfrm>
                <a:off x="4907" y="4027"/>
                <a:ext cx="152" cy="161"/>
              </a:xfrm>
              <a:custGeom>
                <a:avLst/>
                <a:gdLst/>
                <a:ahLst/>
                <a:cxnLst>
                  <a:cxn ang="0">
                    <a:pos x="3" y="25"/>
                  </a:cxn>
                  <a:cxn ang="0">
                    <a:pos x="34" y="0"/>
                  </a:cxn>
                  <a:cxn ang="0">
                    <a:pos x="54" y="0"/>
                  </a:cxn>
                  <a:cxn ang="0">
                    <a:pos x="72" y="2"/>
                  </a:cxn>
                  <a:cxn ang="0">
                    <a:pos x="85" y="9"/>
                  </a:cxn>
                  <a:cxn ang="0">
                    <a:pos x="120" y="29"/>
                  </a:cxn>
                  <a:cxn ang="0">
                    <a:pos x="131" y="38"/>
                  </a:cxn>
                  <a:cxn ang="0">
                    <a:pos x="139" y="47"/>
                  </a:cxn>
                  <a:cxn ang="0">
                    <a:pos x="147" y="75"/>
                  </a:cxn>
                  <a:cxn ang="0">
                    <a:pos x="151" y="83"/>
                  </a:cxn>
                  <a:cxn ang="0">
                    <a:pos x="147" y="94"/>
                  </a:cxn>
                  <a:cxn ang="0">
                    <a:pos x="142" y="104"/>
                  </a:cxn>
                  <a:cxn ang="0">
                    <a:pos x="128" y="122"/>
                  </a:cxn>
                  <a:cxn ang="0">
                    <a:pos x="116" y="133"/>
                  </a:cxn>
                  <a:cxn ang="0">
                    <a:pos x="100" y="145"/>
                  </a:cxn>
                  <a:cxn ang="0">
                    <a:pos x="65" y="160"/>
                  </a:cxn>
                  <a:cxn ang="0">
                    <a:pos x="82" y="141"/>
                  </a:cxn>
                  <a:cxn ang="0">
                    <a:pos x="97" y="124"/>
                  </a:cxn>
                  <a:cxn ang="0">
                    <a:pos x="106" y="108"/>
                  </a:cxn>
                  <a:cxn ang="0">
                    <a:pos x="102" y="94"/>
                  </a:cxn>
                  <a:cxn ang="0">
                    <a:pos x="100" y="83"/>
                  </a:cxn>
                  <a:cxn ang="0">
                    <a:pos x="106" y="70"/>
                  </a:cxn>
                  <a:cxn ang="0">
                    <a:pos x="108" y="59"/>
                  </a:cxn>
                  <a:cxn ang="0">
                    <a:pos x="94" y="38"/>
                  </a:cxn>
                  <a:cxn ang="0">
                    <a:pos x="91" y="27"/>
                  </a:cxn>
                  <a:cxn ang="0">
                    <a:pos x="79" y="18"/>
                  </a:cxn>
                  <a:cxn ang="0">
                    <a:pos x="54" y="6"/>
                  </a:cxn>
                  <a:cxn ang="0">
                    <a:pos x="43" y="15"/>
                  </a:cxn>
                  <a:cxn ang="0">
                    <a:pos x="0" y="30"/>
                  </a:cxn>
                  <a:cxn ang="0">
                    <a:pos x="3" y="25"/>
                  </a:cxn>
                </a:cxnLst>
                <a:rect l="0" t="0" r="r" b="b"/>
                <a:pathLst>
                  <a:path w="152" h="161">
                    <a:moveTo>
                      <a:pt x="3" y="25"/>
                    </a:moveTo>
                    <a:lnTo>
                      <a:pt x="34" y="0"/>
                    </a:lnTo>
                    <a:lnTo>
                      <a:pt x="54" y="0"/>
                    </a:lnTo>
                    <a:lnTo>
                      <a:pt x="72" y="2"/>
                    </a:lnTo>
                    <a:lnTo>
                      <a:pt x="85" y="9"/>
                    </a:lnTo>
                    <a:lnTo>
                      <a:pt x="120" y="29"/>
                    </a:lnTo>
                    <a:lnTo>
                      <a:pt x="131" y="38"/>
                    </a:lnTo>
                    <a:lnTo>
                      <a:pt x="139" y="47"/>
                    </a:lnTo>
                    <a:lnTo>
                      <a:pt x="147" y="75"/>
                    </a:lnTo>
                    <a:lnTo>
                      <a:pt x="151" y="83"/>
                    </a:lnTo>
                    <a:lnTo>
                      <a:pt x="147" y="94"/>
                    </a:lnTo>
                    <a:lnTo>
                      <a:pt x="142" y="104"/>
                    </a:lnTo>
                    <a:lnTo>
                      <a:pt x="128" y="122"/>
                    </a:lnTo>
                    <a:lnTo>
                      <a:pt x="116" y="133"/>
                    </a:lnTo>
                    <a:lnTo>
                      <a:pt x="100" y="145"/>
                    </a:lnTo>
                    <a:lnTo>
                      <a:pt x="65" y="160"/>
                    </a:lnTo>
                    <a:lnTo>
                      <a:pt x="82" y="141"/>
                    </a:lnTo>
                    <a:lnTo>
                      <a:pt x="97" y="124"/>
                    </a:lnTo>
                    <a:lnTo>
                      <a:pt x="106" y="108"/>
                    </a:lnTo>
                    <a:lnTo>
                      <a:pt x="102" y="94"/>
                    </a:lnTo>
                    <a:lnTo>
                      <a:pt x="100" y="83"/>
                    </a:lnTo>
                    <a:lnTo>
                      <a:pt x="106" y="70"/>
                    </a:lnTo>
                    <a:lnTo>
                      <a:pt x="108" y="59"/>
                    </a:lnTo>
                    <a:lnTo>
                      <a:pt x="94" y="38"/>
                    </a:lnTo>
                    <a:lnTo>
                      <a:pt x="91" y="27"/>
                    </a:lnTo>
                    <a:lnTo>
                      <a:pt x="79" y="18"/>
                    </a:lnTo>
                    <a:lnTo>
                      <a:pt x="54" y="6"/>
                    </a:lnTo>
                    <a:lnTo>
                      <a:pt x="43" y="15"/>
                    </a:lnTo>
                    <a:lnTo>
                      <a:pt x="0" y="30"/>
                    </a:lnTo>
                    <a:lnTo>
                      <a:pt x="3" y="25"/>
                    </a:lnTo>
                  </a:path>
                </a:pathLst>
              </a:custGeom>
              <a:solidFill>
                <a:srgbClr val="CEDA9D"/>
              </a:solidFill>
              <a:ln w="9525" cap="rnd">
                <a:noFill/>
                <a:round/>
              </a:ln>
              <a:effectLst/>
            </p:spPr>
            <p:txBody>
              <a:bodyPr/>
              <a:lstStyle/>
              <a:p>
                <a:endParaRPr lang="zh-CN" altLang="en-US"/>
              </a:p>
            </p:txBody>
          </p:sp>
          <p:sp>
            <p:nvSpPr>
              <p:cNvPr id="1129" name="Freeform 105"/>
              <p:cNvSpPr/>
              <p:nvPr/>
            </p:nvSpPr>
            <p:spPr bwMode="ltGray">
              <a:xfrm>
                <a:off x="5250" y="3351"/>
                <a:ext cx="288" cy="365"/>
              </a:xfrm>
              <a:custGeom>
                <a:avLst/>
                <a:gdLst/>
                <a:ahLst/>
                <a:cxnLst>
                  <a:cxn ang="0">
                    <a:pos x="270" y="8"/>
                  </a:cxn>
                  <a:cxn ang="0">
                    <a:pos x="268" y="0"/>
                  </a:cxn>
                  <a:cxn ang="0">
                    <a:pos x="248" y="3"/>
                  </a:cxn>
                  <a:cxn ang="0">
                    <a:pos x="236" y="13"/>
                  </a:cxn>
                  <a:cxn ang="0">
                    <a:pos x="8" y="79"/>
                  </a:cxn>
                  <a:cxn ang="0">
                    <a:pos x="211" y="32"/>
                  </a:cxn>
                  <a:cxn ang="0">
                    <a:pos x="213" y="41"/>
                  </a:cxn>
                  <a:cxn ang="0">
                    <a:pos x="114" y="98"/>
                  </a:cxn>
                  <a:cxn ang="0">
                    <a:pos x="237" y="52"/>
                  </a:cxn>
                  <a:cxn ang="0">
                    <a:pos x="222" y="71"/>
                  </a:cxn>
                  <a:cxn ang="0">
                    <a:pos x="182" y="102"/>
                  </a:cxn>
                  <a:cxn ang="0">
                    <a:pos x="62" y="186"/>
                  </a:cxn>
                  <a:cxn ang="0">
                    <a:pos x="67" y="179"/>
                  </a:cxn>
                  <a:cxn ang="0">
                    <a:pos x="145" y="127"/>
                  </a:cxn>
                  <a:cxn ang="0">
                    <a:pos x="207" y="87"/>
                  </a:cxn>
                  <a:cxn ang="0">
                    <a:pos x="236" y="68"/>
                  </a:cxn>
                  <a:cxn ang="0">
                    <a:pos x="240" y="74"/>
                  </a:cxn>
                  <a:cxn ang="0">
                    <a:pos x="207" y="100"/>
                  </a:cxn>
                  <a:cxn ang="0">
                    <a:pos x="158" y="135"/>
                  </a:cxn>
                  <a:cxn ang="0">
                    <a:pos x="222" y="87"/>
                  </a:cxn>
                  <a:cxn ang="0">
                    <a:pos x="240" y="74"/>
                  </a:cxn>
                  <a:cxn ang="0">
                    <a:pos x="243" y="88"/>
                  </a:cxn>
                  <a:cxn ang="0">
                    <a:pos x="222" y="112"/>
                  </a:cxn>
                  <a:cxn ang="0">
                    <a:pos x="158" y="144"/>
                  </a:cxn>
                  <a:cxn ang="0">
                    <a:pos x="105" y="173"/>
                  </a:cxn>
                  <a:cxn ang="0">
                    <a:pos x="167" y="144"/>
                  </a:cxn>
                  <a:cxn ang="0">
                    <a:pos x="231" y="109"/>
                  </a:cxn>
                  <a:cxn ang="0">
                    <a:pos x="228" y="121"/>
                  </a:cxn>
                  <a:cxn ang="0">
                    <a:pos x="231" y="141"/>
                  </a:cxn>
                  <a:cxn ang="0">
                    <a:pos x="221" y="151"/>
                  </a:cxn>
                  <a:cxn ang="0">
                    <a:pos x="169" y="180"/>
                  </a:cxn>
                  <a:cxn ang="0">
                    <a:pos x="71" y="227"/>
                  </a:cxn>
                  <a:cxn ang="0">
                    <a:pos x="86" y="217"/>
                  </a:cxn>
                  <a:cxn ang="0">
                    <a:pos x="207" y="160"/>
                  </a:cxn>
                  <a:cxn ang="0">
                    <a:pos x="245" y="135"/>
                  </a:cxn>
                  <a:cxn ang="0">
                    <a:pos x="148" y="209"/>
                  </a:cxn>
                  <a:cxn ang="0">
                    <a:pos x="244" y="158"/>
                  </a:cxn>
                  <a:cxn ang="0">
                    <a:pos x="241" y="178"/>
                  </a:cxn>
                  <a:cxn ang="0">
                    <a:pos x="193" y="227"/>
                  </a:cxn>
                  <a:cxn ang="0">
                    <a:pos x="111" y="261"/>
                  </a:cxn>
                  <a:cxn ang="0">
                    <a:pos x="33" y="293"/>
                  </a:cxn>
                  <a:cxn ang="0">
                    <a:pos x="149" y="249"/>
                  </a:cxn>
                  <a:cxn ang="0">
                    <a:pos x="197" y="224"/>
                  </a:cxn>
                  <a:cxn ang="0">
                    <a:pos x="240" y="186"/>
                  </a:cxn>
                  <a:cxn ang="0">
                    <a:pos x="236" y="203"/>
                  </a:cxn>
                  <a:cxn ang="0">
                    <a:pos x="233" y="219"/>
                  </a:cxn>
                  <a:cxn ang="0">
                    <a:pos x="236" y="236"/>
                  </a:cxn>
                  <a:cxn ang="0">
                    <a:pos x="193" y="267"/>
                  </a:cxn>
                  <a:cxn ang="0">
                    <a:pos x="113" y="296"/>
                  </a:cxn>
                  <a:cxn ang="0">
                    <a:pos x="118" y="294"/>
                  </a:cxn>
                  <a:cxn ang="0">
                    <a:pos x="217" y="255"/>
                  </a:cxn>
                  <a:cxn ang="0">
                    <a:pos x="212" y="265"/>
                  </a:cxn>
                  <a:cxn ang="0">
                    <a:pos x="217" y="270"/>
                  </a:cxn>
                  <a:cxn ang="0">
                    <a:pos x="222" y="280"/>
                  </a:cxn>
                  <a:cxn ang="0">
                    <a:pos x="173" y="309"/>
                  </a:cxn>
                  <a:cxn ang="0">
                    <a:pos x="120" y="315"/>
                  </a:cxn>
                  <a:cxn ang="0">
                    <a:pos x="217" y="289"/>
                  </a:cxn>
                  <a:cxn ang="0">
                    <a:pos x="212" y="304"/>
                  </a:cxn>
                  <a:cxn ang="0">
                    <a:pos x="218" y="312"/>
                  </a:cxn>
                  <a:cxn ang="0">
                    <a:pos x="105" y="364"/>
                  </a:cxn>
                  <a:cxn ang="0">
                    <a:pos x="212" y="325"/>
                  </a:cxn>
                  <a:cxn ang="0">
                    <a:pos x="235" y="311"/>
                  </a:cxn>
                  <a:cxn ang="0">
                    <a:pos x="249" y="298"/>
                  </a:cxn>
                </a:cxnLst>
                <a:rect l="0" t="0" r="r" b="b"/>
                <a:pathLst>
                  <a:path w="288" h="365">
                    <a:moveTo>
                      <a:pt x="266" y="28"/>
                    </a:moveTo>
                    <a:lnTo>
                      <a:pt x="270" y="8"/>
                    </a:lnTo>
                    <a:lnTo>
                      <a:pt x="287" y="6"/>
                    </a:lnTo>
                    <a:lnTo>
                      <a:pt x="268" y="0"/>
                    </a:lnTo>
                    <a:lnTo>
                      <a:pt x="260" y="0"/>
                    </a:lnTo>
                    <a:lnTo>
                      <a:pt x="248" y="3"/>
                    </a:lnTo>
                    <a:lnTo>
                      <a:pt x="247" y="9"/>
                    </a:lnTo>
                    <a:lnTo>
                      <a:pt x="236" y="13"/>
                    </a:lnTo>
                    <a:lnTo>
                      <a:pt x="139" y="65"/>
                    </a:lnTo>
                    <a:lnTo>
                      <a:pt x="8" y="79"/>
                    </a:lnTo>
                    <a:lnTo>
                      <a:pt x="138" y="64"/>
                    </a:lnTo>
                    <a:lnTo>
                      <a:pt x="211" y="32"/>
                    </a:lnTo>
                    <a:lnTo>
                      <a:pt x="236" y="28"/>
                    </a:lnTo>
                    <a:lnTo>
                      <a:pt x="213" y="41"/>
                    </a:lnTo>
                    <a:lnTo>
                      <a:pt x="236" y="42"/>
                    </a:lnTo>
                    <a:lnTo>
                      <a:pt x="114" y="98"/>
                    </a:lnTo>
                    <a:lnTo>
                      <a:pt x="197" y="63"/>
                    </a:lnTo>
                    <a:lnTo>
                      <a:pt x="237" y="52"/>
                    </a:lnTo>
                    <a:lnTo>
                      <a:pt x="236" y="60"/>
                    </a:lnTo>
                    <a:lnTo>
                      <a:pt x="222" y="71"/>
                    </a:lnTo>
                    <a:lnTo>
                      <a:pt x="211" y="81"/>
                    </a:lnTo>
                    <a:lnTo>
                      <a:pt x="182" y="102"/>
                    </a:lnTo>
                    <a:lnTo>
                      <a:pt x="129" y="141"/>
                    </a:lnTo>
                    <a:lnTo>
                      <a:pt x="62" y="186"/>
                    </a:lnTo>
                    <a:lnTo>
                      <a:pt x="9" y="217"/>
                    </a:lnTo>
                    <a:lnTo>
                      <a:pt x="67" y="179"/>
                    </a:lnTo>
                    <a:lnTo>
                      <a:pt x="101" y="156"/>
                    </a:lnTo>
                    <a:lnTo>
                      <a:pt x="145" y="127"/>
                    </a:lnTo>
                    <a:lnTo>
                      <a:pt x="168" y="109"/>
                    </a:lnTo>
                    <a:lnTo>
                      <a:pt x="207" y="87"/>
                    </a:lnTo>
                    <a:lnTo>
                      <a:pt x="222" y="78"/>
                    </a:lnTo>
                    <a:lnTo>
                      <a:pt x="236" y="68"/>
                    </a:lnTo>
                    <a:lnTo>
                      <a:pt x="228" y="70"/>
                    </a:lnTo>
                    <a:lnTo>
                      <a:pt x="240" y="74"/>
                    </a:lnTo>
                    <a:lnTo>
                      <a:pt x="226" y="81"/>
                    </a:lnTo>
                    <a:lnTo>
                      <a:pt x="207" y="100"/>
                    </a:lnTo>
                    <a:lnTo>
                      <a:pt x="185" y="120"/>
                    </a:lnTo>
                    <a:lnTo>
                      <a:pt x="158" y="135"/>
                    </a:lnTo>
                    <a:lnTo>
                      <a:pt x="202" y="102"/>
                    </a:lnTo>
                    <a:lnTo>
                      <a:pt x="222" y="87"/>
                    </a:lnTo>
                    <a:lnTo>
                      <a:pt x="236" y="74"/>
                    </a:lnTo>
                    <a:lnTo>
                      <a:pt x="240" y="74"/>
                    </a:lnTo>
                    <a:lnTo>
                      <a:pt x="230" y="93"/>
                    </a:lnTo>
                    <a:lnTo>
                      <a:pt x="243" y="88"/>
                    </a:lnTo>
                    <a:lnTo>
                      <a:pt x="236" y="100"/>
                    </a:lnTo>
                    <a:lnTo>
                      <a:pt x="222" y="112"/>
                    </a:lnTo>
                    <a:lnTo>
                      <a:pt x="193" y="131"/>
                    </a:lnTo>
                    <a:lnTo>
                      <a:pt x="158" y="144"/>
                    </a:lnTo>
                    <a:lnTo>
                      <a:pt x="129" y="160"/>
                    </a:lnTo>
                    <a:lnTo>
                      <a:pt x="105" y="173"/>
                    </a:lnTo>
                    <a:lnTo>
                      <a:pt x="120" y="167"/>
                    </a:lnTo>
                    <a:lnTo>
                      <a:pt x="167" y="144"/>
                    </a:lnTo>
                    <a:lnTo>
                      <a:pt x="222" y="116"/>
                    </a:lnTo>
                    <a:lnTo>
                      <a:pt x="231" y="109"/>
                    </a:lnTo>
                    <a:lnTo>
                      <a:pt x="240" y="100"/>
                    </a:lnTo>
                    <a:lnTo>
                      <a:pt x="228" y="121"/>
                    </a:lnTo>
                    <a:lnTo>
                      <a:pt x="249" y="113"/>
                    </a:lnTo>
                    <a:lnTo>
                      <a:pt x="231" y="141"/>
                    </a:lnTo>
                    <a:lnTo>
                      <a:pt x="226" y="147"/>
                    </a:lnTo>
                    <a:lnTo>
                      <a:pt x="221" y="151"/>
                    </a:lnTo>
                    <a:lnTo>
                      <a:pt x="196" y="166"/>
                    </a:lnTo>
                    <a:lnTo>
                      <a:pt x="169" y="180"/>
                    </a:lnTo>
                    <a:lnTo>
                      <a:pt x="119" y="205"/>
                    </a:lnTo>
                    <a:lnTo>
                      <a:pt x="71" y="227"/>
                    </a:lnTo>
                    <a:lnTo>
                      <a:pt x="0" y="258"/>
                    </a:lnTo>
                    <a:lnTo>
                      <a:pt x="86" y="217"/>
                    </a:lnTo>
                    <a:lnTo>
                      <a:pt x="173" y="176"/>
                    </a:lnTo>
                    <a:lnTo>
                      <a:pt x="207" y="160"/>
                    </a:lnTo>
                    <a:lnTo>
                      <a:pt x="228" y="143"/>
                    </a:lnTo>
                    <a:lnTo>
                      <a:pt x="245" y="135"/>
                    </a:lnTo>
                    <a:lnTo>
                      <a:pt x="248" y="136"/>
                    </a:lnTo>
                    <a:lnTo>
                      <a:pt x="148" y="209"/>
                    </a:lnTo>
                    <a:lnTo>
                      <a:pt x="225" y="159"/>
                    </a:lnTo>
                    <a:lnTo>
                      <a:pt x="244" y="158"/>
                    </a:lnTo>
                    <a:lnTo>
                      <a:pt x="222" y="184"/>
                    </a:lnTo>
                    <a:lnTo>
                      <a:pt x="241" y="178"/>
                    </a:lnTo>
                    <a:lnTo>
                      <a:pt x="212" y="208"/>
                    </a:lnTo>
                    <a:lnTo>
                      <a:pt x="193" y="227"/>
                    </a:lnTo>
                    <a:lnTo>
                      <a:pt x="158" y="242"/>
                    </a:lnTo>
                    <a:lnTo>
                      <a:pt x="111" y="261"/>
                    </a:lnTo>
                    <a:lnTo>
                      <a:pt x="67" y="280"/>
                    </a:lnTo>
                    <a:lnTo>
                      <a:pt x="33" y="293"/>
                    </a:lnTo>
                    <a:lnTo>
                      <a:pt x="9" y="299"/>
                    </a:lnTo>
                    <a:lnTo>
                      <a:pt x="149" y="249"/>
                    </a:lnTo>
                    <a:lnTo>
                      <a:pt x="181" y="234"/>
                    </a:lnTo>
                    <a:lnTo>
                      <a:pt x="197" y="224"/>
                    </a:lnTo>
                    <a:lnTo>
                      <a:pt x="219" y="205"/>
                    </a:lnTo>
                    <a:lnTo>
                      <a:pt x="240" y="186"/>
                    </a:lnTo>
                    <a:lnTo>
                      <a:pt x="218" y="212"/>
                    </a:lnTo>
                    <a:lnTo>
                      <a:pt x="236" y="203"/>
                    </a:lnTo>
                    <a:lnTo>
                      <a:pt x="217" y="224"/>
                    </a:lnTo>
                    <a:lnTo>
                      <a:pt x="233" y="219"/>
                    </a:lnTo>
                    <a:lnTo>
                      <a:pt x="215" y="244"/>
                    </a:lnTo>
                    <a:lnTo>
                      <a:pt x="236" y="236"/>
                    </a:lnTo>
                    <a:lnTo>
                      <a:pt x="217" y="249"/>
                    </a:lnTo>
                    <a:lnTo>
                      <a:pt x="193" y="267"/>
                    </a:lnTo>
                    <a:lnTo>
                      <a:pt x="173" y="273"/>
                    </a:lnTo>
                    <a:lnTo>
                      <a:pt x="113" y="296"/>
                    </a:lnTo>
                    <a:lnTo>
                      <a:pt x="58" y="309"/>
                    </a:lnTo>
                    <a:lnTo>
                      <a:pt x="118" y="294"/>
                    </a:lnTo>
                    <a:lnTo>
                      <a:pt x="168" y="274"/>
                    </a:lnTo>
                    <a:lnTo>
                      <a:pt x="217" y="255"/>
                    </a:lnTo>
                    <a:lnTo>
                      <a:pt x="231" y="246"/>
                    </a:lnTo>
                    <a:lnTo>
                      <a:pt x="212" y="265"/>
                    </a:lnTo>
                    <a:lnTo>
                      <a:pt x="226" y="261"/>
                    </a:lnTo>
                    <a:lnTo>
                      <a:pt x="217" y="270"/>
                    </a:lnTo>
                    <a:lnTo>
                      <a:pt x="212" y="284"/>
                    </a:lnTo>
                    <a:lnTo>
                      <a:pt x="222" y="280"/>
                    </a:lnTo>
                    <a:lnTo>
                      <a:pt x="209" y="291"/>
                    </a:lnTo>
                    <a:lnTo>
                      <a:pt x="173" y="309"/>
                    </a:lnTo>
                    <a:lnTo>
                      <a:pt x="149" y="312"/>
                    </a:lnTo>
                    <a:lnTo>
                      <a:pt x="120" y="315"/>
                    </a:lnTo>
                    <a:lnTo>
                      <a:pt x="178" y="306"/>
                    </a:lnTo>
                    <a:lnTo>
                      <a:pt x="217" y="289"/>
                    </a:lnTo>
                    <a:lnTo>
                      <a:pt x="226" y="277"/>
                    </a:lnTo>
                    <a:lnTo>
                      <a:pt x="212" y="304"/>
                    </a:lnTo>
                    <a:lnTo>
                      <a:pt x="228" y="298"/>
                    </a:lnTo>
                    <a:lnTo>
                      <a:pt x="218" y="312"/>
                    </a:lnTo>
                    <a:lnTo>
                      <a:pt x="202" y="332"/>
                    </a:lnTo>
                    <a:lnTo>
                      <a:pt x="105" y="364"/>
                    </a:lnTo>
                    <a:lnTo>
                      <a:pt x="203" y="335"/>
                    </a:lnTo>
                    <a:lnTo>
                      <a:pt x="212" y="325"/>
                    </a:lnTo>
                    <a:lnTo>
                      <a:pt x="218" y="318"/>
                    </a:lnTo>
                    <a:lnTo>
                      <a:pt x="235" y="311"/>
                    </a:lnTo>
                    <a:lnTo>
                      <a:pt x="245" y="326"/>
                    </a:lnTo>
                    <a:lnTo>
                      <a:pt x="249" y="298"/>
                    </a:lnTo>
                    <a:lnTo>
                      <a:pt x="266" y="28"/>
                    </a:lnTo>
                  </a:path>
                </a:pathLst>
              </a:custGeom>
              <a:solidFill>
                <a:srgbClr val="CEDA9D"/>
              </a:solidFill>
              <a:ln w="9525" cap="rnd">
                <a:noFill/>
                <a:round/>
              </a:ln>
              <a:effectLst/>
            </p:spPr>
            <p:txBody>
              <a:bodyPr/>
              <a:lstStyle/>
              <a:p>
                <a:endParaRPr lang="zh-CN" altLang="en-US"/>
              </a:p>
            </p:txBody>
          </p:sp>
          <p:sp>
            <p:nvSpPr>
              <p:cNvPr id="1130" name="Freeform 106"/>
              <p:cNvSpPr/>
              <p:nvPr/>
            </p:nvSpPr>
            <p:spPr bwMode="ltGray">
              <a:xfrm>
                <a:off x="4803" y="3748"/>
                <a:ext cx="255" cy="271"/>
              </a:xfrm>
              <a:custGeom>
                <a:avLst/>
                <a:gdLst/>
                <a:ahLst/>
                <a:cxnLst>
                  <a:cxn ang="0">
                    <a:pos x="116" y="7"/>
                  </a:cxn>
                  <a:cxn ang="0">
                    <a:pos x="18" y="12"/>
                  </a:cxn>
                  <a:cxn ang="0">
                    <a:pos x="108" y="12"/>
                  </a:cxn>
                  <a:cxn ang="0">
                    <a:pos x="94" y="23"/>
                  </a:cxn>
                  <a:cxn ang="0">
                    <a:pos x="94" y="28"/>
                  </a:cxn>
                  <a:cxn ang="0">
                    <a:pos x="50" y="40"/>
                  </a:cxn>
                  <a:cxn ang="0">
                    <a:pos x="83" y="36"/>
                  </a:cxn>
                  <a:cxn ang="0">
                    <a:pos x="83" y="42"/>
                  </a:cxn>
                  <a:cxn ang="0">
                    <a:pos x="90" y="45"/>
                  </a:cxn>
                  <a:cxn ang="0">
                    <a:pos x="10" y="73"/>
                  </a:cxn>
                  <a:cxn ang="0">
                    <a:pos x="86" y="59"/>
                  </a:cxn>
                  <a:cxn ang="0">
                    <a:pos x="68" y="78"/>
                  </a:cxn>
                  <a:cxn ang="0">
                    <a:pos x="10" y="90"/>
                  </a:cxn>
                  <a:cxn ang="0">
                    <a:pos x="72" y="80"/>
                  </a:cxn>
                  <a:cxn ang="0">
                    <a:pos x="25" y="102"/>
                  </a:cxn>
                  <a:cxn ang="0">
                    <a:pos x="53" y="92"/>
                  </a:cxn>
                  <a:cxn ang="0">
                    <a:pos x="72" y="90"/>
                  </a:cxn>
                  <a:cxn ang="0">
                    <a:pos x="72" y="97"/>
                  </a:cxn>
                  <a:cxn ang="0">
                    <a:pos x="61" y="111"/>
                  </a:cxn>
                  <a:cxn ang="0">
                    <a:pos x="6" y="127"/>
                  </a:cxn>
                  <a:cxn ang="0">
                    <a:pos x="68" y="113"/>
                  </a:cxn>
                  <a:cxn ang="0">
                    <a:pos x="57" y="132"/>
                  </a:cxn>
                  <a:cxn ang="0">
                    <a:pos x="43" y="144"/>
                  </a:cxn>
                  <a:cxn ang="0">
                    <a:pos x="50" y="144"/>
                  </a:cxn>
                  <a:cxn ang="0">
                    <a:pos x="50" y="151"/>
                  </a:cxn>
                  <a:cxn ang="0">
                    <a:pos x="10" y="168"/>
                  </a:cxn>
                  <a:cxn ang="0">
                    <a:pos x="43" y="165"/>
                  </a:cxn>
                  <a:cxn ang="0">
                    <a:pos x="43" y="168"/>
                  </a:cxn>
                  <a:cxn ang="0">
                    <a:pos x="47" y="175"/>
                  </a:cxn>
                  <a:cxn ang="0">
                    <a:pos x="38" y="189"/>
                  </a:cxn>
                  <a:cxn ang="0">
                    <a:pos x="47" y="196"/>
                  </a:cxn>
                  <a:cxn ang="0">
                    <a:pos x="50" y="227"/>
                  </a:cxn>
                  <a:cxn ang="0">
                    <a:pos x="57" y="189"/>
                  </a:cxn>
                  <a:cxn ang="0">
                    <a:pos x="119" y="270"/>
                  </a:cxn>
                  <a:cxn ang="0">
                    <a:pos x="83" y="175"/>
                  </a:cxn>
                  <a:cxn ang="0">
                    <a:pos x="83" y="173"/>
                  </a:cxn>
                  <a:cxn ang="0">
                    <a:pos x="86" y="165"/>
                  </a:cxn>
                  <a:cxn ang="0">
                    <a:pos x="137" y="213"/>
                  </a:cxn>
                  <a:cxn ang="0">
                    <a:pos x="104" y="187"/>
                  </a:cxn>
                  <a:cxn ang="0">
                    <a:pos x="94" y="144"/>
                  </a:cxn>
                  <a:cxn ang="0">
                    <a:pos x="97" y="132"/>
                  </a:cxn>
                  <a:cxn ang="0">
                    <a:pos x="116" y="161"/>
                  </a:cxn>
                  <a:cxn ang="0">
                    <a:pos x="104" y="118"/>
                  </a:cxn>
                  <a:cxn ang="0">
                    <a:pos x="123" y="111"/>
                  </a:cxn>
                  <a:cxn ang="0">
                    <a:pos x="137" y="140"/>
                  </a:cxn>
                  <a:cxn ang="0">
                    <a:pos x="119" y="90"/>
                  </a:cxn>
                  <a:cxn ang="0">
                    <a:pos x="123" y="85"/>
                  </a:cxn>
                  <a:cxn ang="0">
                    <a:pos x="127" y="61"/>
                  </a:cxn>
                  <a:cxn ang="0">
                    <a:pos x="144" y="64"/>
                  </a:cxn>
                  <a:cxn ang="0">
                    <a:pos x="210" y="125"/>
                  </a:cxn>
                  <a:cxn ang="0">
                    <a:pos x="163" y="90"/>
                  </a:cxn>
                  <a:cxn ang="0">
                    <a:pos x="137" y="40"/>
                  </a:cxn>
                  <a:cxn ang="0">
                    <a:pos x="144" y="31"/>
                  </a:cxn>
                  <a:cxn ang="0">
                    <a:pos x="177" y="59"/>
                  </a:cxn>
                  <a:cxn ang="0">
                    <a:pos x="170" y="56"/>
                  </a:cxn>
                  <a:cxn ang="0">
                    <a:pos x="155" y="18"/>
                  </a:cxn>
                  <a:cxn ang="0">
                    <a:pos x="195" y="56"/>
                  </a:cxn>
                  <a:cxn ang="0">
                    <a:pos x="169" y="37"/>
                  </a:cxn>
                  <a:cxn ang="0">
                    <a:pos x="149" y="2"/>
                  </a:cxn>
                </a:cxnLst>
                <a:rect l="0" t="0" r="r" b="b"/>
                <a:pathLst>
                  <a:path w="255" h="271">
                    <a:moveTo>
                      <a:pt x="143" y="3"/>
                    </a:moveTo>
                    <a:lnTo>
                      <a:pt x="127" y="0"/>
                    </a:lnTo>
                    <a:lnTo>
                      <a:pt x="116" y="7"/>
                    </a:lnTo>
                    <a:lnTo>
                      <a:pt x="104" y="9"/>
                    </a:lnTo>
                    <a:lnTo>
                      <a:pt x="79" y="12"/>
                    </a:lnTo>
                    <a:lnTo>
                      <a:pt x="18" y="12"/>
                    </a:lnTo>
                    <a:lnTo>
                      <a:pt x="79" y="14"/>
                    </a:lnTo>
                    <a:lnTo>
                      <a:pt x="97" y="9"/>
                    </a:lnTo>
                    <a:lnTo>
                      <a:pt x="108" y="12"/>
                    </a:lnTo>
                    <a:lnTo>
                      <a:pt x="94" y="16"/>
                    </a:lnTo>
                    <a:lnTo>
                      <a:pt x="104" y="16"/>
                    </a:lnTo>
                    <a:lnTo>
                      <a:pt x="94" y="23"/>
                    </a:lnTo>
                    <a:lnTo>
                      <a:pt x="14" y="64"/>
                    </a:lnTo>
                    <a:lnTo>
                      <a:pt x="97" y="23"/>
                    </a:lnTo>
                    <a:lnTo>
                      <a:pt x="94" y="28"/>
                    </a:lnTo>
                    <a:lnTo>
                      <a:pt x="83" y="36"/>
                    </a:lnTo>
                    <a:lnTo>
                      <a:pt x="72" y="37"/>
                    </a:lnTo>
                    <a:lnTo>
                      <a:pt x="50" y="40"/>
                    </a:lnTo>
                    <a:lnTo>
                      <a:pt x="14" y="36"/>
                    </a:lnTo>
                    <a:lnTo>
                      <a:pt x="72" y="40"/>
                    </a:lnTo>
                    <a:lnTo>
                      <a:pt x="83" y="36"/>
                    </a:lnTo>
                    <a:lnTo>
                      <a:pt x="94" y="33"/>
                    </a:lnTo>
                    <a:lnTo>
                      <a:pt x="90" y="40"/>
                    </a:lnTo>
                    <a:lnTo>
                      <a:pt x="83" y="42"/>
                    </a:lnTo>
                    <a:lnTo>
                      <a:pt x="10" y="66"/>
                    </a:lnTo>
                    <a:lnTo>
                      <a:pt x="83" y="45"/>
                    </a:lnTo>
                    <a:lnTo>
                      <a:pt x="90" y="45"/>
                    </a:lnTo>
                    <a:lnTo>
                      <a:pt x="83" y="52"/>
                    </a:lnTo>
                    <a:lnTo>
                      <a:pt x="72" y="59"/>
                    </a:lnTo>
                    <a:lnTo>
                      <a:pt x="10" y="73"/>
                    </a:lnTo>
                    <a:lnTo>
                      <a:pt x="79" y="56"/>
                    </a:lnTo>
                    <a:lnTo>
                      <a:pt x="83" y="56"/>
                    </a:lnTo>
                    <a:lnTo>
                      <a:pt x="86" y="59"/>
                    </a:lnTo>
                    <a:lnTo>
                      <a:pt x="72" y="68"/>
                    </a:lnTo>
                    <a:lnTo>
                      <a:pt x="86" y="66"/>
                    </a:lnTo>
                    <a:lnTo>
                      <a:pt x="68" y="78"/>
                    </a:lnTo>
                    <a:lnTo>
                      <a:pt x="53" y="85"/>
                    </a:lnTo>
                    <a:lnTo>
                      <a:pt x="25" y="90"/>
                    </a:lnTo>
                    <a:lnTo>
                      <a:pt x="10" y="90"/>
                    </a:lnTo>
                    <a:lnTo>
                      <a:pt x="35" y="88"/>
                    </a:lnTo>
                    <a:lnTo>
                      <a:pt x="65" y="82"/>
                    </a:lnTo>
                    <a:lnTo>
                      <a:pt x="72" y="80"/>
                    </a:lnTo>
                    <a:lnTo>
                      <a:pt x="65" y="88"/>
                    </a:lnTo>
                    <a:lnTo>
                      <a:pt x="50" y="97"/>
                    </a:lnTo>
                    <a:lnTo>
                      <a:pt x="25" y="102"/>
                    </a:lnTo>
                    <a:lnTo>
                      <a:pt x="0" y="106"/>
                    </a:lnTo>
                    <a:lnTo>
                      <a:pt x="32" y="99"/>
                    </a:lnTo>
                    <a:lnTo>
                      <a:pt x="53" y="92"/>
                    </a:lnTo>
                    <a:lnTo>
                      <a:pt x="72" y="85"/>
                    </a:lnTo>
                    <a:lnTo>
                      <a:pt x="75" y="82"/>
                    </a:lnTo>
                    <a:lnTo>
                      <a:pt x="72" y="90"/>
                    </a:lnTo>
                    <a:lnTo>
                      <a:pt x="79" y="88"/>
                    </a:lnTo>
                    <a:lnTo>
                      <a:pt x="86" y="90"/>
                    </a:lnTo>
                    <a:lnTo>
                      <a:pt x="72" y="97"/>
                    </a:lnTo>
                    <a:lnTo>
                      <a:pt x="72" y="102"/>
                    </a:lnTo>
                    <a:lnTo>
                      <a:pt x="53" y="111"/>
                    </a:lnTo>
                    <a:lnTo>
                      <a:pt x="61" y="111"/>
                    </a:lnTo>
                    <a:lnTo>
                      <a:pt x="53" y="116"/>
                    </a:lnTo>
                    <a:lnTo>
                      <a:pt x="28" y="125"/>
                    </a:lnTo>
                    <a:lnTo>
                      <a:pt x="6" y="127"/>
                    </a:lnTo>
                    <a:lnTo>
                      <a:pt x="38" y="123"/>
                    </a:lnTo>
                    <a:lnTo>
                      <a:pt x="57" y="116"/>
                    </a:lnTo>
                    <a:lnTo>
                      <a:pt x="68" y="113"/>
                    </a:lnTo>
                    <a:lnTo>
                      <a:pt x="68" y="120"/>
                    </a:lnTo>
                    <a:lnTo>
                      <a:pt x="68" y="123"/>
                    </a:lnTo>
                    <a:lnTo>
                      <a:pt x="57" y="132"/>
                    </a:lnTo>
                    <a:lnTo>
                      <a:pt x="47" y="140"/>
                    </a:lnTo>
                    <a:lnTo>
                      <a:pt x="53" y="140"/>
                    </a:lnTo>
                    <a:lnTo>
                      <a:pt x="43" y="144"/>
                    </a:lnTo>
                    <a:lnTo>
                      <a:pt x="6" y="156"/>
                    </a:lnTo>
                    <a:lnTo>
                      <a:pt x="32" y="149"/>
                    </a:lnTo>
                    <a:lnTo>
                      <a:pt x="50" y="144"/>
                    </a:lnTo>
                    <a:lnTo>
                      <a:pt x="50" y="151"/>
                    </a:lnTo>
                    <a:lnTo>
                      <a:pt x="38" y="153"/>
                    </a:lnTo>
                    <a:lnTo>
                      <a:pt x="50" y="151"/>
                    </a:lnTo>
                    <a:lnTo>
                      <a:pt x="50" y="156"/>
                    </a:lnTo>
                    <a:lnTo>
                      <a:pt x="43" y="161"/>
                    </a:lnTo>
                    <a:lnTo>
                      <a:pt x="10" y="168"/>
                    </a:lnTo>
                    <a:lnTo>
                      <a:pt x="38" y="161"/>
                    </a:lnTo>
                    <a:lnTo>
                      <a:pt x="38" y="163"/>
                    </a:lnTo>
                    <a:lnTo>
                      <a:pt x="43" y="165"/>
                    </a:lnTo>
                    <a:lnTo>
                      <a:pt x="10" y="182"/>
                    </a:lnTo>
                    <a:lnTo>
                      <a:pt x="35" y="170"/>
                    </a:lnTo>
                    <a:lnTo>
                      <a:pt x="43" y="168"/>
                    </a:lnTo>
                    <a:lnTo>
                      <a:pt x="47" y="173"/>
                    </a:lnTo>
                    <a:lnTo>
                      <a:pt x="38" y="177"/>
                    </a:lnTo>
                    <a:lnTo>
                      <a:pt x="47" y="175"/>
                    </a:lnTo>
                    <a:lnTo>
                      <a:pt x="38" y="189"/>
                    </a:lnTo>
                    <a:lnTo>
                      <a:pt x="6" y="205"/>
                    </a:lnTo>
                    <a:lnTo>
                      <a:pt x="38" y="189"/>
                    </a:lnTo>
                    <a:lnTo>
                      <a:pt x="35" y="196"/>
                    </a:lnTo>
                    <a:lnTo>
                      <a:pt x="47" y="189"/>
                    </a:lnTo>
                    <a:lnTo>
                      <a:pt x="47" y="196"/>
                    </a:lnTo>
                    <a:lnTo>
                      <a:pt x="50" y="229"/>
                    </a:lnTo>
                    <a:lnTo>
                      <a:pt x="83" y="270"/>
                    </a:lnTo>
                    <a:lnTo>
                      <a:pt x="50" y="227"/>
                    </a:lnTo>
                    <a:lnTo>
                      <a:pt x="50" y="211"/>
                    </a:lnTo>
                    <a:lnTo>
                      <a:pt x="53" y="198"/>
                    </a:lnTo>
                    <a:lnTo>
                      <a:pt x="57" y="189"/>
                    </a:lnTo>
                    <a:lnTo>
                      <a:pt x="65" y="173"/>
                    </a:lnTo>
                    <a:lnTo>
                      <a:pt x="72" y="180"/>
                    </a:lnTo>
                    <a:lnTo>
                      <a:pt x="119" y="270"/>
                    </a:lnTo>
                    <a:lnTo>
                      <a:pt x="75" y="180"/>
                    </a:lnTo>
                    <a:lnTo>
                      <a:pt x="75" y="170"/>
                    </a:lnTo>
                    <a:lnTo>
                      <a:pt x="83" y="175"/>
                    </a:lnTo>
                    <a:lnTo>
                      <a:pt x="90" y="263"/>
                    </a:lnTo>
                    <a:lnTo>
                      <a:pt x="86" y="187"/>
                    </a:lnTo>
                    <a:lnTo>
                      <a:pt x="83" y="173"/>
                    </a:lnTo>
                    <a:lnTo>
                      <a:pt x="79" y="168"/>
                    </a:lnTo>
                    <a:lnTo>
                      <a:pt x="83" y="156"/>
                    </a:lnTo>
                    <a:lnTo>
                      <a:pt x="86" y="165"/>
                    </a:lnTo>
                    <a:lnTo>
                      <a:pt x="97" y="184"/>
                    </a:lnTo>
                    <a:lnTo>
                      <a:pt x="108" y="196"/>
                    </a:lnTo>
                    <a:lnTo>
                      <a:pt x="137" y="213"/>
                    </a:lnTo>
                    <a:lnTo>
                      <a:pt x="199" y="244"/>
                    </a:lnTo>
                    <a:lnTo>
                      <a:pt x="119" y="198"/>
                    </a:lnTo>
                    <a:lnTo>
                      <a:pt x="104" y="187"/>
                    </a:lnTo>
                    <a:lnTo>
                      <a:pt x="97" y="180"/>
                    </a:lnTo>
                    <a:lnTo>
                      <a:pt x="90" y="170"/>
                    </a:lnTo>
                    <a:lnTo>
                      <a:pt x="94" y="144"/>
                    </a:lnTo>
                    <a:lnTo>
                      <a:pt x="97" y="151"/>
                    </a:lnTo>
                    <a:lnTo>
                      <a:pt x="97" y="137"/>
                    </a:lnTo>
                    <a:lnTo>
                      <a:pt x="97" y="132"/>
                    </a:lnTo>
                    <a:lnTo>
                      <a:pt x="104" y="144"/>
                    </a:lnTo>
                    <a:lnTo>
                      <a:pt x="174" y="232"/>
                    </a:lnTo>
                    <a:lnTo>
                      <a:pt x="116" y="161"/>
                    </a:lnTo>
                    <a:lnTo>
                      <a:pt x="108" y="153"/>
                    </a:lnTo>
                    <a:lnTo>
                      <a:pt x="104" y="144"/>
                    </a:lnTo>
                    <a:lnTo>
                      <a:pt x="104" y="118"/>
                    </a:lnTo>
                    <a:lnTo>
                      <a:pt x="108" y="120"/>
                    </a:lnTo>
                    <a:lnTo>
                      <a:pt x="112" y="106"/>
                    </a:lnTo>
                    <a:lnTo>
                      <a:pt x="123" y="111"/>
                    </a:lnTo>
                    <a:lnTo>
                      <a:pt x="177" y="208"/>
                    </a:lnTo>
                    <a:lnTo>
                      <a:pt x="148" y="161"/>
                    </a:lnTo>
                    <a:lnTo>
                      <a:pt x="137" y="140"/>
                    </a:lnTo>
                    <a:lnTo>
                      <a:pt x="123" y="120"/>
                    </a:lnTo>
                    <a:lnTo>
                      <a:pt x="123" y="108"/>
                    </a:lnTo>
                    <a:lnTo>
                      <a:pt x="119" y="90"/>
                    </a:lnTo>
                    <a:lnTo>
                      <a:pt x="127" y="92"/>
                    </a:lnTo>
                    <a:lnTo>
                      <a:pt x="155" y="189"/>
                    </a:lnTo>
                    <a:lnTo>
                      <a:pt x="123" y="85"/>
                    </a:lnTo>
                    <a:lnTo>
                      <a:pt x="123" y="75"/>
                    </a:lnTo>
                    <a:lnTo>
                      <a:pt x="127" y="82"/>
                    </a:lnTo>
                    <a:lnTo>
                      <a:pt x="127" y="61"/>
                    </a:lnTo>
                    <a:lnTo>
                      <a:pt x="133" y="68"/>
                    </a:lnTo>
                    <a:lnTo>
                      <a:pt x="133" y="56"/>
                    </a:lnTo>
                    <a:lnTo>
                      <a:pt x="144" y="64"/>
                    </a:lnTo>
                    <a:lnTo>
                      <a:pt x="159" y="88"/>
                    </a:lnTo>
                    <a:lnTo>
                      <a:pt x="177" y="102"/>
                    </a:lnTo>
                    <a:lnTo>
                      <a:pt x="210" y="125"/>
                    </a:lnTo>
                    <a:lnTo>
                      <a:pt x="228" y="146"/>
                    </a:lnTo>
                    <a:lnTo>
                      <a:pt x="177" y="102"/>
                    </a:lnTo>
                    <a:lnTo>
                      <a:pt x="163" y="90"/>
                    </a:lnTo>
                    <a:lnTo>
                      <a:pt x="148" y="73"/>
                    </a:lnTo>
                    <a:lnTo>
                      <a:pt x="144" y="61"/>
                    </a:lnTo>
                    <a:lnTo>
                      <a:pt x="137" y="40"/>
                    </a:lnTo>
                    <a:lnTo>
                      <a:pt x="141" y="42"/>
                    </a:lnTo>
                    <a:lnTo>
                      <a:pt x="148" y="40"/>
                    </a:lnTo>
                    <a:lnTo>
                      <a:pt x="144" y="31"/>
                    </a:lnTo>
                    <a:lnTo>
                      <a:pt x="151" y="40"/>
                    </a:lnTo>
                    <a:lnTo>
                      <a:pt x="159" y="49"/>
                    </a:lnTo>
                    <a:lnTo>
                      <a:pt x="177" y="59"/>
                    </a:lnTo>
                    <a:lnTo>
                      <a:pt x="203" y="68"/>
                    </a:lnTo>
                    <a:lnTo>
                      <a:pt x="254" y="92"/>
                    </a:lnTo>
                    <a:lnTo>
                      <a:pt x="170" y="56"/>
                    </a:lnTo>
                    <a:lnTo>
                      <a:pt x="159" y="47"/>
                    </a:lnTo>
                    <a:lnTo>
                      <a:pt x="155" y="42"/>
                    </a:lnTo>
                    <a:lnTo>
                      <a:pt x="155" y="18"/>
                    </a:lnTo>
                    <a:lnTo>
                      <a:pt x="163" y="26"/>
                    </a:lnTo>
                    <a:lnTo>
                      <a:pt x="174" y="37"/>
                    </a:lnTo>
                    <a:lnTo>
                      <a:pt x="195" y="56"/>
                    </a:lnTo>
                    <a:lnTo>
                      <a:pt x="225" y="75"/>
                    </a:lnTo>
                    <a:lnTo>
                      <a:pt x="231" y="85"/>
                    </a:lnTo>
                    <a:lnTo>
                      <a:pt x="169" y="37"/>
                    </a:lnTo>
                    <a:lnTo>
                      <a:pt x="163" y="21"/>
                    </a:lnTo>
                    <a:lnTo>
                      <a:pt x="166" y="9"/>
                    </a:lnTo>
                    <a:lnTo>
                      <a:pt x="149" y="2"/>
                    </a:lnTo>
                    <a:lnTo>
                      <a:pt x="143" y="3"/>
                    </a:lnTo>
                  </a:path>
                </a:pathLst>
              </a:custGeom>
              <a:solidFill>
                <a:srgbClr val="CEDA9D"/>
              </a:solidFill>
              <a:ln w="9525" cap="rnd">
                <a:noFill/>
                <a:round/>
              </a:ln>
              <a:effectLst/>
            </p:spPr>
            <p:txBody>
              <a:bodyPr/>
              <a:lstStyle/>
              <a:p>
                <a:endParaRPr lang="zh-CN" altLang="en-US"/>
              </a:p>
            </p:txBody>
          </p:sp>
          <p:sp>
            <p:nvSpPr>
              <p:cNvPr id="1131" name="Freeform 107"/>
              <p:cNvSpPr/>
              <p:nvPr/>
            </p:nvSpPr>
            <p:spPr bwMode="ltGray">
              <a:xfrm>
                <a:off x="4977" y="3785"/>
                <a:ext cx="212" cy="258"/>
              </a:xfrm>
              <a:custGeom>
                <a:avLst/>
                <a:gdLst/>
                <a:ahLst/>
                <a:cxnLst>
                  <a:cxn ang="0">
                    <a:pos x="208" y="39"/>
                  </a:cxn>
                  <a:cxn ang="0">
                    <a:pos x="192" y="23"/>
                  </a:cxn>
                  <a:cxn ang="0">
                    <a:pos x="186" y="16"/>
                  </a:cxn>
                  <a:cxn ang="0">
                    <a:pos x="170" y="10"/>
                  </a:cxn>
                  <a:cxn ang="0">
                    <a:pos x="156" y="5"/>
                  </a:cxn>
                  <a:cxn ang="0">
                    <a:pos x="136" y="0"/>
                  </a:cxn>
                  <a:cxn ang="0">
                    <a:pos x="119" y="0"/>
                  </a:cxn>
                  <a:cxn ang="0">
                    <a:pos x="104" y="2"/>
                  </a:cxn>
                  <a:cxn ang="0">
                    <a:pos x="86" y="4"/>
                  </a:cxn>
                  <a:cxn ang="0">
                    <a:pos x="66" y="9"/>
                  </a:cxn>
                  <a:cxn ang="0">
                    <a:pos x="54" y="19"/>
                  </a:cxn>
                  <a:cxn ang="0">
                    <a:pos x="42" y="33"/>
                  </a:cxn>
                  <a:cxn ang="0">
                    <a:pos x="29" y="43"/>
                  </a:cxn>
                  <a:cxn ang="0">
                    <a:pos x="19" y="54"/>
                  </a:cxn>
                  <a:cxn ang="0">
                    <a:pos x="8" y="69"/>
                  </a:cxn>
                  <a:cxn ang="0">
                    <a:pos x="0" y="99"/>
                  </a:cxn>
                  <a:cxn ang="0">
                    <a:pos x="2" y="123"/>
                  </a:cxn>
                  <a:cxn ang="0">
                    <a:pos x="12" y="157"/>
                  </a:cxn>
                  <a:cxn ang="0">
                    <a:pos x="29" y="186"/>
                  </a:cxn>
                  <a:cxn ang="0">
                    <a:pos x="66" y="257"/>
                  </a:cxn>
                  <a:cxn ang="0">
                    <a:pos x="52" y="181"/>
                  </a:cxn>
                  <a:cxn ang="0">
                    <a:pos x="44" y="156"/>
                  </a:cxn>
                  <a:cxn ang="0">
                    <a:pos x="39" y="133"/>
                  </a:cxn>
                  <a:cxn ang="0">
                    <a:pos x="37" y="109"/>
                  </a:cxn>
                  <a:cxn ang="0">
                    <a:pos x="42" y="81"/>
                  </a:cxn>
                  <a:cxn ang="0">
                    <a:pos x="46" y="61"/>
                  </a:cxn>
                  <a:cxn ang="0">
                    <a:pos x="56" y="35"/>
                  </a:cxn>
                  <a:cxn ang="0">
                    <a:pos x="72" y="23"/>
                  </a:cxn>
                  <a:cxn ang="0">
                    <a:pos x="92" y="18"/>
                  </a:cxn>
                  <a:cxn ang="0">
                    <a:pos x="144" y="15"/>
                  </a:cxn>
                  <a:cxn ang="0">
                    <a:pos x="176" y="23"/>
                  </a:cxn>
                  <a:cxn ang="0">
                    <a:pos x="211" y="42"/>
                  </a:cxn>
                  <a:cxn ang="0">
                    <a:pos x="208" y="39"/>
                  </a:cxn>
                </a:cxnLst>
                <a:rect l="0" t="0" r="r" b="b"/>
                <a:pathLst>
                  <a:path w="212" h="258">
                    <a:moveTo>
                      <a:pt x="208" y="39"/>
                    </a:moveTo>
                    <a:lnTo>
                      <a:pt x="192" y="23"/>
                    </a:lnTo>
                    <a:lnTo>
                      <a:pt x="186" y="16"/>
                    </a:lnTo>
                    <a:lnTo>
                      <a:pt x="170" y="10"/>
                    </a:lnTo>
                    <a:lnTo>
                      <a:pt x="156" y="5"/>
                    </a:lnTo>
                    <a:lnTo>
                      <a:pt x="136" y="0"/>
                    </a:lnTo>
                    <a:lnTo>
                      <a:pt x="119" y="0"/>
                    </a:lnTo>
                    <a:lnTo>
                      <a:pt x="104" y="2"/>
                    </a:lnTo>
                    <a:lnTo>
                      <a:pt x="86" y="4"/>
                    </a:lnTo>
                    <a:lnTo>
                      <a:pt x="66" y="9"/>
                    </a:lnTo>
                    <a:lnTo>
                      <a:pt x="54" y="19"/>
                    </a:lnTo>
                    <a:lnTo>
                      <a:pt x="42" y="33"/>
                    </a:lnTo>
                    <a:lnTo>
                      <a:pt x="29" y="43"/>
                    </a:lnTo>
                    <a:lnTo>
                      <a:pt x="19" y="54"/>
                    </a:lnTo>
                    <a:lnTo>
                      <a:pt x="8" y="69"/>
                    </a:lnTo>
                    <a:lnTo>
                      <a:pt x="0" y="99"/>
                    </a:lnTo>
                    <a:lnTo>
                      <a:pt x="2" y="123"/>
                    </a:lnTo>
                    <a:lnTo>
                      <a:pt x="12" y="157"/>
                    </a:lnTo>
                    <a:lnTo>
                      <a:pt x="29" y="186"/>
                    </a:lnTo>
                    <a:lnTo>
                      <a:pt x="66" y="257"/>
                    </a:lnTo>
                    <a:lnTo>
                      <a:pt x="52" y="181"/>
                    </a:lnTo>
                    <a:lnTo>
                      <a:pt x="44" y="156"/>
                    </a:lnTo>
                    <a:lnTo>
                      <a:pt x="39" y="133"/>
                    </a:lnTo>
                    <a:lnTo>
                      <a:pt x="37" y="109"/>
                    </a:lnTo>
                    <a:lnTo>
                      <a:pt x="42" y="81"/>
                    </a:lnTo>
                    <a:lnTo>
                      <a:pt x="46" y="61"/>
                    </a:lnTo>
                    <a:lnTo>
                      <a:pt x="56" y="35"/>
                    </a:lnTo>
                    <a:lnTo>
                      <a:pt x="72" y="23"/>
                    </a:lnTo>
                    <a:lnTo>
                      <a:pt x="92" y="18"/>
                    </a:lnTo>
                    <a:lnTo>
                      <a:pt x="144" y="15"/>
                    </a:lnTo>
                    <a:lnTo>
                      <a:pt x="176" y="23"/>
                    </a:lnTo>
                    <a:lnTo>
                      <a:pt x="211" y="42"/>
                    </a:lnTo>
                    <a:lnTo>
                      <a:pt x="208" y="39"/>
                    </a:lnTo>
                  </a:path>
                </a:pathLst>
              </a:custGeom>
              <a:solidFill>
                <a:srgbClr val="CEDA9D"/>
              </a:solidFill>
              <a:ln w="9525" cap="rnd">
                <a:noFill/>
                <a:round/>
              </a:ln>
              <a:effectLst/>
            </p:spPr>
            <p:txBody>
              <a:bodyPr/>
              <a:lstStyle/>
              <a:p>
                <a:endParaRPr lang="zh-CN" altLang="en-US"/>
              </a:p>
            </p:txBody>
          </p:sp>
          <p:sp>
            <p:nvSpPr>
              <p:cNvPr id="1132" name="Freeform 108"/>
              <p:cNvSpPr/>
              <p:nvPr/>
            </p:nvSpPr>
            <p:spPr bwMode="ltGray">
              <a:xfrm>
                <a:off x="5130" y="3603"/>
                <a:ext cx="218" cy="252"/>
              </a:xfrm>
              <a:custGeom>
                <a:avLst/>
                <a:gdLst/>
                <a:ahLst/>
                <a:cxnLst>
                  <a:cxn ang="0">
                    <a:pos x="63" y="251"/>
                  </a:cxn>
                  <a:cxn ang="0">
                    <a:pos x="48" y="207"/>
                  </a:cxn>
                  <a:cxn ang="0">
                    <a:pos x="41" y="189"/>
                  </a:cxn>
                  <a:cxn ang="0">
                    <a:pos x="26" y="166"/>
                  </a:cxn>
                  <a:cxn ang="0">
                    <a:pos x="10" y="145"/>
                  </a:cxn>
                  <a:cxn ang="0">
                    <a:pos x="1" y="132"/>
                  </a:cxn>
                  <a:cxn ang="0">
                    <a:pos x="0" y="119"/>
                  </a:cxn>
                  <a:cxn ang="0">
                    <a:pos x="4" y="100"/>
                  </a:cxn>
                  <a:cxn ang="0">
                    <a:pos x="6" y="81"/>
                  </a:cxn>
                  <a:cxn ang="0">
                    <a:pos x="30" y="34"/>
                  </a:cxn>
                  <a:cxn ang="0">
                    <a:pos x="41" y="23"/>
                  </a:cxn>
                  <a:cxn ang="0">
                    <a:pos x="61" y="10"/>
                  </a:cxn>
                  <a:cxn ang="0">
                    <a:pos x="78" y="2"/>
                  </a:cxn>
                  <a:cxn ang="0">
                    <a:pos x="100" y="0"/>
                  </a:cxn>
                  <a:cxn ang="0">
                    <a:pos x="118" y="5"/>
                  </a:cxn>
                  <a:cxn ang="0">
                    <a:pos x="140" y="10"/>
                  </a:cxn>
                  <a:cxn ang="0">
                    <a:pos x="163" y="25"/>
                  </a:cxn>
                  <a:cxn ang="0">
                    <a:pos x="170" y="36"/>
                  </a:cxn>
                  <a:cxn ang="0">
                    <a:pos x="184" y="51"/>
                  </a:cxn>
                  <a:cxn ang="0">
                    <a:pos x="195" y="64"/>
                  </a:cxn>
                  <a:cxn ang="0">
                    <a:pos x="215" y="129"/>
                  </a:cxn>
                  <a:cxn ang="0">
                    <a:pos x="217" y="142"/>
                  </a:cxn>
                  <a:cxn ang="0">
                    <a:pos x="212" y="164"/>
                  </a:cxn>
                  <a:cxn ang="0">
                    <a:pos x="201" y="225"/>
                  </a:cxn>
                  <a:cxn ang="0">
                    <a:pos x="202" y="165"/>
                  </a:cxn>
                  <a:cxn ang="0">
                    <a:pos x="195" y="138"/>
                  </a:cxn>
                  <a:cxn ang="0">
                    <a:pos x="190" y="122"/>
                  </a:cxn>
                  <a:cxn ang="0">
                    <a:pos x="182" y="100"/>
                  </a:cxn>
                  <a:cxn ang="0">
                    <a:pos x="173" y="79"/>
                  </a:cxn>
                  <a:cxn ang="0">
                    <a:pos x="159" y="57"/>
                  </a:cxn>
                  <a:cxn ang="0">
                    <a:pos x="144" y="37"/>
                  </a:cxn>
                  <a:cxn ang="0">
                    <a:pos x="131" y="20"/>
                  </a:cxn>
                  <a:cxn ang="0">
                    <a:pos x="118" y="10"/>
                  </a:cxn>
                  <a:cxn ang="0">
                    <a:pos x="103" y="6"/>
                  </a:cxn>
                  <a:cxn ang="0">
                    <a:pos x="87" y="10"/>
                  </a:cxn>
                  <a:cxn ang="0">
                    <a:pos x="77" y="19"/>
                  </a:cxn>
                  <a:cxn ang="0">
                    <a:pos x="70" y="36"/>
                  </a:cxn>
                  <a:cxn ang="0">
                    <a:pos x="70" y="48"/>
                  </a:cxn>
                  <a:cxn ang="0">
                    <a:pos x="65" y="71"/>
                  </a:cxn>
                  <a:cxn ang="0">
                    <a:pos x="58" y="85"/>
                  </a:cxn>
                  <a:cxn ang="0">
                    <a:pos x="43" y="108"/>
                  </a:cxn>
                  <a:cxn ang="0">
                    <a:pos x="41" y="119"/>
                  </a:cxn>
                  <a:cxn ang="0">
                    <a:pos x="38" y="131"/>
                  </a:cxn>
                  <a:cxn ang="0">
                    <a:pos x="38" y="147"/>
                  </a:cxn>
                  <a:cxn ang="0">
                    <a:pos x="65" y="203"/>
                  </a:cxn>
                  <a:cxn ang="0">
                    <a:pos x="63" y="251"/>
                  </a:cxn>
                </a:cxnLst>
                <a:rect l="0" t="0" r="r" b="b"/>
                <a:pathLst>
                  <a:path w="218" h="252">
                    <a:moveTo>
                      <a:pt x="63" y="251"/>
                    </a:moveTo>
                    <a:lnTo>
                      <a:pt x="48" y="207"/>
                    </a:lnTo>
                    <a:lnTo>
                      <a:pt x="41" y="189"/>
                    </a:lnTo>
                    <a:lnTo>
                      <a:pt x="26" y="166"/>
                    </a:lnTo>
                    <a:lnTo>
                      <a:pt x="10" y="145"/>
                    </a:lnTo>
                    <a:lnTo>
                      <a:pt x="1" y="132"/>
                    </a:lnTo>
                    <a:lnTo>
                      <a:pt x="0" y="119"/>
                    </a:lnTo>
                    <a:lnTo>
                      <a:pt x="4" y="100"/>
                    </a:lnTo>
                    <a:lnTo>
                      <a:pt x="6" y="81"/>
                    </a:lnTo>
                    <a:lnTo>
                      <a:pt x="30" y="34"/>
                    </a:lnTo>
                    <a:lnTo>
                      <a:pt x="41" y="23"/>
                    </a:lnTo>
                    <a:lnTo>
                      <a:pt x="61" y="10"/>
                    </a:lnTo>
                    <a:lnTo>
                      <a:pt x="78" y="2"/>
                    </a:lnTo>
                    <a:lnTo>
                      <a:pt x="100" y="0"/>
                    </a:lnTo>
                    <a:lnTo>
                      <a:pt x="118" y="5"/>
                    </a:lnTo>
                    <a:lnTo>
                      <a:pt x="140" y="10"/>
                    </a:lnTo>
                    <a:lnTo>
                      <a:pt x="163" y="25"/>
                    </a:lnTo>
                    <a:lnTo>
                      <a:pt x="170" y="36"/>
                    </a:lnTo>
                    <a:lnTo>
                      <a:pt x="184" y="51"/>
                    </a:lnTo>
                    <a:lnTo>
                      <a:pt x="195" y="64"/>
                    </a:lnTo>
                    <a:lnTo>
                      <a:pt x="215" y="129"/>
                    </a:lnTo>
                    <a:lnTo>
                      <a:pt x="217" y="142"/>
                    </a:lnTo>
                    <a:lnTo>
                      <a:pt x="212" y="164"/>
                    </a:lnTo>
                    <a:lnTo>
                      <a:pt x="201" y="225"/>
                    </a:lnTo>
                    <a:lnTo>
                      <a:pt x="202" y="165"/>
                    </a:lnTo>
                    <a:lnTo>
                      <a:pt x="195" y="138"/>
                    </a:lnTo>
                    <a:lnTo>
                      <a:pt x="190" y="122"/>
                    </a:lnTo>
                    <a:lnTo>
                      <a:pt x="182" y="100"/>
                    </a:lnTo>
                    <a:lnTo>
                      <a:pt x="173" y="79"/>
                    </a:lnTo>
                    <a:lnTo>
                      <a:pt x="159" y="57"/>
                    </a:lnTo>
                    <a:lnTo>
                      <a:pt x="144" y="37"/>
                    </a:lnTo>
                    <a:lnTo>
                      <a:pt x="131" y="20"/>
                    </a:lnTo>
                    <a:lnTo>
                      <a:pt x="118" y="10"/>
                    </a:lnTo>
                    <a:lnTo>
                      <a:pt x="103" y="6"/>
                    </a:lnTo>
                    <a:lnTo>
                      <a:pt x="87" y="10"/>
                    </a:lnTo>
                    <a:lnTo>
                      <a:pt x="77" y="19"/>
                    </a:lnTo>
                    <a:lnTo>
                      <a:pt x="70" y="36"/>
                    </a:lnTo>
                    <a:lnTo>
                      <a:pt x="70" y="48"/>
                    </a:lnTo>
                    <a:lnTo>
                      <a:pt x="65" y="71"/>
                    </a:lnTo>
                    <a:lnTo>
                      <a:pt x="58" y="85"/>
                    </a:lnTo>
                    <a:lnTo>
                      <a:pt x="43" y="108"/>
                    </a:lnTo>
                    <a:lnTo>
                      <a:pt x="41" y="119"/>
                    </a:lnTo>
                    <a:lnTo>
                      <a:pt x="38" y="131"/>
                    </a:lnTo>
                    <a:lnTo>
                      <a:pt x="38" y="147"/>
                    </a:lnTo>
                    <a:lnTo>
                      <a:pt x="65" y="203"/>
                    </a:lnTo>
                    <a:lnTo>
                      <a:pt x="63" y="251"/>
                    </a:lnTo>
                  </a:path>
                </a:pathLst>
              </a:custGeom>
              <a:solidFill>
                <a:srgbClr val="CEDA9D"/>
              </a:solidFill>
              <a:ln w="9525" cap="rnd">
                <a:noFill/>
                <a:round/>
              </a:ln>
              <a:effectLst/>
            </p:spPr>
            <p:txBody>
              <a:bodyPr/>
              <a:lstStyle/>
              <a:p>
                <a:endParaRPr lang="zh-CN" altLang="en-US"/>
              </a:p>
            </p:txBody>
          </p:sp>
          <p:sp>
            <p:nvSpPr>
              <p:cNvPr id="1133" name="Freeform 109"/>
              <p:cNvSpPr/>
              <p:nvPr/>
            </p:nvSpPr>
            <p:spPr bwMode="ltGray">
              <a:xfrm>
                <a:off x="5495" y="3351"/>
                <a:ext cx="280" cy="366"/>
              </a:xfrm>
              <a:custGeom>
                <a:avLst/>
                <a:gdLst/>
                <a:ahLst/>
                <a:cxnLst>
                  <a:cxn ang="0">
                    <a:pos x="1" y="301"/>
                  </a:cxn>
                  <a:cxn ang="0">
                    <a:pos x="11" y="289"/>
                  </a:cxn>
                  <a:cxn ang="0">
                    <a:pos x="80" y="365"/>
                  </a:cxn>
                  <a:cxn ang="0">
                    <a:pos x="25" y="291"/>
                  </a:cxn>
                  <a:cxn ang="0">
                    <a:pos x="31" y="283"/>
                  </a:cxn>
                  <a:cxn ang="0">
                    <a:pos x="99" y="336"/>
                  </a:cxn>
                  <a:cxn ang="0">
                    <a:pos x="28" y="280"/>
                  </a:cxn>
                  <a:cxn ang="0">
                    <a:pos x="37" y="267"/>
                  </a:cxn>
                  <a:cxn ang="0">
                    <a:pos x="46" y="254"/>
                  </a:cxn>
                  <a:cxn ang="0">
                    <a:pos x="41" y="245"/>
                  </a:cxn>
                  <a:cxn ang="0">
                    <a:pos x="50" y="239"/>
                  </a:cxn>
                  <a:cxn ang="0">
                    <a:pos x="46" y="238"/>
                  </a:cxn>
                  <a:cxn ang="0">
                    <a:pos x="46" y="225"/>
                  </a:cxn>
                  <a:cxn ang="0">
                    <a:pos x="50" y="216"/>
                  </a:cxn>
                  <a:cxn ang="0">
                    <a:pos x="132" y="280"/>
                  </a:cxn>
                  <a:cxn ang="0">
                    <a:pos x="46" y="213"/>
                  </a:cxn>
                  <a:cxn ang="0">
                    <a:pos x="55" y="213"/>
                  </a:cxn>
                  <a:cxn ang="0">
                    <a:pos x="55" y="194"/>
                  </a:cxn>
                  <a:cxn ang="0">
                    <a:pos x="159" y="238"/>
                  </a:cxn>
                  <a:cxn ang="0">
                    <a:pos x="77" y="208"/>
                  </a:cxn>
                  <a:cxn ang="0">
                    <a:pos x="47" y="182"/>
                  </a:cxn>
                  <a:cxn ang="0">
                    <a:pos x="50" y="172"/>
                  </a:cxn>
                  <a:cxn ang="0">
                    <a:pos x="68" y="180"/>
                  </a:cxn>
                  <a:cxn ang="0">
                    <a:pos x="70" y="168"/>
                  </a:cxn>
                  <a:cxn ang="0">
                    <a:pos x="146" y="188"/>
                  </a:cxn>
                  <a:cxn ang="0">
                    <a:pos x="118" y="178"/>
                  </a:cxn>
                  <a:cxn ang="0">
                    <a:pos x="58" y="154"/>
                  </a:cxn>
                  <a:cxn ang="0">
                    <a:pos x="55" y="136"/>
                  </a:cxn>
                  <a:cxn ang="0">
                    <a:pos x="60" y="126"/>
                  </a:cxn>
                  <a:cxn ang="0">
                    <a:pos x="80" y="134"/>
                  </a:cxn>
                  <a:cxn ang="0">
                    <a:pos x="76" y="116"/>
                  </a:cxn>
                  <a:cxn ang="0">
                    <a:pos x="70" y="105"/>
                  </a:cxn>
                  <a:cxn ang="0">
                    <a:pos x="75" y="99"/>
                  </a:cxn>
                  <a:cxn ang="0">
                    <a:pos x="155" y="130"/>
                  </a:cxn>
                  <a:cxn ang="0">
                    <a:pos x="250" y="154"/>
                  </a:cxn>
                  <a:cxn ang="0">
                    <a:pos x="118" y="115"/>
                  </a:cxn>
                  <a:cxn ang="0">
                    <a:pos x="75" y="99"/>
                  </a:cxn>
                  <a:cxn ang="0">
                    <a:pos x="80" y="89"/>
                  </a:cxn>
                  <a:cxn ang="0">
                    <a:pos x="72" y="70"/>
                  </a:cxn>
                  <a:cxn ang="0">
                    <a:pos x="75" y="56"/>
                  </a:cxn>
                  <a:cxn ang="0">
                    <a:pos x="118" y="72"/>
                  </a:cxn>
                  <a:cxn ang="0">
                    <a:pos x="108" y="68"/>
                  </a:cxn>
                  <a:cxn ang="0">
                    <a:pos x="80" y="56"/>
                  </a:cxn>
                  <a:cxn ang="0">
                    <a:pos x="75" y="49"/>
                  </a:cxn>
                  <a:cxn ang="0">
                    <a:pos x="60" y="40"/>
                  </a:cxn>
                  <a:cxn ang="0">
                    <a:pos x="146" y="56"/>
                  </a:cxn>
                  <a:cxn ang="0">
                    <a:pos x="60" y="27"/>
                  </a:cxn>
                  <a:cxn ang="0">
                    <a:pos x="161" y="27"/>
                  </a:cxn>
                  <a:cxn ang="0">
                    <a:pos x="206" y="23"/>
                  </a:cxn>
                  <a:cxn ang="0">
                    <a:pos x="75" y="27"/>
                  </a:cxn>
                  <a:cxn ang="0">
                    <a:pos x="55" y="10"/>
                  </a:cxn>
                  <a:cxn ang="0">
                    <a:pos x="26" y="4"/>
                  </a:cxn>
                  <a:cxn ang="0">
                    <a:pos x="0" y="317"/>
                  </a:cxn>
                </a:cxnLst>
                <a:rect l="0" t="0" r="r" b="b"/>
                <a:pathLst>
                  <a:path w="280" h="366">
                    <a:moveTo>
                      <a:pt x="0" y="317"/>
                    </a:moveTo>
                    <a:lnTo>
                      <a:pt x="1" y="301"/>
                    </a:lnTo>
                    <a:lnTo>
                      <a:pt x="17" y="310"/>
                    </a:lnTo>
                    <a:lnTo>
                      <a:pt x="11" y="289"/>
                    </a:lnTo>
                    <a:lnTo>
                      <a:pt x="26" y="292"/>
                    </a:lnTo>
                    <a:lnTo>
                      <a:pt x="80" y="365"/>
                    </a:lnTo>
                    <a:lnTo>
                      <a:pt x="31" y="301"/>
                    </a:lnTo>
                    <a:lnTo>
                      <a:pt x="25" y="291"/>
                    </a:lnTo>
                    <a:lnTo>
                      <a:pt x="20" y="280"/>
                    </a:lnTo>
                    <a:lnTo>
                      <a:pt x="31" y="283"/>
                    </a:lnTo>
                    <a:lnTo>
                      <a:pt x="61" y="303"/>
                    </a:lnTo>
                    <a:lnTo>
                      <a:pt x="99" y="336"/>
                    </a:lnTo>
                    <a:lnTo>
                      <a:pt x="46" y="292"/>
                    </a:lnTo>
                    <a:lnTo>
                      <a:pt x="28" y="280"/>
                    </a:lnTo>
                    <a:lnTo>
                      <a:pt x="26" y="262"/>
                    </a:lnTo>
                    <a:lnTo>
                      <a:pt x="37" y="267"/>
                    </a:lnTo>
                    <a:lnTo>
                      <a:pt x="35" y="248"/>
                    </a:lnTo>
                    <a:lnTo>
                      <a:pt x="46" y="254"/>
                    </a:lnTo>
                    <a:lnTo>
                      <a:pt x="94" y="320"/>
                    </a:lnTo>
                    <a:lnTo>
                      <a:pt x="41" y="245"/>
                    </a:lnTo>
                    <a:lnTo>
                      <a:pt x="35" y="232"/>
                    </a:lnTo>
                    <a:lnTo>
                      <a:pt x="50" y="239"/>
                    </a:lnTo>
                    <a:lnTo>
                      <a:pt x="89" y="276"/>
                    </a:lnTo>
                    <a:lnTo>
                      <a:pt x="46" y="238"/>
                    </a:lnTo>
                    <a:lnTo>
                      <a:pt x="31" y="219"/>
                    </a:lnTo>
                    <a:lnTo>
                      <a:pt x="46" y="225"/>
                    </a:lnTo>
                    <a:lnTo>
                      <a:pt x="35" y="213"/>
                    </a:lnTo>
                    <a:lnTo>
                      <a:pt x="50" y="216"/>
                    </a:lnTo>
                    <a:lnTo>
                      <a:pt x="64" y="238"/>
                    </a:lnTo>
                    <a:lnTo>
                      <a:pt x="132" y="280"/>
                    </a:lnTo>
                    <a:lnTo>
                      <a:pt x="60" y="232"/>
                    </a:lnTo>
                    <a:lnTo>
                      <a:pt x="46" y="213"/>
                    </a:lnTo>
                    <a:lnTo>
                      <a:pt x="41" y="203"/>
                    </a:lnTo>
                    <a:lnTo>
                      <a:pt x="55" y="213"/>
                    </a:lnTo>
                    <a:lnTo>
                      <a:pt x="46" y="191"/>
                    </a:lnTo>
                    <a:lnTo>
                      <a:pt x="55" y="194"/>
                    </a:lnTo>
                    <a:lnTo>
                      <a:pt x="62" y="205"/>
                    </a:lnTo>
                    <a:lnTo>
                      <a:pt x="159" y="238"/>
                    </a:lnTo>
                    <a:lnTo>
                      <a:pt x="107" y="219"/>
                    </a:lnTo>
                    <a:lnTo>
                      <a:pt x="77" y="208"/>
                    </a:lnTo>
                    <a:lnTo>
                      <a:pt x="69" y="204"/>
                    </a:lnTo>
                    <a:lnTo>
                      <a:pt x="47" y="182"/>
                    </a:lnTo>
                    <a:lnTo>
                      <a:pt x="55" y="186"/>
                    </a:lnTo>
                    <a:lnTo>
                      <a:pt x="50" y="172"/>
                    </a:lnTo>
                    <a:lnTo>
                      <a:pt x="48" y="174"/>
                    </a:lnTo>
                    <a:lnTo>
                      <a:pt x="68" y="180"/>
                    </a:lnTo>
                    <a:lnTo>
                      <a:pt x="54" y="165"/>
                    </a:lnTo>
                    <a:lnTo>
                      <a:pt x="70" y="168"/>
                    </a:lnTo>
                    <a:lnTo>
                      <a:pt x="107" y="175"/>
                    </a:lnTo>
                    <a:lnTo>
                      <a:pt x="146" y="188"/>
                    </a:lnTo>
                    <a:lnTo>
                      <a:pt x="245" y="235"/>
                    </a:lnTo>
                    <a:lnTo>
                      <a:pt x="118" y="178"/>
                    </a:lnTo>
                    <a:lnTo>
                      <a:pt x="70" y="165"/>
                    </a:lnTo>
                    <a:lnTo>
                      <a:pt x="58" y="154"/>
                    </a:lnTo>
                    <a:lnTo>
                      <a:pt x="76" y="159"/>
                    </a:lnTo>
                    <a:lnTo>
                      <a:pt x="55" y="136"/>
                    </a:lnTo>
                    <a:lnTo>
                      <a:pt x="70" y="138"/>
                    </a:lnTo>
                    <a:lnTo>
                      <a:pt x="60" y="126"/>
                    </a:lnTo>
                    <a:lnTo>
                      <a:pt x="61" y="124"/>
                    </a:lnTo>
                    <a:lnTo>
                      <a:pt x="80" y="134"/>
                    </a:lnTo>
                    <a:lnTo>
                      <a:pt x="62" y="116"/>
                    </a:lnTo>
                    <a:lnTo>
                      <a:pt x="76" y="116"/>
                    </a:lnTo>
                    <a:lnTo>
                      <a:pt x="60" y="105"/>
                    </a:lnTo>
                    <a:lnTo>
                      <a:pt x="70" y="105"/>
                    </a:lnTo>
                    <a:lnTo>
                      <a:pt x="60" y="99"/>
                    </a:lnTo>
                    <a:lnTo>
                      <a:pt x="75" y="99"/>
                    </a:lnTo>
                    <a:lnTo>
                      <a:pt x="105" y="112"/>
                    </a:lnTo>
                    <a:lnTo>
                      <a:pt x="155" y="130"/>
                    </a:lnTo>
                    <a:lnTo>
                      <a:pt x="205" y="144"/>
                    </a:lnTo>
                    <a:lnTo>
                      <a:pt x="250" y="154"/>
                    </a:lnTo>
                    <a:lnTo>
                      <a:pt x="142" y="124"/>
                    </a:lnTo>
                    <a:lnTo>
                      <a:pt x="118" y="115"/>
                    </a:lnTo>
                    <a:lnTo>
                      <a:pt x="80" y="103"/>
                    </a:lnTo>
                    <a:lnTo>
                      <a:pt x="75" y="99"/>
                    </a:lnTo>
                    <a:lnTo>
                      <a:pt x="65" y="87"/>
                    </a:lnTo>
                    <a:lnTo>
                      <a:pt x="80" y="89"/>
                    </a:lnTo>
                    <a:lnTo>
                      <a:pt x="62" y="70"/>
                    </a:lnTo>
                    <a:lnTo>
                      <a:pt x="72" y="70"/>
                    </a:lnTo>
                    <a:lnTo>
                      <a:pt x="60" y="56"/>
                    </a:lnTo>
                    <a:lnTo>
                      <a:pt x="75" y="56"/>
                    </a:lnTo>
                    <a:lnTo>
                      <a:pt x="84" y="62"/>
                    </a:lnTo>
                    <a:lnTo>
                      <a:pt x="118" y="72"/>
                    </a:lnTo>
                    <a:lnTo>
                      <a:pt x="216" y="96"/>
                    </a:lnTo>
                    <a:lnTo>
                      <a:pt x="108" y="68"/>
                    </a:lnTo>
                    <a:lnTo>
                      <a:pt x="84" y="61"/>
                    </a:lnTo>
                    <a:lnTo>
                      <a:pt x="80" y="56"/>
                    </a:lnTo>
                    <a:lnTo>
                      <a:pt x="65" y="46"/>
                    </a:lnTo>
                    <a:lnTo>
                      <a:pt x="75" y="49"/>
                    </a:lnTo>
                    <a:lnTo>
                      <a:pt x="50" y="36"/>
                    </a:lnTo>
                    <a:lnTo>
                      <a:pt x="60" y="40"/>
                    </a:lnTo>
                    <a:lnTo>
                      <a:pt x="83" y="39"/>
                    </a:lnTo>
                    <a:lnTo>
                      <a:pt x="146" y="56"/>
                    </a:lnTo>
                    <a:lnTo>
                      <a:pt x="80" y="40"/>
                    </a:lnTo>
                    <a:lnTo>
                      <a:pt x="60" y="27"/>
                    </a:lnTo>
                    <a:lnTo>
                      <a:pt x="80" y="27"/>
                    </a:lnTo>
                    <a:lnTo>
                      <a:pt x="161" y="27"/>
                    </a:lnTo>
                    <a:lnTo>
                      <a:pt x="279" y="14"/>
                    </a:lnTo>
                    <a:lnTo>
                      <a:pt x="206" y="23"/>
                    </a:lnTo>
                    <a:lnTo>
                      <a:pt x="104" y="29"/>
                    </a:lnTo>
                    <a:lnTo>
                      <a:pt x="75" y="27"/>
                    </a:lnTo>
                    <a:lnTo>
                      <a:pt x="65" y="20"/>
                    </a:lnTo>
                    <a:lnTo>
                      <a:pt x="55" y="10"/>
                    </a:lnTo>
                    <a:lnTo>
                      <a:pt x="32" y="0"/>
                    </a:lnTo>
                    <a:lnTo>
                      <a:pt x="26" y="4"/>
                    </a:lnTo>
                    <a:lnTo>
                      <a:pt x="21" y="0"/>
                    </a:lnTo>
                    <a:lnTo>
                      <a:pt x="0" y="317"/>
                    </a:lnTo>
                  </a:path>
                </a:pathLst>
              </a:custGeom>
              <a:solidFill>
                <a:srgbClr val="CEDA9D"/>
              </a:solidFill>
              <a:ln w="9525" cap="rnd">
                <a:noFill/>
                <a:round/>
              </a:ln>
              <a:effectLst/>
            </p:spPr>
            <p:txBody>
              <a:bodyPr/>
              <a:lstStyle/>
              <a:p>
                <a:endParaRPr lang="zh-CN" altLang="en-US"/>
              </a:p>
            </p:txBody>
          </p:sp>
          <p:sp>
            <p:nvSpPr>
              <p:cNvPr id="1134" name="Freeform 110"/>
              <p:cNvSpPr/>
              <p:nvPr/>
            </p:nvSpPr>
            <p:spPr bwMode="ltGray">
              <a:xfrm>
                <a:off x="5057" y="3935"/>
                <a:ext cx="150" cy="161"/>
              </a:xfrm>
              <a:custGeom>
                <a:avLst/>
                <a:gdLst/>
                <a:ahLst/>
                <a:cxnLst>
                  <a:cxn ang="0">
                    <a:pos x="145" y="25"/>
                  </a:cxn>
                  <a:cxn ang="0">
                    <a:pos x="114" y="0"/>
                  </a:cxn>
                  <a:cxn ang="0">
                    <a:pos x="94" y="0"/>
                  </a:cxn>
                  <a:cxn ang="0">
                    <a:pos x="77" y="2"/>
                  </a:cxn>
                  <a:cxn ang="0">
                    <a:pos x="64" y="9"/>
                  </a:cxn>
                  <a:cxn ang="0">
                    <a:pos x="30" y="29"/>
                  </a:cxn>
                  <a:cxn ang="0">
                    <a:pos x="19" y="38"/>
                  </a:cxn>
                  <a:cxn ang="0">
                    <a:pos x="11" y="47"/>
                  </a:cxn>
                  <a:cxn ang="0">
                    <a:pos x="3" y="75"/>
                  </a:cxn>
                  <a:cxn ang="0">
                    <a:pos x="0" y="83"/>
                  </a:cxn>
                  <a:cxn ang="0">
                    <a:pos x="3" y="94"/>
                  </a:cxn>
                  <a:cxn ang="0">
                    <a:pos x="8" y="104"/>
                  </a:cxn>
                  <a:cxn ang="0">
                    <a:pos x="22" y="122"/>
                  </a:cxn>
                  <a:cxn ang="0">
                    <a:pos x="33" y="133"/>
                  </a:cxn>
                  <a:cxn ang="0">
                    <a:pos x="49" y="145"/>
                  </a:cxn>
                  <a:cxn ang="0">
                    <a:pos x="84" y="160"/>
                  </a:cxn>
                  <a:cxn ang="0">
                    <a:pos x="67" y="141"/>
                  </a:cxn>
                  <a:cxn ang="0">
                    <a:pos x="52" y="124"/>
                  </a:cxn>
                  <a:cxn ang="0">
                    <a:pos x="44" y="108"/>
                  </a:cxn>
                  <a:cxn ang="0">
                    <a:pos x="47" y="94"/>
                  </a:cxn>
                  <a:cxn ang="0">
                    <a:pos x="49" y="83"/>
                  </a:cxn>
                  <a:cxn ang="0">
                    <a:pos x="44" y="70"/>
                  </a:cxn>
                  <a:cxn ang="0">
                    <a:pos x="41" y="59"/>
                  </a:cxn>
                  <a:cxn ang="0">
                    <a:pos x="55" y="38"/>
                  </a:cxn>
                  <a:cxn ang="0">
                    <a:pos x="58" y="27"/>
                  </a:cxn>
                  <a:cxn ang="0">
                    <a:pos x="70" y="18"/>
                  </a:cxn>
                  <a:cxn ang="0">
                    <a:pos x="94" y="6"/>
                  </a:cxn>
                  <a:cxn ang="0">
                    <a:pos x="106" y="15"/>
                  </a:cxn>
                  <a:cxn ang="0">
                    <a:pos x="149" y="30"/>
                  </a:cxn>
                  <a:cxn ang="0">
                    <a:pos x="145" y="25"/>
                  </a:cxn>
                </a:cxnLst>
                <a:rect l="0" t="0" r="r" b="b"/>
                <a:pathLst>
                  <a:path w="150" h="161">
                    <a:moveTo>
                      <a:pt x="145" y="25"/>
                    </a:moveTo>
                    <a:lnTo>
                      <a:pt x="114" y="0"/>
                    </a:lnTo>
                    <a:lnTo>
                      <a:pt x="94" y="0"/>
                    </a:lnTo>
                    <a:lnTo>
                      <a:pt x="77" y="2"/>
                    </a:lnTo>
                    <a:lnTo>
                      <a:pt x="64" y="9"/>
                    </a:lnTo>
                    <a:lnTo>
                      <a:pt x="30" y="29"/>
                    </a:lnTo>
                    <a:lnTo>
                      <a:pt x="19" y="38"/>
                    </a:lnTo>
                    <a:lnTo>
                      <a:pt x="11" y="47"/>
                    </a:lnTo>
                    <a:lnTo>
                      <a:pt x="3" y="75"/>
                    </a:lnTo>
                    <a:lnTo>
                      <a:pt x="0" y="83"/>
                    </a:lnTo>
                    <a:lnTo>
                      <a:pt x="3" y="94"/>
                    </a:lnTo>
                    <a:lnTo>
                      <a:pt x="8" y="104"/>
                    </a:lnTo>
                    <a:lnTo>
                      <a:pt x="22" y="122"/>
                    </a:lnTo>
                    <a:lnTo>
                      <a:pt x="33" y="133"/>
                    </a:lnTo>
                    <a:lnTo>
                      <a:pt x="49" y="145"/>
                    </a:lnTo>
                    <a:lnTo>
                      <a:pt x="84" y="160"/>
                    </a:lnTo>
                    <a:lnTo>
                      <a:pt x="67" y="141"/>
                    </a:lnTo>
                    <a:lnTo>
                      <a:pt x="52" y="124"/>
                    </a:lnTo>
                    <a:lnTo>
                      <a:pt x="44" y="108"/>
                    </a:lnTo>
                    <a:lnTo>
                      <a:pt x="47" y="94"/>
                    </a:lnTo>
                    <a:lnTo>
                      <a:pt x="49" y="83"/>
                    </a:lnTo>
                    <a:lnTo>
                      <a:pt x="44" y="70"/>
                    </a:lnTo>
                    <a:lnTo>
                      <a:pt x="41" y="59"/>
                    </a:lnTo>
                    <a:lnTo>
                      <a:pt x="55" y="38"/>
                    </a:lnTo>
                    <a:lnTo>
                      <a:pt x="58" y="27"/>
                    </a:lnTo>
                    <a:lnTo>
                      <a:pt x="70" y="18"/>
                    </a:lnTo>
                    <a:lnTo>
                      <a:pt x="94" y="6"/>
                    </a:lnTo>
                    <a:lnTo>
                      <a:pt x="106" y="15"/>
                    </a:lnTo>
                    <a:lnTo>
                      <a:pt x="149" y="30"/>
                    </a:lnTo>
                    <a:lnTo>
                      <a:pt x="145" y="25"/>
                    </a:lnTo>
                  </a:path>
                </a:pathLst>
              </a:custGeom>
              <a:solidFill>
                <a:srgbClr val="CEDA9D"/>
              </a:solidFill>
              <a:ln w="9525" cap="rnd">
                <a:noFill/>
                <a:round/>
              </a:ln>
              <a:effectLst/>
            </p:spPr>
            <p:txBody>
              <a:bodyPr/>
              <a:lstStyle/>
              <a:p>
                <a:endParaRPr lang="zh-CN" altLang="en-US"/>
              </a:p>
            </p:txBody>
          </p:sp>
        </p:grpSp>
      </p:grpSp>
      <p:sp>
        <p:nvSpPr>
          <p:cNvPr id="1137" name="Rectangle 113"/>
          <p:cNvSpPr>
            <a:spLocks noGrp="1" noChangeArrowheads="1"/>
          </p:cNvSpPr>
          <p:nvPr>
            <p:ph type="title"/>
          </p:nvPr>
        </p:nvSpPr>
        <p:spPr bwMode="auto">
          <a:xfrm>
            <a:off x="685800" y="419100"/>
            <a:ext cx="7772400" cy="1143000"/>
          </a:xfrm>
          <a:prstGeom prst="rect">
            <a:avLst/>
          </a:prstGeom>
          <a:noFill/>
          <a:ln w="9525">
            <a:noFill/>
            <a:miter lim="800000"/>
          </a:ln>
          <a:effectLst/>
        </p:spPr>
        <p:txBody>
          <a:bodyPr vert="horz" wrap="square" lIns="92075" tIns="46037" rIns="92075" bIns="46037" numCol="1" anchor="ctr" anchorCtr="0" compatLnSpc="1"/>
          <a:lstStyle/>
          <a:p>
            <a:pPr lvl="0"/>
            <a:r>
              <a:rPr lang="zh-CN" altLang="en-US"/>
              <a:t>单击此处编辑母版标题样式</a:t>
            </a:r>
          </a:p>
        </p:txBody>
      </p:sp>
      <p:sp>
        <p:nvSpPr>
          <p:cNvPr id="1138" name="Rectangle 114"/>
          <p:cNvSpPr>
            <a:spLocks noGrp="1" noChangeArrowheads="1"/>
          </p:cNvSpPr>
          <p:nvPr>
            <p:ph type="body" idx="1"/>
          </p:nvPr>
        </p:nvSpPr>
        <p:spPr bwMode="auto">
          <a:xfrm>
            <a:off x="685800" y="1790700"/>
            <a:ext cx="7772400" cy="4114800"/>
          </a:xfrm>
          <a:prstGeom prst="rect">
            <a:avLst/>
          </a:prstGeom>
          <a:noFill/>
          <a:ln w="9525">
            <a:noFill/>
            <a:miter lim="800000"/>
          </a:ln>
          <a:effectLst/>
        </p:spPr>
        <p:txBody>
          <a:bodyPr vert="horz" wrap="square" lIns="92075" tIns="46037" rIns="92075" bIns="46037"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139" name="Rectangle 115"/>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none" lIns="92075" tIns="46037" rIns="92075" bIns="46037" numCol="1" anchor="ctr" anchorCtr="0" compatLnSpc="1"/>
          <a:lstStyle>
            <a:lvl1pPr>
              <a:defRPr sz="1400"/>
            </a:lvl1pPr>
          </a:lstStyle>
          <a:p>
            <a:pPr>
              <a:defRPr/>
            </a:pPr>
            <a:fld id="{02B0B4F7-AC28-4FE7-B1C0-A7ADD5E050F0}" type="datetimeFigureOut">
              <a:rPr lang="zh-CN" altLang="en-US" smtClean="0"/>
              <a:t>2021/10/22</a:t>
            </a:fld>
            <a:endParaRPr lang="zh-CN" altLang="en-US"/>
          </a:p>
        </p:txBody>
      </p:sp>
      <p:sp>
        <p:nvSpPr>
          <p:cNvPr id="1140" name="Rectangle 11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none" lIns="92075" tIns="46037" rIns="92075" bIns="46037" numCol="1" anchor="ctr" anchorCtr="0" compatLnSpc="1"/>
          <a:lstStyle>
            <a:lvl1pPr algn="ctr">
              <a:defRPr sz="1400"/>
            </a:lvl1pPr>
          </a:lstStyle>
          <a:p>
            <a:pPr>
              <a:defRPr/>
            </a:pPr>
            <a:endParaRPr lang="zh-CN" altLang="en-US"/>
          </a:p>
        </p:txBody>
      </p:sp>
      <p:sp>
        <p:nvSpPr>
          <p:cNvPr id="1141" name="Rectangle 117"/>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none" lIns="92075" tIns="46037" rIns="92075" bIns="46037" numCol="1" anchor="ctr" anchorCtr="0" compatLnSpc="1"/>
          <a:lstStyle>
            <a:lvl1pPr algn="r">
              <a:defRPr sz="1400"/>
            </a:lvl1pPr>
          </a:lstStyle>
          <a:p>
            <a:pPr>
              <a:defRPr/>
            </a:pPr>
            <a:fld id="{5F2971E3-3F4B-4EF7-8EED-270B40E509F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fade/>
  </p:transition>
  <p:txStyles>
    <p:titleStyle>
      <a:lvl1pPr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2pPr>
      <a:lvl3pPr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3pPr>
      <a:lvl4pPr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4pPr>
      <a:lvl5pPr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5pPr>
      <a:lvl6pPr marL="457200"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6pPr>
      <a:lvl7pPr marL="914400"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7pPr>
      <a:lvl8pPr marL="1371600"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8pPr>
      <a:lvl9pPr marL="1828800" algn="l" rtl="0" eaLnBrk="1" fontAlgn="base" hangingPunct="1">
        <a:spcBef>
          <a:spcPct val="0"/>
        </a:spcBef>
        <a:spcAft>
          <a:spcPct val="0"/>
        </a:spcAft>
        <a:defRPr sz="4400" i="1">
          <a:solidFill>
            <a:schemeClr val="tx2"/>
          </a:solidFill>
          <a:effectLst>
            <a:outerShdw blurRad="38100" dist="38100" dir="2700000" algn="tl">
              <a:srgbClr val="000000"/>
            </a:outerShdw>
          </a:effectLst>
          <a:latin typeface="宋体" panose="02010600030101010101" pitchFamily="2" charset="-122"/>
          <a:ea typeface="宋体" panose="02010600030101010101" pitchFamily="2" charset="-122"/>
        </a:defRPr>
      </a:lvl9pPr>
    </p:titleStyle>
    <p:bodyStyle>
      <a:lvl1pPr marL="342900" indent="-342900" algn="l" rtl="0" eaLnBrk="1" fontAlgn="base" hangingPunct="1">
        <a:spcBef>
          <a:spcPct val="20000"/>
        </a:spcBef>
        <a:spcAft>
          <a:spcPct val="0"/>
        </a:spcAft>
        <a:buClr>
          <a:schemeClr val="folHlink"/>
        </a:buClr>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accent2"/>
        </a:buClr>
        <a:buChar char="•"/>
        <a:defRPr sz="2400">
          <a:solidFill>
            <a:schemeClr val="tx1"/>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tx1"/>
          </a:solidFill>
          <a:latin typeface="+mn-lt"/>
          <a:ea typeface="+mn-ea"/>
        </a:defRPr>
      </a:lvl4pPr>
      <a:lvl5pPr marL="2057400" indent="-228600" algn="l" rtl="0" eaLnBrk="1" fontAlgn="base" hangingPunct="1">
        <a:spcBef>
          <a:spcPct val="20000"/>
        </a:spcBef>
        <a:spcAft>
          <a:spcPct val="0"/>
        </a:spcAft>
        <a:buClr>
          <a:schemeClr val="tx1"/>
        </a:buClr>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tx1"/>
        </a:buClr>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tx1"/>
        </a:buClr>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tx1"/>
        </a:buClr>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tx1"/>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44.xml"/><Relationship Id="rId7" Type="http://schemas.openxmlformats.org/officeDocument/2006/relationships/slide" Target="slide59.xml"/><Relationship Id="rId2" Type="http://schemas.openxmlformats.org/officeDocument/2006/relationships/slide" Target="slide13.xml"/><Relationship Id="rId1" Type="http://schemas.openxmlformats.org/officeDocument/2006/relationships/slideLayout" Target="../slideLayouts/slideLayout24.xml"/><Relationship Id="rId6" Type="http://schemas.openxmlformats.org/officeDocument/2006/relationships/slide" Target="slide60.xml"/><Relationship Id="rId5" Type="http://schemas.openxmlformats.org/officeDocument/2006/relationships/slide" Target="slide35.xml"/><Relationship Id="rId4" Type="http://schemas.openxmlformats.org/officeDocument/2006/relationships/slide" Target="slide5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tags" Target="../tags/tag1.xml"/><Relationship Id="rId6" Type="http://schemas.openxmlformats.org/officeDocument/2006/relationships/audio" Target="../media/audio2.wav"/><Relationship Id="rId5" Type="http://schemas.openxmlformats.org/officeDocument/2006/relationships/slide" Target="slide63.xml"/><Relationship Id="rId4" Type="http://schemas.openxmlformats.org/officeDocument/2006/relationships/audio" Target="../media/audio1.wav"/></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hyperlink" Target="../../../&#12298;&#33521;&#35821;&#24212;&#29992;&#25991;&#20889;&#20316;&#12299;&#35838;&#31243;A.ppt#-1,20,&#24187;&#28783;&#29255; 20" TargetMode="External"/><Relationship Id="rId2" Type="http://schemas.openxmlformats.org/officeDocument/2006/relationships/audio" Target="../media/audio2.wav"/><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ctrTitle" sz="quarter"/>
          </p:nvPr>
        </p:nvSpPr>
        <p:spPr>
          <a:xfrm>
            <a:off x="428596" y="285728"/>
            <a:ext cx="7772400" cy="1143000"/>
          </a:xfrm>
        </p:spPr>
        <p:txBody>
          <a:bodyPr/>
          <a:lstStyle/>
          <a:p>
            <a:pPr eaLnBrk="1" hangingPunct="1"/>
            <a:r>
              <a:rPr lang="zh-CN" altLang="en-US" dirty="0"/>
              <a:t>英语应用文写作</a:t>
            </a:r>
          </a:p>
        </p:txBody>
      </p:sp>
      <p:sp>
        <p:nvSpPr>
          <p:cNvPr id="3" name="副标题 2"/>
          <p:cNvSpPr>
            <a:spLocks noGrp="1"/>
          </p:cNvSpPr>
          <p:nvPr>
            <p:ph type="subTitle" sz="quarter" idx="1"/>
          </p:nvPr>
        </p:nvSpPr>
        <p:spPr>
          <a:xfrm>
            <a:off x="357158" y="1214422"/>
            <a:ext cx="8786842" cy="5000660"/>
          </a:xfrm>
        </p:spPr>
        <p:txBody>
          <a:bodyPr rtlCol="0">
            <a:normAutofit/>
          </a:bodyPr>
          <a:lstStyle/>
          <a:p>
            <a:pPr algn="justLow" eaLnBrk="1" fontAlgn="auto" hangingPunct="1">
              <a:spcAft>
                <a:spcPts val="0"/>
              </a:spcAft>
              <a:buFont typeface="Wingdings 2" panose="05020102010507070707"/>
              <a:buNone/>
              <a:defRPr/>
            </a:pPr>
            <a:r>
              <a:rPr lang="zh-CN" altLang="en-US" dirty="0">
                <a:solidFill>
                  <a:schemeClr val="tx1"/>
                </a:solidFill>
              </a:rPr>
              <a:t>教师  党兆颖</a:t>
            </a:r>
            <a:endParaRPr lang="en-US" altLang="zh-CN" dirty="0">
              <a:solidFill>
                <a:schemeClr val="tx1"/>
              </a:solidFill>
            </a:endParaRPr>
          </a:p>
          <a:p>
            <a:pPr algn="justLow" eaLnBrk="1" fontAlgn="auto" hangingPunct="1">
              <a:spcAft>
                <a:spcPts val="0"/>
              </a:spcAft>
              <a:buFont typeface="Wingdings 2" panose="05020102010507070707"/>
              <a:buNone/>
              <a:defRPr/>
            </a:pPr>
            <a:r>
              <a:rPr lang="zh-CN" altLang="en-US" dirty="0">
                <a:solidFill>
                  <a:schemeClr val="tx1"/>
                </a:solidFill>
              </a:rPr>
              <a:t>请加入自己所属班级</a:t>
            </a:r>
            <a:r>
              <a:rPr lang="en-US" altLang="zh-CN" dirty="0">
                <a:solidFill>
                  <a:schemeClr val="tx1"/>
                </a:solidFill>
              </a:rPr>
              <a:t>QQ</a:t>
            </a:r>
            <a:r>
              <a:rPr lang="zh-CN" altLang="en-US" dirty="0" smtClean="0">
                <a:solidFill>
                  <a:schemeClr val="tx1"/>
                </a:solidFill>
              </a:rPr>
              <a:t>群</a:t>
            </a:r>
            <a:r>
              <a:rPr lang="zh-CN" altLang="en-US" dirty="0" smtClean="0"/>
              <a:t>下载</a:t>
            </a:r>
            <a:r>
              <a:rPr lang="zh-CN" altLang="en-US" dirty="0"/>
              <a:t>英语头条（别名英语新闻），懒人英语，扇贝单词 ， </a:t>
            </a:r>
            <a:r>
              <a:rPr lang="en-US" altLang="zh-CN" dirty="0"/>
              <a:t>CNN </a:t>
            </a:r>
            <a:r>
              <a:rPr lang="zh-CN" altLang="en-US" dirty="0" smtClean="0"/>
              <a:t>英语，秒熊英语</a:t>
            </a:r>
            <a:endParaRPr lang="zh-CN" alt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dirty="0"/>
              <a:t>大家最关心的几个问题</a:t>
            </a:r>
          </a:p>
        </p:txBody>
      </p:sp>
      <p:sp>
        <p:nvSpPr>
          <p:cNvPr id="3" name="内容占位符 2"/>
          <p:cNvSpPr>
            <a:spLocks noGrp="1"/>
          </p:cNvSpPr>
          <p:nvPr>
            <p:ph idx="1"/>
          </p:nvPr>
        </p:nvSpPr>
        <p:spPr>
          <a:xfrm>
            <a:off x="714348" y="1285860"/>
            <a:ext cx="8001056" cy="5357850"/>
          </a:xfrm>
        </p:spPr>
        <p:txBody>
          <a:bodyPr/>
          <a:lstStyle/>
          <a:p>
            <a:r>
              <a:rPr lang="en-US" altLang="zh-CN" sz="1800" dirty="0"/>
              <a:t>1.</a:t>
            </a:r>
            <a:r>
              <a:rPr lang="zh-CN" altLang="en-US" sz="1800" dirty="0"/>
              <a:t>本课程难不难？</a:t>
            </a:r>
            <a:endParaRPr lang="en-US" altLang="zh-CN" sz="1800" dirty="0"/>
          </a:p>
          <a:p>
            <a:r>
              <a:rPr lang="zh-CN" altLang="en-US" sz="1800" dirty="0"/>
              <a:t>平时学习内容难，希望大家学点有用的写作技巧，但是考试简单。</a:t>
            </a:r>
            <a:endParaRPr lang="en-US" altLang="zh-CN" sz="1800" dirty="0"/>
          </a:p>
          <a:p>
            <a:r>
              <a:rPr lang="en-US" altLang="zh-CN" sz="1800" dirty="0"/>
              <a:t>2.</a:t>
            </a:r>
            <a:r>
              <a:rPr lang="zh-CN" altLang="en-US" sz="1800" dirty="0"/>
              <a:t>作业多不多？</a:t>
            </a:r>
            <a:endParaRPr lang="en-US" altLang="zh-CN" sz="1800" dirty="0"/>
          </a:p>
          <a:p>
            <a:r>
              <a:rPr lang="zh-CN" altLang="en-US" sz="1800" dirty="0"/>
              <a:t>每次课都堂上都有大作文，小作文的练习，但是都是在课堂完成。几乎没有课后书面作业。</a:t>
            </a:r>
            <a:endParaRPr lang="en-US" altLang="zh-CN" sz="1800" dirty="0"/>
          </a:p>
          <a:p>
            <a:r>
              <a:rPr lang="en-US" altLang="zh-CN" sz="1800" dirty="0"/>
              <a:t>3.</a:t>
            </a:r>
            <a:r>
              <a:rPr lang="zh-CN" altLang="en-US" sz="1800" dirty="0"/>
              <a:t>分数高不高？</a:t>
            </a:r>
            <a:endParaRPr lang="en-US" altLang="zh-CN" sz="1800" dirty="0"/>
          </a:p>
          <a:p>
            <a:r>
              <a:rPr lang="zh-CN" altLang="en-US" sz="1800" dirty="0"/>
              <a:t>大约</a:t>
            </a:r>
            <a:r>
              <a:rPr lang="en-US" altLang="zh-CN" sz="1800" dirty="0"/>
              <a:t>90</a:t>
            </a:r>
            <a:r>
              <a:rPr lang="zh-CN" altLang="en-US" sz="1800" dirty="0"/>
              <a:t>多分占百分之二十，</a:t>
            </a:r>
            <a:r>
              <a:rPr lang="en-US" altLang="zh-CN" sz="1800" dirty="0"/>
              <a:t>60</a:t>
            </a:r>
            <a:r>
              <a:rPr lang="zh-CN" altLang="en-US" sz="1800" dirty="0"/>
              <a:t>多分占百分之十，剩下</a:t>
            </a:r>
            <a:r>
              <a:rPr lang="en-US" altLang="zh-CN" sz="1800" dirty="0"/>
              <a:t>80</a:t>
            </a:r>
            <a:r>
              <a:rPr lang="zh-CN" altLang="en-US" sz="1800" dirty="0"/>
              <a:t>多分比</a:t>
            </a:r>
            <a:r>
              <a:rPr lang="en-US" altLang="zh-CN" sz="1800" dirty="0"/>
              <a:t>70</a:t>
            </a:r>
            <a:r>
              <a:rPr lang="zh-CN" altLang="en-US" sz="1800" dirty="0"/>
              <a:t>多分人数多</a:t>
            </a:r>
            <a:endParaRPr lang="en-US" altLang="zh-CN" sz="1800" dirty="0"/>
          </a:p>
          <a:p>
            <a:r>
              <a:rPr lang="en-US" altLang="zh-CN" sz="1800" dirty="0"/>
              <a:t>4.</a:t>
            </a:r>
            <a:r>
              <a:rPr lang="zh-CN" altLang="en-US" sz="1800" dirty="0"/>
              <a:t>平时分所占比例？</a:t>
            </a:r>
            <a:endParaRPr lang="en-US" altLang="zh-CN" sz="1800" dirty="0"/>
          </a:p>
          <a:p>
            <a:r>
              <a:rPr lang="zh-CN" altLang="en-US" sz="1800" dirty="0"/>
              <a:t>本课程只有期末考试。所以平时分非常重要。平时分</a:t>
            </a:r>
            <a:r>
              <a:rPr lang="en-US" altLang="zh-CN" sz="1800" dirty="0"/>
              <a:t>60%</a:t>
            </a:r>
            <a:r>
              <a:rPr lang="zh-CN" altLang="en-US" sz="1800" dirty="0"/>
              <a:t>，期末考试</a:t>
            </a:r>
            <a:r>
              <a:rPr lang="en-US" altLang="zh-CN" sz="1800" dirty="0"/>
              <a:t>40%</a:t>
            </a:r>
            <a:r>
              <a:rPr lang="zh-CN" altLang="en-US" sz="1800" dirty="0"/>
              <a:t>。所以只要你平时作业都认真完成，并且没有旷课迟到，及格是毫无问题的。</a:t>
            </a:r>
            <a:endParaRPr lang="en-US" altLang="zh-CN" sz="1800" dirty="0"/>
          </a:p>
          <a:p>
            <a:r>
              <a:rPr lang="en-US" altLang="zh-CN" sz="1800" dirty="0"/>
              <a:t>4.</a:t>
            </a:r>
            <a:r>
              <a:rPr lang="zh-CN" altLang="en-US" sz="1800" dirty="0"/>
              <a:t>学些什么内容？</a:t>
            </a:r>
            <a:endParaRPr lang="en-US" altLang="zh-CN" sz="1800" dirty="0"/>
          </a:p>
          <a:p>
            <a:r>
              <a:rPr lang="zh-CN" altLang="en-US" sz="1800" dirty="0"/>
              <a:t>各种应用文</a:t>
            </a:r>
            <a:r>
              <a:rPr lang="en-US" altLang="zh-CN" sz="1800" dirty="0"/>
              <a:t>(</a:t>
            </a:r>
            <a:r>
              <a:rPr lang="zh-CN" altLang="en-US" sz="1800" dirty="0"/>
              <a:t>求职信，入学申请，感谢信，道歉信，投诉信，收条，借条，通知，留言条，招聘启事，个人简历</a:t>
            </a:r>
            <a:r>
              <a:rPr lang="en-US" altLang="zh-CN" sz="1800" dirty="0"/>
              <a:t>)</a:t>
            </a:r>
            <a:r>
              <a:rPr lang="zh-CN" altLang="en-US" sz="1800" dirty="0"/>
              <a:t>之外，本课程兼顾学生的基本写作技能的训练，比如图表作文，议论文，说明文等其他体裁，以帮助大家提高考研作文写作水平。</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2"/>
          <p:cNvSpPr>
            <a:spLocks noGrp="1"/>
          </p:cNvSpPr>
          <p:nvPr>
            <p:ph type="title"/>
          </p:nvPr>
        </p:nvSpPr>
        <p:spPr/>
        <p:txBody>
          <a:bodyPr/>
          <a:lstStyle/>
          <a:p>
            <a:pPr eaLnBrk="1" hangingPunct="1"/>
            <a:r>
              <a:rPr lang="en-US" altLang="zh-CN" dirty="0"/>
              <a:t> </a:t>
            </a:r>
            <a:endParaRPr lang="zh-CN" altLang="en-US" dirty="0"/>
          </a:p>
        </p:txBody>
      </p:sp>
      <p:sp>
        <p:nvSpPr>
          <p:cNvPr id="2" name="内容占位符 1"/>
          <p:cNvSpPr>
            <a:spLocks noGrp="1"/>
          </p:cNvSpPr>
          <p:nvPr>
            <p:ph idx="1"/>
          </p:nvPr>
        </p:nvSpPr>
        <p:spPr>
          <a:xfrm>
            <a:off x="468312" y="1052512"/>
            <a:ext cx="8424167" cy="5400823"/>
          </a:xfrm>
        </p:spPr>
        <p:txBody>
          <a:bodyPr rtlCol="0">
            <a:normAutofit/>
          </a:bodyPr>
          <a:lstStyle/>
          <a:p>
            <a:pPr eaLnBrk="1" fontAlgn="auto" hangingPunct="1">
              <a:spcAft>
                <a:spcPts val="0"/>
              </a:spcAft>
              <a:buFont typeface="Wingdings 2" panose="05020102010507070707"/>
              <a:buChar char=""/>
              <a:defRPr/>
            </a:pPr>
            <a:r>
              <a:rPr lang="zh-CN" altLang="en-US" dirty="0"/>
              <a:t>注意：考勤旷课三分之一及以上的，取消考试资格</a:t>
            </a:r>
            <a:endParaRPr lang="en-US" altLang="zh-CN" dirty="0"/>
          </a:p>
          <a:p>
            <a:pPr eaLnBrk="1" fontAlgn="auto" hangingPunct="1">
              <a:spcAft>
                <a:spcPts val="0"/>
              </a:spcAft>
              <a:buFont typeface="Wingdings 2" panose="05020102010507070707"/>
              <a:buChar char=""/>
              <a:defRPr/>
            </a:pPr>
            <a:r>
              <a:rPr lang="zh-CN" altLang="en-US" dirty="0"/>
              <a:t>发现抄袭作文，本次作业记为零分</a:t>
            </a:r>
            <a:endParaRPr lang="en-US" altLang="zh-CN" dirty="0"/>
          </a:p>
          <a:p>
            <a:pPr eaLnBrk="1" fontAlgn="auto" hangingPunct="1">
              <a:spcAft>
                <a:spcPts val="0"/>
              </a:spcAft>
              <a:buFont typeface="Wingdings 2" panose="05020102010507070707"/>
              <a:buChar char=""/>
              <a:defRPr/>
            </a:pPr>
            <a:endParaRPr lang="zh-CN" alt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normAutofit fontScale="90000"/>
          </a:bodyPr>
          <a:lstStyle/>
          <a:p>
            <a:pPr eaLnBrk="1" fontAlgn="auto" hangingPunct="1">
              <a:spcAft>
                <a:spcPts val="0"/>
              </a:spcAft>
              <a:defRPr/>
            </a:pPr>
            <a:r>
              <a:rPr lang="zh-CN" altLang="en-US" b="1" dirty="0">
                <a:latin typeface="宋体" panose="02010600030101010101" pitchFamily="2" charset="-122"/>
                <a:ea typeface="宋体" panose="02010600030101010101" pitchFamily="2" charset="-122"/>
              </a:rPr>
              <a:t>第一讲 写作基础知识 </a:t>
            </a:r>
            <a:r>
              <a:rPr lang="en-US" altLang="zh-CN" b="1" dirty="0">
                <a:latin typeface="Times New Roman" panose="02020603050405020304" pitchFamily="18" charset="0"/>
                <a:ea typeface="楷体_GB2312" pitchFamily="49" charset="-122"/>
              </a:rPr>
              <a:t>(Basic Writing Skills)</a:t>
            </a:r>
            <a:endParaRPr lang="zh-CN" altLang="en-US" dirty="0"/>
          </a:p>
        </p:txBody>
      </p:sp>
      <p:sp>
        <p:nvSpPr>
          <p:cNvPr id="20482" name="内容占位符 1"/>
          <p:cNvSpPr>
            <a:spLocks noGrp="1"/>
          </p:cNvSpPr>
          <p:nvPr>
            <p:ph idx="1"/>
          </p:nvPr>
        </p:nvSpPr>
        <p:spPr/>
        <p:txBody>
          <a:bodyPr>
            <a:normAutofit fontScale="85000" lnSpcReduction="20000"/>
          </a:bodyPr>
          <a:lstStyle/>
          <a:p>
            <a:pPr eaLnBrk="1" hangingPunct="1"/>
            <a:r>
              <a:rPr lang="zh-CN" altLang="en-US" sz="2800" dirty="0"/>
              <a:t>英语的句子有三种：</a:t>
            </a:r>
            <a:endParaRPr lang="en-US" altLang="zh-CN" sz="2800" dirty="0"/>
          </a:p>
          <a:p>
            <a:pPr eaLnBrk="1" hangingPunct="1"/>
            <a:r>
              <a:rPr lang="zh-CN" altLang="en-US" sz="2800" dirty="0"/>
              <a:t>谁做什么  ： 主语</a:t>
            </a:r>
            <a:r>
              <a:rPr lang="en-US" altLang="zh-CN" sz="2800" dirty="0"/>
              <a:t>+</a:t>
            </a:r>
            <a:r>
              <a:rPr lang="zh-CN" altLang="en-US" sz="2800" dirty="0"/>
              <a:t>谓语</a:t>
            </a:r>
            <a:r>
              <a:rPr lang="en-US" altLang="zh-CN" sz="2800" dirty="0"/>
              <a:t>+</a:t>
            </a:r>
            <a:r>
              <a:rPr lang="zh-CN" altLang="en-US" sz="2800" dirty="0"/>
              <a:t>宾语</a:t>
            </a:r>
            <a:endParaRPr lang="en-US" altLang="zh-CN" sz="2800" dirty="0"/>
          </a:p>
          <a:p>
            <a:pPr eaLnBrk="1" hangingPunct="1"/>
            <a:r>
              <a:rPr lang="zh-CN" altLang="en-US" sz="2800" dirty="0"/>
              <a:t>谁是什么状态：主语</a:t>
            </a:r>
            <a:r>
              <a:rPr lang="en-US" altLang="zh-CN" sz="2800" dirty="0"/>
              <a:t>+</a:t>
            </a:r>
            <a:r>
              <a:rPr lang="zh-CN" altLang="en-US" sz="2800" dirty="0"/>
              <a:t>系动词</a:t>
            </a:r>
            <a:r>
              <a:rPr lang="en-US" altLang="zh-CN" sz="2800" dirty="0"/>
              <a:t>+</a:t>
            </a:r>
            <a:r>
              <a:rPr lang="zh-CN" altLang="en-US" sz="2800" dirty="0"/>
              <a:t>表语</a:t>
            </a:r>
            <a:endParaRPr lang="en-US" altLang="zh-CN" sz="2800" dirty="0"/>
          </a:p>
          <a:p>
            <a:pPr eaLnBrk="1" hangingPunct="1"/>
            <a:r>
              <a:rPr lang="zh-CN" altLang="en-US" sz="2800" dirty="0"/>
              <a:t>（常见的系动词有</a:t>
            </a:r>
            <a:r>
              <a:rPr lang="en-US" altLang="zh-CN" sz="2800" dirty="0"/>
              <a:t>: be, sound, look, feel(</a:t>
            </a:r>
            <a:r>
              <a:rPr lang="zh-CN" altLang="en-US" sz="2800" dirty="0"/>
              <a:t>摸起来，</a:t>
            </a:r>
            <a:r>
              <a:rPr lang="en-US" altLang="zh-CN" sz="2800" dirty="0"/>
              <a:t>smell, taste</a:t>
            </a:r>
            <a:r>
              <a:rPr lang="zh-CN" altLang="en-US" sz="2800" dirty="0"/>
              <a:t>（尝、吃起来）</a:t>
            </a:r>
            <a:r>
              <a:rPr lang="en-US" altLang="zh-CN" sz="2800" dirty="0"/>
              <a:t>,  remain, </a:t>
            </a:r>
          </a:p>
          <a:p>
            <a:r>
              <a:rPr lang="en-US" altLang="zh-CN" sz="2800" dirty="0"/>
              <a:t>   </a:t>
            </a:r>
            <a:r>
              <a:rPr lang="zh-CN" altLang="en-US" sz="2800" dirty="0"/>
              <a:t>句型或者特殊句型：祈使句</a:t>
            </a:r>
            <a:r>
              <a:rPr lang="en-US" altLang="zh-CN" sz="2800" dirty="0"/>
              <a:t> </a:t>
            </a:r>
            <a:r>
              <a:rPr lang="zh-CN" altLang="en-US" sz="2800" dirty="0"/>
              <a:t>，</a:t>
            </a:r>
            <a:r>
              <a:rPr lang="en-US" altLang="zh-CN" sz="2800" dirty="0"/>
              <a:t>There </a:t>
            </a:r>
            <a:r>
              <a:rPr lang="zh-CN" altLang="en-US" sz="2800" dirty="0"/>
              <a:t> </a:t>
            </a:r>
            <a:r>
              <a:rPr lang="en-US" altLang="zh-CN" sz="2800" dirty="0"/>
              <a:t>be </a:t>
            </a:r>
          </a:p>
          <a:p>
            <a:pPr eaLnBrk="1" hangingPunct="1"/>
            <a:r>
              <a:rPr lang="zh-CN" altLang="en-US" sz="2800" dirty="0"/>
              <a:t>书写英文句子的首要原则是</a:t>
            </a:r>
            <a:r>
              <a:rPr lang="zh-CN" altLang="en-US" sz="2800" b="1" u="sng" dirty="0"/>
              <a:t>结构的完整性</a:t>
            </a:r>
            <a:r>
              <a:rPr lang="zh-CN" altLang="en-US" sz="2800" dirty="0"/>
              <a:t>。</a:t>
            </a:r>
            <a:endParaRPr lang="en-US" altLang="zh-CN" sz="2800" dirty="0"/>
          </a:p>
          <a:p>
            <a:pPr eaLnBrk="1" hangingPunct="1"/>
            <a:r>
              <a:rPr lang="zh-CN" altLang="en-US" sz="2800" dirty="0"/>
              <a:t>也就是说，一个句子只能有而且必须有一个完整的主语，谓语（或系动词，表语）</a:t>
            </a:r>
            <a:endParaRPr lang="en-US" altLang="zh-CN" sz="2800" dirty="0"/>
          </a:p>
          <a:p>
            <a:pPr eaLnBrk="1" hangingPunct="1"/>
            <a:r>
              <a:rPr lang="zh-CN" altLang="en-US" sz="2800" dirty="0"/>
              <a:t>其次在主谓宾的基础上再添加状语，补语，定语，同位语等修饰成分</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a:normAutofit/>
          </a:bodyPr>
          <a:lstStyle/>
          <a:p>
            <a:pPr eaLnBrk="1" hangingPunct="1"/>
            <a:r>
              <a:rPr lang="en-US" altLang="zh-CN"/>
              <a:t>What could</a:t>
            </a:r>
            <a:r>
              <a:rPr lang="zh-CN" altLang="en-US"/>
              <a:t> </a:t>
            </a:r>
            <a:r>
              <a:rPr lang="en-US" altLang="zh-CN"/>
              <a:t>be filled in the blanks?</a:t>
            </a:r>
            <a:endParaRPr lang="zh-CN" altLang="en-US"/>
          </a:p>
        </p:txBody>
      </p:sp>
      <p:sp>
        <p:nvSpPr>
          <p:cNvPr id="21506" name="内容占位符 2"/>
          <p:cNvSpPr>
            <a:spLocks noGrp="1"/>
          </p:cNvSpPr>
          <p:nvPr>
            <p:ph idx="1"/>
          </p:nvPr>
        </p:nvSpPr>
        <p:spPr/>
        <p:txBody>
          <a:bodyPr/>
          <a:lstStyle/>
          <a:p>
            <a:pPr eaLnBrk="1" hangingPunct="1"/>
            <a:r>
              <a:rPr lang="zh-CN" altLang="en-US" u="sng" dirty="0"/>
              <a:t>（</a:t>
            </a:r>
            <a:r>
              <a:rPr lang="en-US" altLang="zh-CN" u="sng" dirty="0"/>
              <a:t>1</a:t>
            </a:r>
            <a:r>
              <a:rPr lang="zh-CN" altLang="en-US" u="sng" dirty="0"/>
              <a:t>）</a:t>
            </a:r>
            <a:r>
              <a:rPr lang="en-US" altLang="zh-CN" dirty="0"/>
              <a:t>    </a:t>
            </a:r>
            <a:r>
              <a:rPr lang="zh-CN" altLang="en-US" b="1" dirty="0"/>
              <a:t>主语</a:t>
            </a:r>
            <a:r>
              <a:rPr lang="zh-CN" altLang="en-US" b="1" u="sng" dirty="0"/>
              <a:t>（</a:t>
            </a:r>
            <a:r>
              <a:rPr lang="en-US" altLang="zh-CN" b="1" u="sng" dirty="0"/>
              <a:t>2</a:t>
            </a:r>
            <a:r>
              <a:rPr lang="zh-CN" altLang="en-US" b="1" u="sng" dirty="0"/>
              <a:t>）</a:t>
            </a:r>
            <a:r>
              <a:rPr lang="zh-CN" altLang="en-US" dirty="0"/>
              <a:t>   </a:t>
            </a:r>
            <a:r>
              <a:rPr lang="zh-CN" altLang="en-US" b="1" dirty="0"/>
              <a:t>谓</a:t>
            </a:r>
            <a:r>
              <a:rPr lang="zh-CN" altLang="en-US" b="1" u="sng" dirty="0"/>
              <a:t>语</a:t>
            </a:r>
            <a:r>
              <a:rPr lang="zh-CN" altLang="en-US" u="sng" dirty="0"/>
              <a:t> （</a:t>
            </a:r>
            <a:r>
              <a:rPr lang="en-US" altLang="zh-CN" u="sng" dirty="0"/>
              <a:t>3</a:t>
            </a:r>
            <a:r>
              <a:rPr lang="zh-CN" altLang="en-US" u="sng" dirty="0"/>
              <a:t>）  </a:t>
            </a:r>
            <a:r>
              <a:rPr lang="zh-CN" altLang="en-US" b="1" dirty="0"/>
              <a:t>宾语</a:t>
            </a:r>
            <a:r>
              <a:rPr lang="zh-CN" altLang="en-US" b="1" u="sng" dirty="0"/>
              <a:t>（</a:t>
            </a:r>
            <a:r>
              <a:rPr lang="en-US" altLang="zh-CN" b="1" u="sng" dirty="0"/>
              <a:t>4</a:t>
            </a:r>
            <a:r>
              <a:rPr lang="zh-CN" altLang="en-US" b="1" u="sng" dirty="0"/>
              <a:t>）</a:t>
            </a:r>
            <a:r>
              <a:rPr lang="en-US" altLang="zh-CN" u="sng" dirty="0"/>
              <a:t> </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a:xfrm>
            <a:off x="457200" y="274638"/>
            <a:ext cx="7931150" cy="201612"/>
          </a:xfrm>
        </p:spPr>
        <p:txBody>
          <a:bodyPr>
            <a:normAutofit fontScale="90000"/>
          </a:bodyPr>
          <a:lstStyle/>
          <a:p>
            <a:pPr eaLnBrk="1" hangingPunct="1"/>
            <a:r>
              <a:rPr lang="en-US" altLang="zh-CN"/>
              <a:t> </a:t>
            </a:r>
            <a:endParaRPr lang="zh-CN" altLang="en-US"/>
          </a:p>
        </p:txBody>
      </p:sp>
      <p:sp>
        <p:nvSpPr>
          <p:cNvPr id="22530" name="内容占位符 2"/>
          <p:cNvSpPr>
            <a:spLocks noGrp="1"/>
          </p:cNvSpPr>
          <p:nvPr>
            <p:ph idx="1"/>
          </p:nvPr>
        </p:nvSpPr>
        <p:spPr>
          <a:xfrm>
            <a:off x="468313" y="260350"/>
            <a:ext cx="8280400" cy="6121400"/>
          </a:xfrm>
        </p:spPr>
        <p:txBody>
          <a:bodyPr/>
          <a:lstStyle/>
          <a:p>
            <a:pPr eaLnBrk="1" hangingPunct="1"/>
            <a:r>
              <a:rPr lang="zh-CN" altLang="en-US" dirty="0"/>
              <a:t>（</a:t>
            </a:r>
            <a:r>
              <a:rPr lang="en-US" altLang="zh-CN" dirty="0"/>
              <a:t>1</a:t>
            </a:r>
            <a:r>
              <a:rPr lang="zh-CN" altLang="en-US" dirty="0"/>
              <a:t>）</a:t>
            </a:r>
            <a:r>
              <a:rPr lang="en-US" altLang="zh-CN" dirty="0"/>
              <a:t>    </a:t>
            </a:r>
            <a:r>
              <a:rPr lang="zh-CN" altLang="en-US" b="1" dirty="0"/>
              <a:t>主语（</a:t>
            </a:r>
            <a:r>
              <a:rPr lang="en-US" altLang="zh-CN" b="1" dirty="0"/>
              <a:t>2</a:t>
            </a:r>
            <a:r>
              <a:rPr lang="zh-CN" altLang="en-US" b="1" dirty="0"/>
              <a:t>）</a:t>
            </a:r>
            <a:r>
              <a:rPr lang="zh-CN" altLang="en-US" dirty="0"/>
              <a:t>   </a:t>
            </a:r>
            <a:r>
              <a:rPr lang="zh-CN" altLang="en-US" b="1" dirty="0"/>
              <a:t>谓语</a:t>
            </a:r>
            <a:r>
              <a:rPr lang="zh-CN" altLang="en-US" dirty="0"/>
              <a:t> （</a:t>
            </a:r>
            <a:r>
              <a:rPr lang="en-US" altLang="zh-CN" dirty="0"/>
              <a:t>3</a:t>
            </a:r>
            <a:r>
              <a:rPr lang="zh-CN" altLang="en-US" dirty="0"/>
              <a:t>）  </a:t>
            </a:r>
            <a:r>
              <a:rPr lang="zh-CN" altLang="en-US" b="1" dirty="0"/>
              <a:t>宾语（</a:t>
            </a:r>
            <a:r>
              <a:rPr lang="en-US" altLang="zh-CN" b="1" dirty="0"/>
              <a:t>4</a:t>
            </a:r>
            <a:r>
              <a:rPr lang="zh-CN" altLang="en-US" b="1" dirty="0"/>
              <a:t>）</a:t>
            </a:r>
            <a:r>
              <a:rPr lang="en-US" altLang="zh-CN" dirty="0"/>
              <a:t> </a:t>
            </a:r>
          </a:p>
          <a:p>
            <a:pPr eaLnBrk="1" hangingPunct="1"/>
            <a:r>
              <a:rPr lang="en-US" altLang="zh-CN" dirty="0"/>
              <a:t>1. </a:t>
            </a:r>
            <a:r>
              <a:rPr lang="zh-CN" altLang="en-US" dirty="0"/>
              <a:t>形容词做定语，形容词做状语，同位语，状语从句（时间，原因，条件</a:t>
            </a:r>
            <a:r>
              <a:rPr lang="en-US" altLang="zh-CN" dirty="0"/>
              <a:t>,</a:t>
            </a:r>
            <a:r>
              <a:rPr lang="zh-CN" altLang="en-US" dirty="0"/>
              <a:t>让步，比较），主语从句，</a:t>
            </a:r>
            <a:r>
              <a:rPr lang="en-US" altLang="zh-CN" dirty="0"/>
              <a:t>  </a:t>
            </a:r>
            <a:r>
              <a:rPr lang="zh-CN" altLang="en-US" dirty="0"/>
              <a:t>独立主格，现在分词，过去分词，不定式，时间状语，地点状语，方式状语，</a:t>
            </a:r>
            <a:r>
              <a:rPr lang="zh-CN" altLang="en-US"/>
              <a:t>介词</a:t>
            </a:r>
            <a:r>
              <a:rPr lang="zh-CN" altLang="en-US" smtClean="0"/>
              <a:t>短语 副词</a:t>
            </a:r>
            <a:endParaRPr lang="zh-CN" altLang="en-US" dirty="0"/>
          </a:p>
          <a:p>
            <a:pPr eaLnBrk="1" hangingPunct="1"/>
            <a:r>
              <a:rPr lang="en-US" altLang="zh-CN" dirty="0"/>
              <a:t>2. </a:t>
            </a:r>
            <a:r>
              <a:rPr lang="zh-CN" altLang="en-US" dirty="0"/>
              <a:t>同位语，后置定语，副词，定语从句，同位语从句，</a:t>
            </a:r>
            <a:endParaRPr lang="en-US" altLang="zh-CN" dirty="0"/>
          </a:p>
          <a:p>
            <a:pPr eaLnBrk="1" hangingPunct="1"/>
            <a:r>
              <a:rPr lang="en-US" altLang="zh-CN" dirty="0"/>
              <a:t>3. </a:t>
            </a:r>
            <a:r>
              <a:rPr lang="zh-CN" altLang="en-US" dirty="0"/>
              <a:t>副词 </a:t>
            </a:r>
            <a:endParaRPr lang="en-US" altLang="zh-CN" dirty="0"/>
          </a:p>
          <a:p>
            <a:pPr eaLnBrk="1" hangingPunct="1"/>
            <a:r>
              <a:rPr lang="en-US" altLang="zh-CN" dirty="0"/>
              <a:t>4. </a:t>
            </a:r>
            <a:r>
              <a:rPr lang="zh-CN" altLang="en-US" dirty="0"/>
              <a:t>定语从句，时间地点原因结果状语，或者状语从句，同位语，不定式，补语（形容词，名词）双宾语</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a:xfrm flipV="1">
            <a:off x="457200" y="0"/>
            <a:ext cx="8075613" cy="274638"/>
          </a:xfrm>
        </p:spPr>
        <p:txBody>
          <a:bodyPr>
            <a:normAutofit fontScale="90000"/>
          </a:bodyPr>
          <a:lstStyle/>
          <a:p>
            <a:pPr eaLnBrk="1" hangingPunct="1"/>
            <a:r>
              <a:rPr lang="en-US" altLang="zh-CN"/>
              <a:t> </a:t>
            </a:r>
            <a:endParaRPr lang="zh-CN" altLang="en-US"/>
          </a:p>
        </p:txBody>
      </p:sp>
      <p:sp>
        <p:nvSpPr>
          <p:cNvPr id="23554" name="内容占位符 2"/>
          <p:cNvSpPr>
            <a:spLocks noGrp="1"/>
          </p:cNvSpPr>
          <p:nvPr>
            <p:ph idx="1"/>
          </p:nvPr>
        </p:nvSpPr>
        <p:spPr>
          <a:xfrm>
            <a:off x="539750" y="333375"/>
            <a:ext cx="8208963" cy="6191250"/>
          </a:xfrm>
        </p:spPr>
        <p:txBody>
          <a:bodyPr>
            <a:normAutofit/>
          </a:bodyPr>
          <a:lstStyle/>
          <a:p>
            <a:pPr eaLnBrk="1" hangingPunct="1"/>
            <a:r>
              <a:rPr lang="zh-CN" altLang="en-US" sz="2800"/>
              <a:t>主补：  </a:t>
            </a:r>
            <a:r>
              <a:rPr lang="en-US" altLang="zh-CN" sz="2800"/>
              <a:t>He was elected monitor.        She was found singing in the next  room.   He was advised to teach the lazy boy a lesson.</a:t>
            </a:r>
          </a:p>
          <a:p>
            <a:pPr eaLnBrk="1" hangingPunct="1"/>
            <a:r>
              <a:rPr lang="zh-CN" altLang="en-US" sz="2800"/>
              <a:t>宾补： </a:t>
            </a:r>
            <a:r>
              <a:rPr lang="en-US" altLang="zh-CN" sz="2800"/>
              <a:t>We elected him monitor.  </a:t>
            </a:r>
            <a:r>
              <a:rPr lang="zh-CN" altLang="en-US" sz="2800"/>
              <a:t> </a:t>
            </a:r>
            <a:r>
              <a:rPr lang="en-US" altLang="zh-CN" sz="2800"/>
              <a:t>We all think it a pity that she didn’t come here. </a:t>
            </a:r>
            <a:r>
              <a:rPr lang="zh-CN" altLang="en-US" sz="2800"/>
              <a:t> </a:t>
            </a:r>
          </a:p>
          <a:p>
            <a:pPr eaLnBrk="1" hangingPunct="1"/>
            <a:r>
              <a:rPr lang="zh-CN" altLang="en-US" sz="2800"/>
              <a:t>      </a:t>
            </a:r>
            <a:r>
              <a:rPr lang="en-US" altLang="zh-CN" sz="2800"/>
              <a:t>We will make them happy . </a:t>
            </a:r>
            <a:r>
              <a:rPr lang="zh-CN" altLang="en-US" sz="2800"/>
              <a:t> </a:t>
            </a:r>
            <a:r>
              <a:rPr lang="en-US" altLang="zh-CN" sz="2800"/>
              <a:t>We found nobody in.      Please make yourself at home. </a:t>
            </a:r>
            <a:r>
              <a:rPr lang="zh-CN" altLang="en-US" sz="2800"/>
              <a:t> </a:t>
            </a:r>
            <a:r>
              <a:rPr lang="en-US" altLang="zh-CN" sz="2800"/>
              <a:t>Don’t let him do that. </a:t>
            </a:r>
            <a:r>
              <a:rPr lang="zh-CN" altLang="en-US" sz="2800"/>
              <a:t>            </a:t>
            </a:r>
            <a:r>
              <a:rPr lang="en-US" altLang="zh-CN" sz="2800"/>
              <a:t>Don’t keep the lights burning.  I’ll have my bike repaired. </a:t>
            </a:r>
            <a:r>
              <a:rPr lang="zh-CN" altLang="en-US" sz="2800"/>
              <a:t> </a:t>
            </a:r>
            <a:endParaRPr lang="en-US" altLang="zh-CN" sz="2800"/>
          </a:p>
          <a:p>
            <a:pPr eaLnBrk="1" hangingPunct="1"/>
            <a:r>
              <a:rPr lang="zh-CN" altLang="en-US" sz="2800"/>
              <a:t>双宾语</a:t>
            </a:r>
            <a:r>
              <a:rPr lang="en-US" altLang="zh-CN" sz="2800"/>
              <a:t>-----</a:t>
            </a:r>
            <a:r>
              <a:rPr lang="zh-CN" altLang="en-US" sz="2800"/>
              <a:t>间宾（指人）和直宾（指物）</a:t>
            </a:r>
          </a:p>
          <a:p>
            <a:pPr eaLnBrk="1" hangingPunct="1"/>
            <a:r>
              <a:rPr lang="zh-CN" altLang="en-US" sz="2800"/>
              <a:t>      </a:t>
            </a:r>
            <a:r>
              <a:rPr lang="en-US" altLang="zh-CN" sz="2800"/>
              <a:t>He gave me a book yesterday.       Give the poor man some money.</a:t>
            </a:r>
          </a:p>
          <a:p>
            <a:pPr eaLnBrk="1" hangingPunct="1"/>
            <a:endParaRPr lang="zh-CN" altLang="en-US" sz="2800"/>
          </a:p>
          <a:p>
            <a:pPr eaLnBrk="1" hangingPunct="1"/>
            <a:endParaRPr lang="zh-CN" altLang="en-US" sz="280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a:normAutofit fontScale="90000"/>
          </a:bodyPr>
          <a:lstStyle/>
          <a:p>
            <a:pPr eaLnBrk="1" hangingPunct="1"/>
            <a:r>
              <a:rPr lang="en-US" altLang="zh-CN"/>
              <a:t>What elements could</a:t>
            </a:r>
            <a:r>
              <a:rPr lang="zh-CN" altLang="en-US"/>
              <a:t> </a:t>
            </a:r>
            <a:r>
              <a:rPr lang="en-US" altLang="zh-CN"/>
              <a:t>be predictive </a:t>
            </a:r>
            <a:r>
              <a:rPr lang="zh-CN" altLang="en-US"/>
              <a:t>（表语）</a:t>
            </a:r>
            <a:r>
              <a:rPr lang="en-US" altLang="zh-CN"/>
              <a:t>?</a:t>
            </a:r>
            <a:endParaRPr lang="zh-CN" altLang="en-US"/>
          </a:p>
        </p:txBody>
      </p:sp>
      <p:sp>
        <p:nvSpPr>
          <p:cNvPr id="24578" name="内容占位符 2"/>
          <p:cNvSpPr>
            <a:spLocks noGrp="1"/>
          </p:cNvSpPr>
          <p:nvPr>
            <p:ph idx="1"/>
          </p:nvPr>
        </p:nvSpPr>
        <p:spPr/>
        <p:txBody>
          <a:bodyPr/>
          <a:lstStyle/>
          <a:p>
            <a:pPr eaLnBrk="1" hangingPunct="1"/>
            <a:r>
              <a:rPr lang="zh-CN" altLang="en-US"/>
              <a:t>主语      系动词     表语</a:t>
            </a:r>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p:txBody>
          <a:bodyPr/>
          <a:lstStyle/>
          <a:p>
            <a:pPr eaLnBrk="1" hangingPunct="1"/>
            <a:r>
              <a:rPr lang="en-US" altLang="zh-CN"/>
              <a:t> </a:t>
            </a:r>
            <a:endParaRPr lang="zh-CN" altLang="en-US"/>
          </a:p>
        </p:txBody>
      </p:sp>
      <p:sp>
        <p:nvSpPr>
          <p:cNvPr id="25602" name="内容占位符 2"/>
          <p:cNvSpPr>
            <a:spLocks noGrp="1"/>
          </p:cNvSpPr>
          <p:nvPr>
            <p:ph idx="1"/>
          </p:nvPr>
        </p:nvSpPr>
        <p:spPr>
          <a:xfrm>
            <a:off x="468313" y="188913"/>
            <a:ext cx="8280400" cy="6480175"/>
          </a:xfrm>
        </p:spPr>
        <p:txBody>
          <a:bodyPr>
            <a:normAutofit lnSpcReduction="10000"/>
          </a:bodyPr>
          <a:lstStyle/>
          <a:p>
            <a:pPr eaLnBrk="1" hangingPunct="1"/>
            <a:r>
              <a:rPr lang="zh-CN" altLang="en-US" sz="2800"/>
              <a:t>表语（</a:t>
            </a:r>
            <a:r>
              <a:rPr lang="en-US" altLang="zh-CN" sz="2800"/>
              <a:t>predicative</a:t>
            </a:r>
            <a:r>
              <a:rPr lang="zh-CN" altLang="en-US" sz="2800"/>
              <a:t>）</a:t>
            </a:r>
            <a:r>
              <a:rPr lang="en-US" altLang="zh-CN" sz="2800"/>
              <a:t>: </a:t>
            </a:r>
            <a:r>
              <a:rPr lang="zh-CN" altLang="en-US" sz="2800"/>
              <a:t>系动词之后的成分，表示主语的性质、状态和特征。</a:t>
            </a:r>
          </a:p>
          <a:p>
            <a:pPr eaLnBrk="1" hangingPunct="1"/>
            <a:r>
              <a:rPr lang="zh-CN" altLang="en-US" sz="2800"/>
              <a:t>      </a:t>
            </a:r>
            <a:r>
              <a:rPr lang="en-US" altLang="zh-CN" sz="2800"/>
              <a:t>He is a teacher.     </a:t>
            </a:r>
            <a:r>
              <a:rPr lang="zh-CN" altLang="en-US" sz="2800"/>
              <a:t>（名词）      </a:t>
            </a:r>
            <a:r>
              <a:rPr lang="en-US" altLang="zh-CN" sz="2800"/>
              <a:t>Seventy-four! You don’t look it. </a:t>
            </a:r>
            <a:r>
              <a:rPr lang="zh-CN" altLang="en-US" sz="2800"/>
              <a:t>（代词）</a:t>
            </a:r>
          </a:p>
          <a:p>
            <a:pPr eaLnBrk="1" hangingPunct="1"/>
            <a:r>
              <a:rPr lang="zh-CN" altLang="en-US" sz="2800"/>
              <a:t>      </a:t>
            </a:r>
            <a:r>
              <a:rPr lang="en-US" altLang="zh-CN" sz="2800"/>
              <a:t>Five and five is ten. </a:t>
            </a:r>
            <a:r>
              <a:rPr lang="zh-CN" altLang="en-US" sz="2800"/>
              <a:t>（数词）       </a:t>
            </a:r>
            <a:r>
              <a:rPr lang="en-US" altLang="zh-CN" sz="2800"/>
              <a:t>He is asleep.  </a:t>
            </a:r>
            <a:r>
              <a:rPr lang="zh-CN" altLang="en-US" sz="2800"/>
              <a:t>（形容词） </a:t>
            </a:r>
          </a:p>
          <a:p>
            <a:pPr eaLnBrk="1" hangingPunct="1"/>
            <a:r>
              <a:rPr lang="zh-CN" altLang="en-US" sz="2800"/>
              <a:t>      </a:t>
            </a:r>
            <a:r>
              <a:rPr lang="en-US" altLang="zh-CN" sz="2800"/>
              <a:t>His father is in.     </a:t>
            </a:r>
            <a:r>
              <a:rPr lang="zh-CN" altLang="en-US" sz="2800"/>
              <a:t>（副词）      </a:t>
            </a:r>
            <a:r>
              <a:rPr lang="en-US" altLang="zh-CN" sz="2800"/>
              <a:t>The picture is on the wall. ( </a:t>
            </a:r>
            <a:r>
              <a:rPr lang="zh-CN" altLang="en-US" sz="2800"/>
              <a:t>介词短语</a:t>
            </a:r>
            <a:r>
              <a:rPr lang="en-US" altLang="zh-CN" sz="2800"/>
              <a:t>)</a:t>
            </a:r>
          </a:p>
          <a:p>
            <a:pPr eaLnBrk="1" hangingPunct="1"/>
            <a:r>
              <a:rPr lang="en-US" altLang="zh-CN" sz="2800"/>
              <a:t>      My watch is gone / missing / lost.  </a:t>
            </a:r>
            <a:r>
              <a:rPr lang="zh-CN" altLang="en-US" sz="2800"/>
              <a:t>（形容词化的分词）</a:t>
            </a:r>
          </a:p>
          <a:p>
            <a:pPr eaLnBrk="1" hangingPunct="1"/>
            <a:r>
              <a:rPr lang="zh-CN" altLang="en-US" sz="2800"/>
              <a:t>      </a:t>
            </a:r>
            <a:r>
              <a:rPr lang="en-US" altLang="zh-CN" sz="2800"/>
              <a:t>To wear a flower is to say “I’m poor, I can’t buy a ring. </a:t>
            </a:r>
            <a:r>
              <a:rPr lang="zh-CN" altLang="en-US" sz="2800"/>
              <a:t>（不定式）</a:t>
            </a:r>
          </a:p>
          <a:p>
            <a:pPr eaLnBrk="1" hangingPunct="1"/>
            <a:r>
              <a:rPr lang="zh-CN" altLang="en-US" sz="2800"/>
              <a:t>      </a:t>
            </a:r>
            <a:r>
              <a:rPr lang="en-US" altLang="zh-CN" sz="2800"/>
              <a:t>The question is whether they will come.  </a:t>
            </a:r>
            <a:r>
              <a:rPr lang="zh-CN" altLang="en-US" sz="2800"/>
              <a:t>（表语从句）</a:t>
            </a:r>
          </a:p>
          <a:p>
            <a:pPr eaLnBrk="1" hangingPunct="1"/>
            <a:endParaRPr lang="zh-CN" altLang="en-US"/>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457200" y="274638"/>
            <a:ext cx="8002588" cy="561975"/>
          </a:xfrm>
        </p:spPr>
        <p:txBody>
          <a:bodyPr>
            <a:normAutofit fontScale="90000"/>
          </a:bodyPr>
          <a:lstStyle/>
          <a:p>
            <a:r>
              <a:rPr lang="zh-CN" altLang="en-US" sz="4000"/>
              <a:t> </a:t>
            </a:r>
          </a:p>
        </p:txBody>
      </p:sp>
      <p:sp>
        <p:nvSpPr>
          <p:cNvPr id="30722" name="Rectangle 3"/>
          <p:cNvSpPr>
            <a:spLocks noGrp="1"/>
          </p:cNvSpPr>
          <p:nvPr>
            <p:ph idx="1"/>
          </p:nvPr>
        </p:nvSpPr>
        <p:spPr>
          <a:xfrm>
            <a:off x="395288" y="549275"/>
            <a:ext cx="8291512" cy="5576888"/>
          </a:xfrm>
        </p:spPr>
        <p:txBody>
          <a:bodyPr/>
          <a:lstStyle/>
          <a:p>
            <a:pPr>
              <a:lnSpc>
                <a:spcPct val="80000"/>
              </a:lnSpc>
            </a:pPr>
            <a:r>
              <a:rPr lang="zh-CN" altLang="en-US" sz="2800" dirty="0"/>
              <a:t>练习</a:t>
            </a:r>
            <a:r>
              <a:rPr lang="en-US" altLang="zh-CN" sz="2800" dirty="0"/>
              <a:t>1 </a:t>
            </a:r>
            <a:r>
              <a:rPr lang="zh-CN" altLang="en-US" sz="2800" dirty="0"/>
              <a:t>复杂句的分析</a:t>
            </a:r>
            <a:endParaRPr lang="en-US" altLang="zh-CN" sz="2800" dirty="0"/>
          </a:p>
          <a:p>
            <a:pPr>
              <a:lnSpc>
                <a:spcPct val="80000"/>
              </a:lnSpc>
            </a:pPr>
            <a:r>
              <a:rPr lang="en-US" altLang="zh-CN" sz="2800" dirty="0"/>
              <a:t>1. Most people seem to have more bad dreams early in the night, progressing toward happier ones before awakening, suggesting that they are working through negative feelings generated during the day.</a:t>
            </a:r>
          </a:p>
          <a:p>
            <a:pPr>
              <a:lnSpc>
                <a:spcPct val="80000"/>
              </a:lnSpc>
            </a:pPr>
            <a:r>
              <a:rPr lang="en-US" altLang="zh-CN" sz="2800" dirty="0"/>
              <a:t>2. While even the modestly educated sought an elevated tone when they put pen to paper before the 1960s, even the most well regarded writing since then has sought to capture spoken English on the page.</a:t>
            </a:r>
          </a:p>
          <a:p>
            <a:pPr>
              <a:lnSpc>
                <a:spcPct val="80000"/>
              </a:lnSpc>
            </a:pPr>
            <a:r>
              <a:rPr lang="en-US" altLang="zh-CN" sz="2800" dirty="0"/>
              <a:t>3. But particularly when viewed against America’s turbulent past, today’s social indices hardly suggest a dark and deteriorating social environment. </a:t>
            </a:r>
            <a:endParaRPr lang="zh-CN" altLang="en-US" sz="28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lstStyle/>
          <a:p>
            <a:pPr eaLnBrk="1" hangingPunct="1"/>
            <a:r>
              <a:rPr lang="en-US" altLang="zh-CN" dirty="0"/>
              <a:t>Exercise 2</a:t>
            </a:r>
            <a:endParaRPr lang="zh-CN" altLang="en-US" dirty="0"/>
          </a:p>
        </p:txBody>
      </p:sp>
      <p:sp>
        <p:nvSpPr>
          <p:cNvPr id="33794" name="内容占位符 2"/>
          <p:cNvSpPr>
            <a:spLocks noGrp="1"/>
          </p:cNvSpPr>
          <p:nvPr>
            <p:ph idx="1"/>
          </p:nvPr>
        </p:nvSpPr>
        <p:spPr/>
        <p:txBody>
          <a:bodyPr/>
          <a:lstStyle/>
          <a:p>
            <a:pPr eaLnBrk="1" hangingPunct="1"/>
            <a:r>
              <a:rPr lang="en-US" altLang="zh-CN"/>
              <a:t>Write a complex sentence with at least two subordinate clauses.</a:t>
            </a:r>
            <a:endParaRPr lang="zh-CN" alt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idx="1"/>
          </p:nvPr>
        </p:nvSpPr>
        <p:spPr>
          <a:xfrm>
            <a:off x="3071802" y="1785926"/>
            <a:ext cx="5761037" cy="4032250"/>
          </a:xfrm>
        </p:spPr>
        <p:style>
          <a:lnRef idx="1">
            <a:schemeClr val="dk1"/>
          </a:lnRef>
          <a:fillRef idx="3">
            <a:schemeClr val="dk1"/>
          </a:fillRef>
          <a:effectRef idx="2">
            <a:schemeClr val="dk1"/>
          </a:effectRef>
          <a:fontRef idx="minor">
            <a:schemeClr val="lt1"/>
          </a:fontRef>
        </p:style>
        <p:txBody>
          <a:bodyPr/>
          <a:lstStyle/>
          <a:p>
            <a:pPr marL="609600" indent="-609600" eaLnBrk="1" hangingPunct="1">
              <a:lnSpc>
                <a:spcPct val="80000"/>
              </a:lnSpc>
              <a:buFontTx/>
              <a:buAutoNum type="arabicPeriod"/>
            </a:pPr>
            <a:r>
              <a:rPr lang="zh-CN" altLang="en-US" sz="2800" b="1" dirty="0">
                <a:latin typeface="楷体_GB2312" pitchFamily="49" charset="-122"/>
                <a:ea typeface="楷体_GB2312" pitchFamily="49" charset="-122"/>
                <a:hlinkClick r:id="rId2" action="ppaction://hlinksldjump"/>
              </a:rPr>
              <a:t>完整的句子</a:t>
            </a:r>
            <a:r>
              <a:rPr lang="zh-CN" altLang="en-US" sz="2800" b="1" dirty="0">
                <a:latin typeface="宋体" panose="02010600030101010101" pitchFamily="2" charset="-122"/>
                <a:hlinkClick r:id="rId2" action="ppaction://hlinksldjump"/>
              </a:rPr>
              <a:t> </a:t>
            </a:r>
            <a:r>
              <a:rPr lang="en-US" altLang="zh-CN" sz="2800" b="1" dirty="0">
                <a:latin typeface="Times New Roman" panose="02020603050405020304" pitchFamily="18" charset="0"/>
                <a:hlinkClick r:id="rId2" action="ppaction://hlinksldjump"/>
              </a:rPr>
              <a:t>(Completeness)</a:t>
            </a:r>
            <a:endParaRPr lang="en-US" altLang="zh-CN" sz="2800" b="1" dirty="0">
              <a:latin typeface="Times New Roman" panose="02020603050405020304" pitchFamily="18" charset="0"/>
            </a:endParaRPr>
          </a:p>
          <a:p>
            <a:pPr marL="609600" indent="-609600" eaLnBrk="1" hangingPunct="1">
              <a:lnSpc>
                <a:spcPct val="80000"/>
              </a:lnSpc>
              <a:buFontTx/>
              <a:buAutoNum type="arabicPeriod"/>
            </a:pPr>
            <a:endParaRPr lang="en-US" altLang="zh-CN" sz="2800" b="1" dirty="0">
              <a:solidFill>
                <a:srgbClr val="002060"/>
              </a:solidFill>
              <a:latin typeface="Times New Roman" panose="02020603050405020304" pitchFamily="18" charset="0"/>
            </a:endParaRPr>
          </a:p>
          <a:p>
            <a:pPr marL="609600" indent="-609600" eaLnBrk="1" hangingPunct="1">
              <a:lnSpc>
                <a:spcPct val="80000"/>
              </a:lnSpc>
              <a:buFontTx/>
              <a:buAutoNum type="arabicPeriod"/>
            </a:pPr>
            <a:r>
              <a:rPr lang="zh-CN" altLang="en-US" sz="2800" b="1" dirty="0">
                <a:solidFill>
                  <a:srgbClr val="002060"/>
                </a:solidFill>
                <a:latin typeface="楷体_GB2312" pitchFamily="49" charset="-122"/>
                <a:ea typeface="楷体_GB2312" pitchFamily="49" charset="-122"/>
                <a:hlinkClick r:id="rId3" action="ppaction://hlinksldjump"/>
              </a:rPr>
              <a:t>清晰的句子</a:t>
            </a:r>
            <a:r>
              <a:rPr lang="zh-CN" altLang="en-US" sz="2800" b="1" dirty="0">
                <a:solidFill>
                  <a:srgbClr val="002060"/>
                </a:solidFill>
                <a:latin typeface="宋体" panose="02010600030101010101" pitchFamily="2" charset="-122"/>
                <a:hlinkClick r:id="rId3" action="ppaction://hlinksldjump"/>
              </a:rPr>
              <a:t> </a:t>
            </a:r>
            <a:r>
              <a:rPr lang="en-US" altLang="zh-CN" sz="2800" b="1" dirty="0">
                <a:solidFill>
                  <a:srgbClr val="002060"/>
                </a:solidFill>
                <a:latin typeface="Times New Roman" panose="02020603050405020304" pitchFamily="18" charset="0"/>
                <a:hlinkClick r:id="rId3" action="ppaction://hlinksldjump"/>
              </a:rPr>
              <a:t>(Clarity)</a:t>
            </a:r>
            <a:endParaRPr lang="en-US" altLang="zh-CN" sz="2800" b="1" dirty="0">
              <a:solidFill>
                <a:srgbClr val="002060"/>
              </a:solidFill>
              <a:latin typeface="Times New Roman" panose="02020603050405020304" pitchFamily="18" charset="0"/>
            </a:endParaRPr>
          </a:p>
          <a:p>
            <a:pPr marL="609600" indent="-609600" eaLnBrk="1" hangingPunct="1">
              <a:lnSpc>
                <a:spcPct val="80000"/>
              </a:lnSpc>
              <a:buFontTx/>
              <a:buAutoNum type="arabicPeriod"/>
            </a:pPr>
            <a:endParaRPr lang="en-US" altLang="zh-CN" sz="2800" b="1" dirty="0">
              <a:solidFill>
                <a:srgbClr val="002060"/>
              </a:solidFill>
              <a:latin typeface="Times New Roman" panose="02020603050405020304" pitchFamily="18" charset="0"/>
            </a:endParaRPr>
          </a:p>
          <a:p>
            <a:pPr marL="609600" indent="-609600" eaLnBrk="1" hangingPunct="1">
              <a:lnSpc>
                <a:spcPct val="80000"/>
              </a:lnSpc>
              <a:buFontTx/>
              <a:buAutoNum type="arabicPeriod"/>
            </a:pPr>
            <a:r>
              <a:rPr lang="zh-CN" altLang="en-US" sz="2800" b="1" dirty="0">
                <a:solidFill>
                  <a:srgbClr val="002060"/>
                </a:solidFill>
                <a:latin typeface="楷体_GB2312" pitchFamily="49" charset="-122"/>
                <a:ea typeface="楷体_GB2312" pitchFamily="49" charset="-122"/>
                <a:hlinkClick r:id="rId4" action="ppaction://hlinksldjump"/>
              </a:rPr>
              <a:t>简洁的句子</a:t>
            </a:r>
            <a:r>
              <a:rPr lang="zh-CN" altLang="en-US" sz="2800" b="1" dirty="0">
                <a:solidFill>
                  <a:srgbClr val="002060"/>
                </a:solidFill>
                <a:latin typeface="宋体" panose="02010600030101010101" pitchFamily="2" charset="-122"/>
                <a:hlinkClick r:id="rId4" action="ppaction://hlinksldjump"/>
              </a:rPr>
              <a:t> </a:t>
            </a:r>
            <a:r>
              <a:rPr lang="en-US" altLang="zh-CN" sz="2800" b="1" dirty="0">
                <a:solidFill>
                  <a:srgbClr val="002060"/>
                </a:solidFill>
                <a:latin typeface="Times New Roman" panose="02020603050405020304" pitchFamily="18" charset="0"/>
                <a:hlinkClick r:id="rId4" action="ppaction://hlinksldjump"/>
              </a:rPr>
              <a:t>(Conciseness)</a:t>
            </a:r>
            <a:endParaRPr lang="en-US" altLang="zh-CN" sz="2800" b="1" dirty="0">
              <a:solidFill>
                <a:srgbClr val="002060"/>
              </a:solidFill>
              <a:latin typeface="Times New Roman" panose="02020603050405020304" pitchFamily="18" charset="0"/>
            </a:endParaRPr>
          </a:p>
          <a:p>
            <a:pPr marL="609600" indent="-609600" eaLnBrk="1" hangingPunct="1">
              <a:lnSpc>
                <a:spcPct val="80000"/>
              </a:lnSpc>
              <a:buFontTx/>
              <a:buAutoNum type="arabicPeriod"/>
            </a:pPr>
            <a:endParaRPr lang="en-US" altLang="zh-CN" sz="2800" b="1" dirty="0">
              <a:solidFill>
                <a:srgbClr val="002060"/>
              </a:solidFill>
              <a:latin typeface="Times New Roman" panose="02020603050405020304" pitchFamily="18" charset="0"/>
            </a:endParaRPr>
          </a:p>
          <a:p>
            <a:pPr marL="609600" indent="-609600" eaLnBrk="1" hangingPunct="1">
              <a:lnSpc>
                <a:spcPct val="80000"/>
              </a:lnSpc>
              <a:buFontTx/>
              <a:buAutoNum type="arabicPeriod"/>
            </a:pPr>
            <a:r>
              <a:rPr lang="zh-CN" altLang="en-US" sz="2800" b="1" dirty="0">
                <a:solidFill>
                  <a:srgbClr val="002060"/>
                </a:solidFill>
                <a:latin typeface="楷体_GB2312" pitchFamily="49" charset="-122"/>
                <a:ea typeface="楷体_GB2312" pitchFamily="49" charset="-122"/>
                <a:hlinkClick r:id="rId5" action="ppaction://hlinksldjump"/>
              </a:rPr>
              <a:t>平行结构的句子</a:t>
            </a:r>
            <a:r>
              <a:rPr lang="zh-CN" altLang="en-US" sz="2800" b="1" dirty="0">
                <a:solidFill>
                  <a:srgbClr val="002060"/>
                </a:solidFill>
                <a:latin typeface="Times New Roman" panose="02020603050405020304" pitchFamily="18" charset="0"/>
                <a:hlinkClick r:id="rId5" action="ppaction://hlinksldjump"/>
              </a:rPr>
              <a:t>（</a:t>
            </a:r>
            <a:r>
              <a:rPr lang="en-US" altLang="zh-CN" sz="2800" b="1" dirty="0">
                <a:solidFill>
                  <a:srgbClr val="002060"/>
                </a:solidFill>
                <a:latin typeface="Times New Roman" panose="02020603050405020304" pitchFamily="18" charset="0"/>
                <a:hlinkClick r:id="rId5" action="ppaction://hlinksldjump"/>
              </a:rPr>
              <a:t>Parallelism)</a:t>
            </a:r>
            <a:endParaRPr lang="en-US" altLang="zh-CN" sz="2800" b="1" dirty="0">
              <a:solidFill>
                <a:srgbClr val="002060"/>
              </a:solidFill>
              <a:latin typeface="Times New Roman" panose="02020603050405020304" pitchFamily="18" charset="0"/>
            </a:endParaRPr>
          </a:p>
          <a:p>
            <a:pPr marL="609600" indent="-609600" eaLnBrk="1" hangingPunct="1">
              <a:lnSpc>
                <a:spcPct val="80000"/>
              </a:lnSpc>
              <a:buFontTx/>
              <a:buNone/>
            </a:pPr>
            <a:r>
              <a:rPr lang="en-US" altLang="zh-CN" sz="2800" b="1" dirty="0">
                <a:solidFill>
                  <a:srgbClr val="002060"/>
                </a:solidFill>
                <a:latin typeface="宋体" panose="02010600030101010101" pitchFamily="2" charset="-122"/>
              </a:rPr>
              <a:t> </a:t>
            </a:r>
          </a:p>
          <a:p>
            <a:pPr marL="609600" indent="-609600" eaLnBrk="1" hangingPunct="1">
              <a:lnSpc>
                <a:spcPct val="80000"/>
              </a:lnSpc>
              <a:buFontTx/>
              <a:buNone/>
            </a:pPr>
            <a:r>
              <a:rPr lang="en-US" altLang="zh-CN" sz="2800" b="1" dirty="0">
                <a:solidFill>
                  <a:schemeClr val="bg1"/>
                </a:solidFill>
                <a:latin typeface="宋体" panose="02010600030101010101" pitchFamily="2" charset="-122"/>
              </a:rPr>
              <a:t>5</a:t>
            </a:r>
            <a:r>
              <a:rPr lang="en-US" altLang="zh-CN" sz="2800" b="1" dirty="0">
                <a:solidFill>
                  <a:srgbClr val="002060"/>
                </a:solidFill>
                <a:latin typeface="宋体" panose="02010600030101010101" pitchFamily="2" charset="-122"/>
              </a:rPr>
              <a:t>. </a:t>
            </a:r>
            <a:r>
              <a:rPr lang="zh-CN" altLang="en-US" sz="2800" b="1" dirty="0">
                <a:solidFill>
                  <a:srgbClr val="002060"/>
                </a:solidFill>
                <a:latin typeface="楷体_GB2312" pitchFamily="49" charset="-122"/>
                <a:ea typeface="楷体_GB2312" pitchFamily="49" charset="-122"/>
                <a:hlinkClick r:id="rId6" action="ppaction://hlinksldjump"/>
              </a:rPr>
              <a:t>灵活多变的句子</a:t>
            </a:r>
            <a:r>
              <a:rPr lang="zh-CN" altLang="en-US" sz="2800" b="1" dirty="0">
                <a:solidFill>
                  <a:srgbClr val="002060"/>
                </a:solidFill>
                <a:latin typeface="宋体" panose="02010600030101010101" pitchFamily="2" charset="-122"/>
                <a:hlinkClick r:id="rId6" action="ppaction://hlinksldjump"/>
              </a:rPr>
              <a:t> </a:t>
            </a:r>
            <a:r>
              <a:rPr lang="en-US" altLang="zh-CN" sz="2800" b="1" dirty="0">
                <a:solidFill>
                  <a:srgbClr val="002060"/>
                </a:solidFill>
                <a:latin typeface="Times New Roman" panose="02020603050405020304" pitchFamily="18" charset="0"/>
                <a:hlinkClick r:id="rId6" action="ppaction://hlinksldjump"/>
              </a:rPr>
              <a:t>(Variety</a:t>
            </a:r>
            <a:r>
              <a:rPr lang="en-US" altLang="zh-CN" sz="2400" b="1" dirty="0">
                <a:latin typeface="Times New Roman" panose="02020603050405020304" pitchFamily="18" charset="0"/>
                <a:hlinkClick r:id="rId6" action="ppaction://hlinksldjump"/>
              </a:rPr>
              <a:t>)</a:t>
            </a:r>
            <a:endParaRPr lang="en-US" altLang="zh-CN" sz="2400" b="1" dirty="0">
              <a:latin typeface="Times New Roman" panose="02020603050405020304" pitchFamily="18" charset="0"/>
            </a:endParaRPr>
          </a:p>
          <a:p>
            <a:pPr marL="609600" indent="-609600" eaLnBrk="1" hangingPunct="1">
              <a:lnSpc>
                <a:spcPct val="80000"/>
              </a:lnSpc>
              <a:buFontTx/>
              <a:buAutoNum type="arabicPeriod"/>
            </a:pPr>
            <a:endParaRPr lang="en-US" altLang="zh-CN" sz="2400" b="1" dirty="0">
              <a:latin typeface="Times New Roman" panose="02020603050405020304" pitchFamily="18" charset="0"/>
              <a:hlinkClick r:id="rId7" action="ppaction://hlinksldjump"/>
            </a:endParaRPr>
          </a:p>
          <a:p>
            <a:pPr marL="609600" indent="-609600" eaLnBrk="1" hangingPunct="1">
              <a:lnSpc>
                <a:spcPct val="80000"/>
              </a:lnSpc>
              <a:buFontTx/>
              <a:buAutoNum type="arabicPeriod"/>
            </a:pPr>
            <a:endParaRPr lang="en-US" altLang="zh-CN" sz="2000" b="1" dirty="0">
              <a:latin typeface="Times New Roman" panose="02020603050405020304" pitchFamily="18" charset="0"/>
            </a:endParaRPr>
          </a:p>
          <a:p>
            <a:pPr marL="609600" indent="-609600" eaLnBrk="1" hangingPunct="1">
              <a:lnSpc>
                <a:spcPct val="80000"/>
              </a:lnSpc>
            </a:pPr>
            <a:endParaRPr lang="en-US" altLang="zh-CN" sz="2400" b="1" dirty="0"/>
          </a:p>
        </p:txBody>
      </p:sp>
      <p:sp>
        <p:nvSpPr>
          <p:cNvPr id="5" name="页脚占位符 4"/>
          <p:cNvSpPr>
            <a:spLocks noGrp="1"/>
          </p:cNvSpPr>
          <p:nvPr>
            <p:ph type="ftr" sz="quarter" idx="11"/>
          </p:nvPr>
        </p:nvSpPr>
        <p:spPr>
          <a:xfrm>
            <a:off x="1785918" y="357166"/>
            <a:ext cx="5572164" cy="714380"/>
          </a:xfrm>
        </p:spPr>
        <p:txBody>
          <a:bodyPr/>
          <a:lstStyle/>
          <a:p>
            <a:pPr>
              <a:defRPr/>
            </a:pPr>
            <a:r>
              <a:rPr lang="zh-CN" altLang="en-US" sz="3200" b="1" dirty="0"/>
              <a:t>书写英文句子的几个原则</a:t>
            </a:r>
          </a:p>
        </p:txBody>
      </p:sp>
      <p:pic>
        <p:nvPicPr>
          <p:cNvPr id="34818" name="Picture 5" descr="0021"/>
          <p:cNvPicPr>
            <a:picLocks noChangeAspect="1" noChangeArrowheads="1"/>
          </p:cNvPicPr>
          <p:nvPr/>
        </p:nvPicPr>
        <p:blipFill>
          <a:blip r:embed="rId8" cstate="print"/>
          <a:srcRect/>
          <a:stretch>
            <a:fillRect/>
          </a:stretch>
        </p:blipFill>
        <p:spPr bwMode="auto">
          <a:xfrm>
            <a:off x="642910" y="1857364"/>
            <a:ext cx="2152650" cy="3744912"/>
          </a:xfrm>
          <a:prstGeom prst="rect">
            <a:avLst/>
          </a:prstGeom>
          <a:noFill/>
          <a:ln w="9525">
            <a:noFill/>
            <a:miter lim="800000"/>
            <a:headEnd/>
            <a:tailEnd/>
          </a:ln>
        </p:spPr>
      </p:pic>
    </p:spTree>
  </p:cSld>
  <p:clrMapOvr>
    <a:masterClrMapping/>
  </p:clrMapOvr>
  <p:transition advTm="10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idx="1"/>
          </p:nvPr>
        </p:nvSpPr>
        <p:spPr>
          <a:xfrm>
            <a:off x="468313" y="549275"/>
            <a:ext cx="7696200" cy="4937125"/>
          </a:xfrm>
        </p:spPr>
        <p:txBody>
          <a:bodyPr/>
          <a:lstStyle/>
          <a:p>
            <a:pPr marL="609600" indent="-609600" algn="justLow" eaLnBrk="1" hangingPunct="1">
              <a:buFontTx/>
              <a:buNone/>
            </a:pP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写完整的句子</a:t>
            </a:r>
            <a:r>
              <a:rPr lang="zh-CN" altLang="en-US" sz="2400" b="1" dirty="0"/>
              <a:t> </a:t>
            </a:r>
            <a:r>
              <a:rPr lang="en-US" altLang="zh-CN" sz="2400" b="1" dirty="0">
                <a:latin typeface="Times New Roman" panose="02020603050405020304" pitchFamily="18" charset="0"/>
              </a:rPr>
              <a:t>(Completeness)</a:t>
            </a:r>
          </a:p>
          <a:p>
            <a:pPr marL="609600" indent="-609600" algn="justLow" eaLnBrk="1" hangingPunct="1">
              <a:buFontTx/>
              <a:buNone/>
            </a:pPr>
            <a:r>
              <a:rPr lang="en-US" altLang="zh-CN" sz="2400" b="1" dirty="0"/>
              <a:t>      </a:t>
            </a:r>
            <a:r>
              <a:rPr lang="zh-CN" altLang="en-US" sz="2400" b="1" dirty="0"/>
              <a:t>一个完整的句子既包括结构上的完整，也包括意义上的完整。</a:t>
            </a:r>
          </a:p>
          <a:p>
            <a:pPr marL="609600" indent="-609600" algn="justLow"/>
            <a:r>
              <a:rPr lang="zh-CN" altLang="en-US" sz="2400" b="1" dirty="0">
                <a:latin typeface="楷体_GB2312" pitchFamily="49" charset="-122"/>
                <a:ea typeface="楷体_GB2312" pitchFamily="49" charset="-122"/>
              </a:rPr>
              <a:t>结构上的完整</a:t>
            </a:r>
            <a:endParaRPr lang="en-US" altLang="zh-CN" sz="2400" b="1" dirty="0">
              <a:latin typeface="楷体_GB2312" pitchFamily="49" charset="-122"/>
              <a:ea typeface="楷体_GB2312" pitchFamily="49" charset="-122"/>
            </a:endParaRPr>
          </a:p>
          <a:p>
            <a:pPr marL="609600" indent="-609600" algn="justLow"/>
            <a:r>
              <a:rPr lang="zh-CN" altLang="en-US" sz="2400" dirty="0">
                <a:latin typeface="宋体" panose="02010600030101010101" pitchFamily="2" charset="-122"/>
              </a:rPr>
              <a:t>汉语句子可以不用动词，主语也可以省略，而</a:t>
            </a:r>
            <a:r>
              <a:rPr lang="zh-CN" altLang="en-US" sz="2400" u="sng" dirty="0">
                <a:latin typeface="宋体" panose="02010600030101010101" pitchFamily="2" charset="-122"/>
              </a:rPr>
              <a:t>英语句子一般需要有主语和谓语动词才算完整</a:t>
            </a:r>
            <a:r>
              <a:rPr lang="zh-CN" altLang="en-US" sz="2400" dirty="0">
                <a:latin typeface="宋体" panose="02010600030101010101" pitchFamily="2" charset="-122"/>
              </a:rPr>
              <a:t>。再者，与汉语不同，</a:t>
            </a:r>
            <a:r>
              <a:rPr lang="zh-CN" altLang="en-US" sz="2400" b="1" u="sng" dirty="0">
                <a:latin typeface="宋体" panose="02010600030101010101" pitchFamily="2" charset="-122"/>
              </a:rPr>
              <a:t>英语句子中及物动词的宾语不能省略</a:t>
            </a:r>
            <a:r>
              <a:rPr lang="zh-CN" altLang="en-US" sz="2400" dirty="0">
                <a:latin typeface="宋体" panose="02010600030101010101" pitchFamily="2" charset="-122"/>
              </a:rPr>
              <a:t>。我们还可以用</a:t>
            </a:r>
            <a:r>
              <a:rPr lang="en-US" altLang="zh-CN" sz="2400" dirty="0">
                <a:latin typeface="Times New Roman" panose="02020603050405020304" pitchFamily="18" charset="0"/>
              </a:rPr>
              <a:t>that</a:t>
            </a:r>
            <a:r>
              <a:rPr lang="zh-CN" altLang="en-US" sz="2400" dirty="0">
                <a:latin typeface="Times New Roman" panose="02020603050405020304" pitchFamily="18" charset="0"/>
              </a:rPr>
              <a:t>、</a:t>
            </a:r>
            <a:r>
              <a:rPr lang="en-US" altLang="zh-CN" sz="2400" dirty="0">
                <a:latin typeface="Times New Roman" panose="02020603050405020304" pitchFamily="18" charset="0"/>
              </a:rPr>
              <a:t>who</a:t>
            </a:r>
            <a:r>
              <a:rPr lang="zh-CN" altLang="en-US" sz="2400" dirty="0">
                <a:latin typeface="宋体" panose="02010600030101010101" pitchFamily="2" charset="-122"/>
              </a:rPr>
              <a:t>或</a:t>
            </a:r>
            <a:r>
              <a:rPr lang="en-US" altLang="zh-CN" sz="2400" dirty="0">
                <a:latin typeface="Times New Roman" panose="02020603050405020304" pitchFamily="18" charset="0"/>
              </a:rPr>
              <a:t>because</a:t>
            </a:r>
            <a:r>
              <a:rPr lang="zh-CN" altLang="en-US" sz="2400" dirty="0">
                <a:latin typeface="Times New Roman" panose="02020603050405020304" pitchFamily="18" charset="0"/>
              </a:rPr>
              <a:t>等关联词</a:t>
            </a:r>
            <a:r>
              <a:rPr lang="zh-CN" altLang="en-US" sz="2400" dirty="0">
                <a:latin typeface="宋体" panose="02010600030101010101" pitchFamily="2" charset="-122"/>
              </a:rPr>
              <a:t>词把简单句连在一起，组成复合句。例如：</a:t>
            </a:r>
          </a:p>
          <a:p>
            <a:pPr marL="609600" indent="-609600" algn="justLow"/>
            <a:endParaRPr lang="zh-CN" altLang="en-US" sz="2400" b="1" dirty="0">
              <a:latin typeface="楷体_GB2312" pitchFamily="49" charset="-122"/>
              <a:ea typeface="楷体_GB2312" pitchFamily="49" charset="-122"/>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a:xfrm>
            <a:off x="468313" y="404813"/>
            <a:ext cx="8129587" cy="831850"/>
          </a:xfrm>
        </p:spPr>
        <p:txBody>
          <a:bodyPr rtlCol="0">
            <a:normAutofit fontScale="90000"/>
          </a:bodyPr>
          <a:lstStyle/>
          <a:p>
            <a:pPr eaLnBrk="1" fontAlgn="auto" hangingPunct="1">
              <a:spcAft>
                <a:spcPts val="0"/>
              </a:spcAft>
              <a:defRPr/>
            </a:pPr>
            <a:r>
              <a:rPr lang="en-US" altLang="zh-CN" dirty="0">
                <a:latin typeface="Times New Roman" panose="02020603050405020304" pitchFamily="18" charset="0"/>
              </a:rPr>
              <a:t/>
            </a:r>
            <a:br>
              <a:rPr lang="en-US" altLang="zh-CN" dirty="0">
                <a:latin typeface="Times New Roman" panose="02020603050405020304" pitchFamily="18" charset="0"/>
              </a:rPr>
            </a:br>
            <a:r>
              <a:rPr lang="en-US" altLang="zh-CN" sz="3200" b="1" dirty="0">
                <a:latin typeface="Times New Roman" panose="02020603050405020304" pitchFamily="18" charset="0"/>
                <a:ea typeface="华文新魏" panose="02010800040101010101" pitchFamily="2" charset="-122"/>
              </a:rPr>
              <a:t>Sentence Completeness</a:t>
            </a:r>
          </a:p>
        </p:txBody>
      </p:sp>
      <p:sp>
        <p:nvSpPr>
          <p:cNvPr id="552963" name="Rectangle 3"/>
          <p:cNvSpPr>
            <a:spLocks noGrp="1" noChangeArrowheads="1"/>
          </p:cNvSpPr>
          <p:nvPr>
            <p:ph idx="1"/>
          </p:nvPr>
        </p:nvSpPr>
        <p:spPr>
          <a:xfrm>
            <a:off x="571472" y="1643050"/>
            <a:ext cx="7902575" cy="609600"/>
          </a:xfrm>
        </p:spPr>
        <p:txBody>
          <a:bodyPr/>
          <a:lstStyle/>
          <a:p>
            <a:pPr algn="just" eaLnBrk="1" hangingPunct="1">
              <a:buFontTx/>
              <a:buNone/>
            </a:pPr>
            <a:r>
              <a:rPr lang="en-US" altLang="zh-CN" sz="2800" i="1" dirty="0">
                <a:solidFill>
                  <a:srgbClr val="CC6600"/>
                </a:solidFill>
              </a:rPr>
              <a:t>              Wrong</a:t>
            </a:r>
            <a:r>
              <a:rPr lang="en-US" altLang="zh-CN" sz="2800" dirty="0">
                <a:solidFill>
                  <a:srgbClr val="CC6600"/>
                </a:solidFill>
              </a:rPr>
              <a:t>:</a:t>
            </a:r>
            <a:r>
              <a:rPr lang="en-US" altLang="zh-CN" sz="2800" dirty="0"/>
              <a:t> </a:t>
            </a:r>
            <a:r>
              <a:rPr lang="en-US" altLang="zh-CN" sz="2400" b="1" dirty="0">
                <a:latin typeface="Times New Roman" panose="02020603050405020304" pitchFamily="18" charset="0"/>
              </a:rPr>
              <a:t>My name Helen</a:t>
            </a:r>
            <a:r>
              <a:rPr lang="en-US" altLang="zh-CN" sz="2800" dirty="0">
                <a:latin typeface="Times New Roman" panose="02020603050405020304" pitchFamily="18" charset="0"/>
              </a:rPr>
              <a:t>.</a:t>
            </a:r>
            <a:r>
              <a:rPr lang="en-US" altLang="zh-CN" sz="2800" dirty="0">
                <a:latin typeface="Arial" panose="020B0604020202020204" pitchFamily="34" charset="0"/>
              </a:rPr>
              <a:t> </a:t>
            </a:r>
            <a:endParaRPr lang="en-US" altLang="zh-CN" sz="2800" dirty="0"/>
          </a:p>
        </p:txBody>
      </p:sp>
      <p:sp>
        <p:nvSpPr>
          <p:cNvPr id="11"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52965" name="Text Box 5"/>
          <p:cNvSpPr txBox="1">
            <a:spLocks noChangeArrowheads="1"/>
          </p:cNvSpPr>
          <p:nvPr/>
        </p:nvSpPr>
        <p:spPr bwMode="auto">
          <a:xfrm>
            <a:off x="539750" y="1341438"/>
            <a:ext cx="8077200" cy="525401"/>
          </a:xfrm>
          <a:prstGeom prst="rect">
            <a:avLst/>
          </a:prstGeom>
          <a:noFill/>
          <a:ln w="9525">
            <a:noFill/>
            <a:miter lim="800000"/>
          </a:ln>
        </p:spPr>
        <p:txBody>
          <a:bodyPr lIns="90000" tIns="46800" rIns="90000" bIns="46800">
            <a:spAutoFit/>
          </a:bodyPr>
          <a:lstStyle/>
          <a:p>
            <a:pPr fontAlgn="ctr">
              <a:spcBef>
                <a:spcPct val="50000"/>
              </a:spcBef>
              <a:buSzPct val="70000"/>
            </a:pPr>
            <a:r>
              <a:rPr lang="en-US" altLang="zh-CN" dirty="0">
                <a:solidFill>
                  <a:srgbClr val="000066"/>
                </a:solidFill>
                <a:latin typeface="Times New Roman" panose="02020603050405020304" pitchFamily="18" charset="0"/>
                <a:ea typeface="楷体_GB2312" pitchFamily="49" charset="-122"/>
              </a:rPr>
              <a:t>        </a:t>
            </a:r>
            <a:endParaRPr lang="zh-CN" altLang="en-US" sz="2800" dirty="0">
              <a:latin typeface="宋体" panose="02010600030101010101" pitchFamily="2" charset="-122"/>
            </a:endParaRPr>
          </a:p>
        </p:txBody>
      </p:sp>
      <p:sp>
        <p:nvSpPr>
          <p:cNvPr id="552966" name="Text Box 6"/>
          <p:cNvSpPr txBox="1">
            <a:spLocks noChangeArrowheads="1"/>
          </p:cNvSpPr>
          <p:nvPr/>
        </p:nvSpPr>
        <p:spPr bwMode="auto">
          <a:xfrm>
            <a:off x="357158" y="3000372"/>
            <a:ext cx="8153400" cy="476250"/>
          </a:xfrm>
          <a:prstGeom prst="rect">
            <a:avLst/>
          </a:prstGeom>
          <a:noFill/>
          <a:ln w="9525">
            <a:noFill/>
            <a:miter lim="800000"/>
          </a:ln>
        </p:spPr>
        <p:txBody>
          <a:bodyPr lIns="90000" tIns="46800" rIns="90000" bIns="46800">
            <a:spAutoFit/>
          </a:bodyPr>
          <a:lstStyle/>
          <a:p>
            <a:pPr algn="just">
              <a:lnSpc>
                <a:spcPct val="90000"/>
              </a:lnSpc>
              <a:spcBef>
                <a:spcPct val="20000"/>
              </a:spcBef>
              <a:buSzPct val="70000"/>
            </a:pPr>
            <a:r>
              <a:rPr lang="en-US" altLang="zh-CN" sz="2800" b="1" i="1" dirty="0">
                <a:solidFill>
                  <a:srgbClr val="CC6600"/>
                </a:solidFill>
                <a:latin typeface="Times New Roman" panose="02020603050405020304" pitchFamily="18" charset="0"/>
              </a:rPr>
              <a:t>              Wrong</a:t>
            </a:r>
            <a:r>
              <a:rPr lang="en-US" altLang="zh-CN" sz="2800" b="1" dirty="0">
                <a:solidFill>
                  <a:srgbClr val="CC6600"/>
                </a:solidFill>
                <a:latin typeface="Times New Roman" panose="02020603050405020304" pitchFamily="18" charset="0"/>
              </a:rPr>
              <a:t>:</a:t>
            </a:r>
            <a:r>
              <a:rPr lang="en-US" altLang="zh-CN" sz="2800" b="1" dirty="0">
                <a:latin typeface="Times New Roman" panose="02020603050405020304" pitchFamily="18" charset="0"/>
              </a:rPr>
              <a:t> </a:t>
            </a:r>
            <a:r>
              <a:rPr lang="en-US" altLang="zh-CN" b="1" dirty="0">
                <a:solidFill>
                  <a:srgbClr val="000066"/>
                </a:solidFill>
                <a:latin typeface="Times New Roman" panose="02020603050405020304" pitchFamily="18" charset="0"/>
                <a:ea typeface="楷体_GB2312" pitchFamily="49" charset="-122"/>
              </a:rPr>
              <a:t>They eat rice, and we eat, too.</a:t>
            </a:r>
          </a:p>
        </p:txBody>
      </p:sp>
      <p:sp>
        <p:nvSpPr>
          <p:cNvPr id="552967" name="Text Box 7"/>
          <p:cNvSpPr txBox="1">
            <a:spLocks noChangeArrowheads="1"/>
          </p:cNvSpPr>
          <p:nvPr/>
        </p:nvSpPr>
        <p:spPr bwMode="auto">
          <a:xfrm>
            <a:off x="214282" y="2285992"/>
            <a:ext cx="8077200" cy="519112"/>
          </a:xfrm>
          <a:prstGeom prst="rect">
            <a:avLst/>
          </a:prstGeom>
          <a:noFill/>
          <a:ln w="9525">
            <a:noFill/>
            <a:miter lim="800000"/>
          </a:ln>
        </p:spPr>
        <p:txBody>
          <a:bodyPr lIns="90000" tIns="46800" rIns="90000" bIns="46800">
            <a:spAutoFit/>
          </a:bodyPr>
          <a:lstStyle/>
          <a:p>
            <a:pPr fontAlgn="ctr">
              <a:spcBef>
                <a:spcPct val="50000"/>
              </a:spcBef>
              <a:buSzPct val="70000"/>
            </a:pPr>
            <a:r>
              <a:rPr lang="en-US" altLang="zh-CN" sz="2800" b="1" i="1" dirty="0">
                <a:solidFill>
                  <a:srgbClr val="333399"/>
                </a:solidFill>
                <a:latin typeface="Times New Roman" panose="02020603050405020304" pitchFamily="18" charset="0"/>
              </a:rPr>
              <a:t>                Correct</a:t>
            </a:r>
            <a:r>
              <a:rPr lang="en-US" altLang="zh-CN" sz="2800" b="1" dirty="0">
                <a:solidFill>
                  <a:srgbClr val="333399"/>
                </a:solidFill>
                <a:latin typeface="Times New Roman" panose="02020603050405020304" pitchFamily="18" charset="0"/>
              </a:rPr>
              <a:t>: </a:t>
            </a:r>
            <a:r>
              <a:rPr lang="en-US" altLang="zh-CN" b="1" dirty="0">
                <a:solidFill>
                  <a:srgbClr val="000066"/>
                </a:solidFill>
                <a:latin typeface="Times New Roman" panose="02020603050405020304" pitchFamily="18" charset="0"/>
                <a:ea typeface="楷体_GB2312" pitchFamily="49" charset="-122"/>
              </a:rPr>
              <a:t>My name</a:t>
            </a:r>
            <a:r>
              <a:rPr lang="en-US" altLang="zh-CN" sz="2800" b="1" dirty="0">
                <a:solidFill>
                  <a:srgbClr val="333399"/>
                </a:solidFill>
                <a:latin typeface="Times New Roman" panose="02020603050405020304" pitchFamily="18" charset="0"/>
              </a:rPr>
              <a:t> </a:t>
            </a:r>
            <a:r>
              <a:rPr lang="en-US" altLang="zh-CN" sz="2800" b="1" dirty="0">
                <a:solidFill>
                  <a:srgbClr val="CC6600"/>
                </a:solidFill>
                <a:latin typeface="Times New Roman" panose="02020603050405020304" pitchFamily="18" charset="0"/>
              </a:rPr>
              <a:t>is</a:t>
            </a:r>
            <a:r>
              <a:rPr lang="en-US" altLang="zh-CN" sz="2800" b="1" dirty="0">
                <a:solidFill>
                  <a:srgbClr val="333399"/>
                </a:solidFill>
                <a:latin typeface="Times New Roman" panose="02020603050405020304" pitchFamily="18" charset="0"/>
              </a:rPr>
              <a:t> </a:t>
            </a:r>
            <a:r>
              <a:rPr lang="en-US" altLang="zh-CN" b="1" dirty="0">
                <a:latin typeface="Times New Roman" panose="02020603050405020304" pitchFamily="18" charset="0"/>
                <a:ea typeface="楷体_GB2312" pitchFamily="49" charset="-122"/>
              </a:rPr>
              <a:t>Helen</a:t>
            </a:r>
            <a:r>
              <a:rPr lang="en-US" altLang="zh-CN" b="1" dirty="0">
                <a:solidFill>
                  <a:srgbClr val="000066"/>
                </a:solidFill>
                <a:latin typeface="Times New Roman" panose="02020603050405020304" pitchFamily="18" charset="0"/>
                <a:ea typeface="楷体_GB2312" pitchFamily="49" charset="-122"/>
              </a:rPr>
              <a:t>.</a:t>
            </a:r>
          </a:p>
        </p:txBody>
      </p:sp>
      <p:sp>
        <p:nvSpPr>
          <p:cNvPr id="552968" name="Text Box 8"/>
          <p:cNvSpPr txBox="1">
            <a:spLocks noChangeArrowheads="1"/>
          </p:cNvSpPr>
          <p:nvPr/>
        </p:nvSpPr>
        <p:spPr bwMode="auto">
          <a:xfrm>
            <a:off x="1500166" y="3643314"/>
            <a:ext cx="8229600" cy="476250"/>
          </a:xfrm>
          <a:prstGeom prst="rect">
            <a:avLst/>
          </a:prstGeom>
          <a:noFill/>
          <a:ln w="9525">
            <a:noFill/>
            <a:miter lim="800000"/>
          </a:ln>
        </p:spPr>
        <p:txBody>
          <a:bodyPr lIns="90000" tIns="46800" rIns="90000" bIns="46800">
            <a:spAutoFit/>
          </a:bodyPr>
          <a:lstStyle/>
          <a:p>
            <a:pPr>
              <a:lnSpc>
                <a:spcPct val="90000"/>
              </a:lnSpc>
              <a:spcBef>
                <a:spcPct val="20000"/>
              </a:spcBef>
              <a:buSzPct val="70000"/>
            </a:pPr>
            <a:r>
              <a:rPr lang="en-US" altLang="zh-CN" sz="2800" b="1" i="1" dirty="0">
                <a:solidFill>
                  <a:srgbClr val="333399"/>
                </a:solidFill>
                <a:latin typeface="Times New Roman" panose="02020603050405020304" pitchFamily="18" charset="0"/>
              </a:rPr>
              <a:t>Correct</a:t>
            </a:r>
            <a:r>
              <a:rPr lang="en-US" altLang="zh-CN" sz="2800" b="1" dirty="0">
                <a:solidFill>
                  <a:srgbClr val="333399"/>
                </a:solidFill>
                <a:latin typeface="Times New Roman" panose="02020603050405020304" pitchFamily="18" charset="0"/>
              </a:rPr>
              <a:t>: </a:t>
            </a:r>
            <a:r>
              <a:rPr lang="en-US" altLang="zh-CN" b="1" dirty="0">
                <a:solidFill>
                  <a:srgbClr val="000066"/>
                </a:solidFill>
                <a:latin typeface="Times New Roman" panose="02020603050405020304" pitchFamily="18" charset="0"/>
                <a:ea typeface="楷体_GB2312" pitchFamily="49" charset="-122"/>
              </a:rPr>
              <a:t>They eat rice, and we</a:t>
            </a:r>
            <a:r>
              <a:rPr lang="en-US" altLang="zh-CN" sz="2800" b="1" dirty="0">
                <a:solidFill>
                  <a:srgbClr val="333399"/>
                </a:solidFill>
                <a:latin typeface="Times New Roman" panose="02020603050405020304" pitchFamily="18" charset="0"/>
              </a:rPr>
              <a:t> </a:t>
            </a:r>
            <a:r>
              <a:rPr lang="en-US" altLang="zh-CN" sz="2800" b="1" dirty="0">
                <a:solidFill>
                  <a:srgbClr val="CC6600"/>
                </a:solidFill>
                <a:latin typeface="Times New Roman" panose="02020603050405020304" pitchFamily="18" charset="0"/>
              </a:rPr>
              <a:t>eat rice</a:t>
            </a:r>
            <a:r>
              <a:rPr lang="en-US" altLang="zh-CN" b="1" dirty="0">
                <a:solidFill>
                  <a:srgbClr val="000066"/>
                </a:solidFill>
                <a:latin typeface="Times New Roman" panose="02020603050405020304" pitchFamily="18" charset="0"/>
                <a:ea typeface="楷体_GB2312" pitchFamily="49" charset="-122"/>
              </a:rPr>
              <a:t>,</a:t>
            </a:r>
            <a:r>
              <a:rPr lang="en-US" altLang="zh-CN" sz="2800" b="1" dirty="0">
                <a:solidFill>
                  <a:srgbClr val="333399"/>
                </a:solidFill>
                <a:latin typeface="Times New Roman" panose="02020603050405020304" pitchFamily="18" charset="0"/>
              </a:rPr>
              <a:t> </a:t>
            </a:r>
            <a:r>
              <a:rPr lang="en-US" altLang="zh-CN" b="1" dirty="0">
                <a:solidFill>
                  <a:srgbClr val="000066"/>
                </a:solidFill>
                <a:latin typeface="Times New Roman" panose="02020603050405020304" pitchFamily="18" charset="0"/>
                <a:ea typeface="楷体_GB2312" pitchFamily="49" charset="-122"/>
              </a:rPr>
              <a:t>too.</a:t>
            </a:r>
          </a:p>
        </p:txBody>
      </p:sp>
      <p:sp>
        <p:nvSpPr>
          <p:cNvPr id="552969" name="AutoShape 9">
            <a:hlinkClick r:id="rId5" action="ppaction://hlinksldjump" highlightClick="1">
              <a:snd r:embed="rId6" name="click.wav"/>
            </a:hlinkClick>
          </p:cNvPr>
          <p:cNvSpPr>
            <a:spLocks noChangeArrowheads="1"/>
          </p:cNvSpPr>
          <p:nvPr/>
        </p:nvSpPr>
        <p:spPr bwMode="auto">
          <a:xfrm>
            <a:off x="7667625" y="6381750"/>
            <a:ext cx="433388" cy="266700"/>
          </a:xfrm>
          <a:prstGeom prst="actionButtonReturn">
            <a:avLst/>
          </a:prstGeom>
          <a:gradFill rotWithShape="1">
            <a:gsLst>
              <a:gs pos="0">
                <a:schemeClr val="bg1"/>
              </a:gs>
              <a:gs pos="50000">
                <a:srgbClr val="008000"/>
              </a:gs>
              <a:gs pos="100000">
                <a:schemeClr val="bg1"/>
              </a:gs>
            </a:gsLst>
            <a:lin ang="5400000" scaled="1"/>
          </a:gradFill>
          <a:ln w="3175">
            <a:solidFill>
              <a:schemeClr val="bg1"/>
            </a:solidFill>
            <a:miter lim="800000"/>
          </a:ln>
          <a:effectLst/>
        </p:spPr>
        <p:txBody>
          <a:bodyPr wrap="none" anchor="ctr"/>
          <a:lstStyle/>
          <a:p>
            <a:pPr fontAlgn="auto">
              <a:spcBef>
                <a:spcPts val="0"/>
              </a:spcBef>
              <a:spcAft>
                <a:spcPts val="0"/>
              </a:spcAft>
              <a:defRPr/>
            </a:pPr>
            <a:endParaRPr lang="zh-CN" altLang="en-US">
              <a:latin typeface="+mn-lt"/>
              <a:ea typeface="+mn-ea"/>
            </a:endParaRPr>
          </a:p>
        </p:txBody>
      </p:sp>
    </p:spTree>
    <p:custDataLst>
      <p:tags r:id="rId1"/>
    </p:custDataLst>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52962"/>
                                        </p:tgtEl>
                                        <p:attrNameLst>
                                          <p:attrName>style.visibility</p:attrName>
                                        </p:attrNameLst>
                                      </p:cBhvr>
                                      <p:to>
                                        <p:strVal val="visible"/>
                                      </p:to>
                                    </p:set>
                                    <p:animEffect transition="in" filter="dissolve">
                                      <p:cBhvr>
                                        <p:cTn id="7" dur="500"/>
                                        <p:tgtEl>
                                          <p:spTgt spid="552962"/>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552965"/>
                                        </p:tgtEl>
                                        <p:attrNameLst>
                                          <p:attrName>style.visibility</p:attrName>
                                        </p:attrNameLst>
                                      </p:cBhvr>
                                      <p:to>
                                        <p:strVal val="visible"/>
                                      </p:to>
                                    </p:set>
                                    <p:animEffect transition="in" filter="barn(outVertical)">
                                      <p:cBhvr>
                                        <p:cTn id="11" dur="500"/>
                                        <p:tgtEl>
                                          <p:spTgt spid="55296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52963"/>
                                        </p:tgtEl>
                                        <p:attrNameLst>
                                          <p:attrName>style.visibility</p:attrName>
                                        </p:attrNameLst>
                                      </p:cBhvr>
                                      <p:to>
                                        <p:strVal val="visible"/>
                                      </p:to>
                                    </p:set>
                                    <p:animEffect transition="in" filter="wipe(left)">
                                      <p:cBhvr>
                                        <p:cTn id="16" dur="500"/>
                                        <p:tgtEl>
                                          <p:spTgt spid="55296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52967"/>
                                        </p:tgtEl>
                                        <p:attrNameLst>
                                          <p:attrName>style.visibility</p:attrName>
                                        </p:attrNameLst>
                                      </p:cBhvr>
                                      <p:to>
                                        <p:strVal val="visible"/>
                                      </p:to>
                                    </p:set>
                                    <p:animEffect transition="in" filter="wipe(left)">
                                      <p:cBhvr>
                                        <p:cTn id="21" dur="500"/>
                                        <p:tgtEl>
                                          <p:spTgt spid="55296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2966"/>
                                        </p:tgtEl>
                                        <p:attrNameLst>
                                          <p:attrName>style.visibility</p:attrName>
                                        </p:attrNameLst>
                                      </p:cBhvr>
                                      <p:to>
                                        <p:strVal val="visible"/>
                                      </p:to>
                                    </p:set>
                                    <p:animEffect transition="in" filter="wipe(left)">
                                      <p:cBhvr>
                                        <p:cTn id="26" dur="500"/>
                                        <p:tgtEl>
                                          <p:spTgt spid="55296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52968"/>
                                        </p:tgtEl>
                                        <p:attrNameLst>
                                          <p:attrName>style.visibility</p:attrName>
                                        </p:attrNameLst>
                                      </p:cBhvr>
                                      <p:to>
                                        <p:strVal val="visible"/>
                                      </p:to>
                                    </p:set>
                                    <p:animEffect transition="in" filter="wipe(left)">
                                      <p:cBhvr>
                                        <p:cTn id="31" dur="500"/>
                                        <p:tgtEl>
                                          <p:spTgt spid="552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2" grpId="0" autoUpdateAnimBg="0"/>
      <p:bldP spid="552963" grpId="0" autoUpdateAnimBg="0"/>
      <p:bldP spid="552965" grpId="0" autoUpdateAnimBg="0"/>
      <p:bldP spid="552966" grpId="0" autoUpdateAnimBg="0"/>
      <p:bldP spid="552967" grpId="0" autoUpdateAnimBg="0"/>
      <p:bldP spid="55296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1"/>
          </p:nvPr>
        </p:nvSpPr>
        <p:spPr>
          <a:xfrm>
            <a:off x="468313" y="549275"/>
            <a:ext cx="8280400" cy="4937125"/>
          </a:xfrm>
        </p:spPr>
        <p:txBody>
          <a:bodyPr/>
          <a:lstStyle/>
          <a:p>
            <a:pPr marL="609600" indent="-609600" eaLnBrk="1" hangingPunct="1">
              <a:buFontTx/>
              <a:buNone/>
            </a:pPr>
            <a:r>
              <a:rPr lang="en-US" altLang="zh-CN" sz="2800" b="1">
                <a:latin typeface="楷体_GB2312" pitchFamily="49" charset="-122"/>
                <a:ea typeface="楷体_GB2312" pitchFamily="49" charset="-122"/>
              </a:rPr>
              <a:t>(2)</a:t>
            </a:r>
            <a:r>
              <a:rPr lang="zh-CN" altLang="en-US" sz="2800" b="1">
                <a:latin typeface="楷体_GB2312" pitchFamily="49" charset="-122"/>
                <a:ea typeface="楷体_GB2312" pitchFamily="49" charset="-122"/>
              </a:rPr>
              <a:t>意义上的完整</a:t>
            </a:r>
          </a:p>
          <a:p>
            <a:pPr marL="609600" indent="-609600" eaLnBrk="1" hangingPunct="1">
              <a:buFontTx/>
              <a:buNone/>
            </a:pPr>
            <a:r>
              <a:rPr lang="zh-CN" altLang="en-US" sz="2800" b="1"/>
              <a:t>   </a:t>
            </a:r>
            <a:r>
              <a:rPr lang="zh-CN" altLang="en-US" sz="2400" b="1">
                <a:latin typeface="楷体_GB2312" pitchFamily="49" charset="-122"/>
                <a:ea typeface="楷体_GB2312" pitchFamily="49" charset="-122"/>
              </a:rPr>
              <a:t>意义上的完整指句意要完整。它至少是一个简单句，只能有一个中心思想。</a:t>
            </a:r>
          </a:p>
          <a:p>
            <a:pPr marL="609600" indent="-609600" eaLnBrk="1" hangingPunct="1">
              <a:buFontTx/>
              <a:buNone/>
            </a:pPr>
            <a:r>
              <a:rPr lang="zh-CN" altLang="en-US" sz="2400" b="1">
                <a:latin typeface="楷体_GB2312" pitchFamily="49" charset="-122"/>
                <a:ea typeface="楷体_GB2312" pitchFamily="49" charset="-122"/>
              </a:rPr>
              <a:t>	请看下列句子：</a:t>
            </a:r>
          </a:p>
          <a:p>
            <a:pPr marL="609600" indent="-609600" eaLnBrk="1" hangingPunct="1">
              <a:buFontTx/>
              <a:buNone/>
            </a:pPr>
            <a:r>
              <a:rPr lang="zh-CN" altLang="en-US" sz="2800" b="1">
                <a:solidFill>
                  <a:schemeClr val="tx2"/>
                </a:solidFill>
                <a:latin typeface="Times New Roman" panose="02020603050405020304" pitchFamily="18" charset="0"/>
              </a:rPr>
              <a:t>                </a:t>
            </a:r>
            <a:r>
              <a:rPr lang="en-US" altLang="zh-CN" sz="2800" b="1">
                <a:latin typeface="Times New Roman" panose="02020603050405020304" pitchFamily="18" charset="0"/>
              </a:rPr>
              <a:t>a.</a:t>
            </a:r>
            <a:r>
              <a:rPr lang="en-US" altLang="zh-CN" sz="2800" b="1"/>
              <a:t> </a:t>
            </a:r>
            <a:r>
              <a:rPr lang="en-US" altLang="zh-CN" sz="2400" b="1">
                <a:latin typeface="Times New Roman" panose="02020603050405020304" pitchFamily="18" charset="0"/>
              </a:rPr>
              <a:t>We are going to meet Jean Harris,</a:t>
            </a:r>
          </a:p>
          <a:p>
            <a:pPr marL="609600" indent="-609600" eaLnBrk="1" hangingPunct="1">
              <a:buFontTx/>
              <a:buNone/>
            </a:pPr>
            <a:r>
              <a:rPr lang="en-US" altLang="zh-CN" sz="2400" b="1">
                <a:latin typeface="Times New Roman" panose="02020603050405020304" pitchFamily="18" charset="0"/>
              </a:rPr>
              <a:t>                         and she is a professor of English</a:t>
            </a:r>
          </a:p>
          <a:p>
            <a:pPr marL="609600" indent="-609600" eaLnBrk="1" hangingPunct="1">
              <a:buFontTx/>
              <a:buNone/>
            </a:pPr>
            <a:r>
              <a:rPr lang="en-US" altLang="zh-CN" sz="2400" b="1">
                <a:latin typeface="Times New Roman" panose="02020603050405020304" pitchFamily="18" charset="0"/>
              </a:rPr>
              <a:t>                         literature.</a:t>
            </a:r>
          </a:p>
          <a:p>
            <a:pPr marL="609600" indent="-609600" eaLnBrk="1" hangingPunct="1">
              <a:spcBef>
                <a:spcPct val="0"/>
              </a:spcBef>
              <a:buFontTx/>
              <a:buAutoNum type="alphaLcPeriod" startAt="2"/>
            </a:pPr>
            <a:r>
              <a:rPr lang="en-US" altLang="zh-CN" sz="2400" b="1">
                <a:latin typeface="Times New Roman" panose="02020603050405020304" pitchFamily="18" charset="0"/>
                <a:cs typeface="Courier New" panose="02070309020205020404" pitchFamily="49" charset="0"/>
              </a:rPr>
              <a:t>Jim is one of the fastest runners.</a:t>
            </a:r>
          </a:p>
          <a:p>
            <a:pPr marL="609600" indent="-609600" eaLnBrk="1" hangingPunct="1">
              <a:spcBef>
                <a:spcPct val="0"/>
              </a:spcBef>
              <a:buFontTx/>
              <a:buAutoNum type="alphaLcPeriod" startAt="2"/>
            </a:pPr>
            <a:endParaRPr lang="en-US" altLang="zh-CN" sz="2400" b="1">
              <a:latin typeface="Times New Roman" panose="02020603050405020304" pitchFamily="18" charset="0"/>
              <a:cs typeface="Courier New" panose="02070309020205020404" pitchFamily="49" charset="0"/>
            </a:endParaRPr>
          </a:p>
          <a:p>
            <a:pPr marL="609600" indent="-609600" algn="just" eaLnBrk="1" hangingPunct="1">
              <a:spcBef>
                <a:spcPct val="0"/>
              </a:spcBef>
              <a:buFontTx/>
              <a:buAutoNum type="alphaLcPeriod" startAt="3"/>
            </a:pPr>
            <a:r>
              <a:rPr lang="en-US" altLang="zh-CN" sz="2400" b="1">
                <a:latin typeface="Times New Roman" panose="02020603050405020304" pitchFamily="18" charset="0"/>
                <a:cs typeface="Courier New" panose="02070309020205020404" pitchFamily="49" charset="0"/>
              </a:rPr>
              <a:t>Ernest Hemingway was an American novelist, </a:t>
            </a:r>
          </a:p>
          <a:p>
            <a:pPr marL="609600" indent="-609600" algn="just" eaLnBrk="1" hangingPunct="1">
              <a:spcBef>
                <a:spcPct val="0"/>
              </a:spcBef>
              <a:buFontTx/>
              <a:buNone/>
            </a:pPr>
            <a:r>
              <a:rPr lang="en-US" altLang="zh-CN" sz="2400" b="1">
                <a:latin typeface="Times New Roman" panose="02020603050405020304" pitchFamily="18" charset="0"/>
                <a:cs typeface="Courier New" panose="02070309020205020404" pitchFamily="49" charset="0"/>
              </a:rPr>
              <a:t>       and he won the Nobel Prize for Literature in 1954.</a:t>
            </a:r>
          </a:p>
          <a:p>
            <a:pPr marL="609600" indent="-609600" eaLnBrk="1" hangingPunct="1">
              <a:buFontTx/>
              <a:buNone/>
            </a:pPr>
            <a:endParaRPr lang="en-US" altLang="zh-CN" sz="2400" b="1">
              <a:latin typeface="Times New Roman" panose="02020603050405020304" pitchFamily="18" charset="0"/>
            </a:endParaRPr>
          </a:p>
          <a:p>
            <a:pPr marL="609600" indent="-609600" eaLnBrk="1" hangingPunct="1">
              <a:buFontTx/>
              <a:buNone/>
            </a:pPr>
            <a:endParaRPr lang="en-US" altLang="zh-CN" sz="2400">
              <a:latin typeface="Times New Roman" panose="02020603050405020304" pitchFamily="18" charset="0"/>
            </a:endParaRP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29765" name="AutoShape 5"/>
          <p:cNvSpPr>
            <a:spLocks noChangeArrowheads="1"/>
          </p:cNvSpPr>
          <p:nvPr/>
        </p:nvSpPr>
        <p:spPr bwMode="auto">
          <a:xfrm>
            <a:off x="179388" y="2636838"/>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29765"/>
                                        </p:tgtEl>
                                        <p:attrNameLst>
                                          <p:attrName>style.visibility</p:attrName>
                                        </p:attrNameLst>
                                      </p:cBhvr>
                                      <p:to>
                                        <p:strVal val="visible"/>
                                      </p:to>
                                    </p:set>
                                    <p:animEffect transition="in" filter="box(out)">
                                      <p:cBhvr>
                                        <p:cTn id="7" dur="1000"/>
                                        <p:tgtEl>
                                          <p:spTgt spid="629765"/>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idx="1"/>
          </p:nvPr>
        </p:nvSpPr>
        <p:spPr>
          <a:xfrm>
            <a:off x="323850" y="549275"/>
            <a:ext cx="8208963" cy="2087563"/>
          </a:xfrm>
        </p:spPr>
        <p:txBody>
          <a:bodyPr/>
          <a:lstStyle/>
          <a:p>
            <a:pPr marL="609600" indent="-609600" algn="just" eaLnBrk="1" hangingPunct="1">
              <a:lnSpc>
                <a:spcPct val="90000"/>
              </a:lnSpc>
              <a:spcBef>
                <a:spcPct val="0"/>
              </a:spcBef>
              <a:buFontTx/>
              <a:buNone/>
            </a:pPr>
            <a:r>
              <a:rPr lang="en-US" altLang="zh-CN" sz="2800" b="1">
                <a:latin typeface="Times New Roman" panose="02020603050405020304" pitchFamily="18" charset="0"/>
                <a:cs typeface="Courier New" panose="02070309020205020404" pitchFamily="49" charset="0"/>
              </a:rPr>
              <a:t> </a:t>
            </a:r>
          </a:p>
          <a:p>
            <a:pPr marL="609600" indent="-609600" eaLnBrk="1" hangingPunct="1">
              <a:lnSpc>
                <a:spcPct val="90000"/>
              </a:lnSpc>
            </a:pPr>
            <a:endParaRPr lang="en-US" altLang="zh-CN" sz="280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60452" name="Text Box 4"/>
          <p:cNvSpPr txBox="1">
            <a:spLocks noChangeArrowheads="1"/>
          </p:cNvSpPr>
          <p:nvPr/>
        </p:nvSpPr>
        <p:spPr bwMode="auto">
          <a:xfrm>
            <a:off x="539750" y="1341438"/>
            <a:ext cx="7920038" cy="3508375"/>
          </a:xfrm>
          <a:prstGeom prst="rect">
            <a:avLst/>
          </a:prstGeom>
          <a:noFill/>
          <a:ln w="9525" algn="ctr">
            <a:noFill/>
            <a:miter lim="800000"/>
          </a:ln>
        </p:spPr>
        <p:txBody>
          <a:bodyPr>
            <a:spAutoFit/>
          </a:bodyPr>
          <a:lstStyle/>
          <a:p>
            <a:pPr marL="342900" indent="-342900"/>
            <a:r>
              <a:rPr lang="zh-CN" altLang="en-US" sz="2800" b="1">
                <a:latin typeface="Cambria" panose="02040503050406030204" charset="0"/>
                <a:ea typeface="楷体_GB2312" pitchFamily="49" charset="-122"/>
              </a:rPr>
              <a:t>以上三个句子都不符合句子只有一个中心思想这一要求，句意不完整。可作如下修改：</a:t>
            </a:r>
          </a:p>
          <a:p>
            <a:pPr marL="342900" indent="-342900"/>
            <a:r>
              <a:rPr lang="en-US" altLang="zh-CN" sz="2800" b="1">
                <a:latin typeface="Times New Roman" panose="02020603050405020304" pitchFamily="18" charset="0"/>
                <a:cs typeface="Courier New" panose="02070309020205020404" pitchFamily="49" charset="0"/>
              </a:rPr>
              <a:t>a.</a:t>
            </a:r>
            <a:r>
              <a:rPr lang="en-US" altLang="zh-CN">
                <a:latin typeface="Cambria" panose="02040503050406030204" charset="0"/>
              </a:rPr>
              <a:t> </a:t>
            </a:r>
            <a:r>
              <a:rPr lang="en-US" altLang="zh-CN" sz="2800" b="1">
                <a:latin typeface="Times New Roman" panose="02020603050405020304" pitchFamily="18" charset="0"/>
              </a:rPr>
              <a:t>We are going to meet Jean Harris, and she is a professor of English literature</a:t>
            </a:r>
            <a:r>
              <a:rPr lang="en-US" altLang="zh-CN" sz="2800" b="1">
                <a:solidFill>
                  <a:schemeClr val="tx2"/>
                </a:solidFill>
                <a:latin typeface="Times New Roman" panose="02020603050405020304" pitchFamily="18" charset="0"/>
              </a:rPr>
              <a:t>.</a:t>
            </a:r>
          </a:p>
          <a:p>
            <a:pPr marL="342900" indent="-342900"/>
            <a:r>
              <a:rPr lang="zh-CN" altLang="en-US" sz="2800" b="1">
                <a:latin typeface="Times New Roman" panose="02020603050405020304" pitchFamily="18" charset="0"/>
              </a:rPr>
              <a:t>修改： </a:t>
            </a:r>
            <a:r>
              <a:rPr lang="en-US" altLang="zh-CN" sz="2800" b="1">
                <a:solidFill>
                  <a:schemeClr val="tx2"/>
                </a:solidFill>
                <a:latin typeface="Times New Roman" panose="02020603050405020304" pitchFamily="18" charset="0"/>
              </a:rPr>
              <a:t>We are going to meet Jean Harris, who is a professor of English literature. </a:t>
            </a:r>
          </a:p>
          <a:p>
            <a:pPr marL="342900" indent="-342900"/>
            <a:endParaRPr lang="en-US" altLang="zh-CN" sz="2800" b="1">
              <a:solidFill>
                <a:schemeClr val="tx2"/>
              </a:solidFill>
              <a:latin typeface="Times New Roman" panose="02020603050405020304" pitchFamily="18" charset="0"/>
            </a:endParaRPr>
          </a:p>
          <a:p>
            <a:pPr marL="342900" indent="-342900"/>
            <a:endParaRPr lang="en-US" altLang="zh-CN" sz="2800" b="1">
              <a:solidFill>
                <a:schemeClr val="tx2"/>
              </a:solidFill>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0452">
                                            <p:txEl>
                                              <p:pRg st="2" end="2"/>
                                            </p:txEl>
                                          </p:spTgt>
                                        </p:tgtEl>
                                        <p:attrNameLst>
                                          <p:attrName>style.visibility</p:attrName>
                                        </p:attrNameLst>
                                      </p:cBhvr>
                                      <p:to>
                                        <p:strVal val="visible"/>
                                      </p:to>
                                    </p:set>
                                    <p:anim calcmode="lin" valueType="num">
                                      <p:cBhvr additive="base">
                                        <p:cTn id="7" dur="500" fill="hold"/>
                                        <p:tgtEl>
                                          <p:spTgt spid="36045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04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5" name="Rectangle 3"/>
          <p:cNvSpPr>
            <a:spLocks noGrp="1" noChangeArrowheads="1"/>
          </p:cNvSpPr>
          <p:nvPr>
            <p:ph idx="1"/>
          </p:nvPr>
        </p:nvSpPr>
        <p:spPr>
          <a:xfrm>
            <a:off x="395288" y="1196975"/>
            <a:ext cx="7734300" cy="3816350"/>
          </a:xfrm>
        </p:spPr>
        <p:txBody>
          <a:bodyPr/>
          <a:lstStyle/>
          <a:p>
            <a:pPr marL="609600" indent="-609600" eaLnBrk="1" hangingPunct="1">
              <a:lnSpc>
                <a:spcPct val="90000"/>
              </a:lnSpc>
              <a:spcBef>
                <a:spcPct val="0"/>
              </a:spcBef>
              <a:buFontTx/>
              <a:buAutoNum type="alphaLcPeriod" startAt="2"/>
            </a:pPr>
            <a:r>
              <a:rPr lang="en-US" altLang="zh-CN" sz="2800" b="1">
                <a:latin typeface="Times New Roman" panose="02020603050405020304" pitchFamily="18" charset="0"/>
                <a:cs typeface="Courier New" panose="02070309020205020404" pitchFamily="49" charset="0"/>
              </a:rPr>
              <a:t>Jim is one of the fastest runners.</a:t>
            </a:r>
          </a:p>
          <a:p>
            <a:pPr marL="609600" indent="-609600" eaLnBrk="1" hangingPunct="1">
              <a:lnSpc>
                <a:spcPct val="90000"/>
              </a:lnSpc>
              <a:spcBef>
                <a:spcPct val="0"/>
              </a:spcBef>
              <a:buFontTx/>
              <a:buNone/>
            </a:pPr>
            <a:r>
              <a:rPr lang="zh-CN" altLang="en-US" sz="2800" b="1">
                <a:latin typeface="Times New Roman" panose="02020603050405020304" pitchFamily="18" charset="0"/>
              </a:rPr>
              <a:t>修改</a:t>
            </a:r>
            <a:r>
              <a:rPr lang="zh-CN" altLang="en-US" sz="2800">
                <a:latin typeface="Times New Roman" panose="02020603050405020304" pitchFamily="18" charset="0"/>
              </a:rPr>
              <a:t>： </a:t>
            </a:r>
            <a:r>
              <a:rPr lang="en-US" altLang="zh-CN" sz="2800" b="1">
                <a:solidFill>
                  <a:schemeClr val="tx2"/>
                </a:solidFill>
                <a:latin typeface="Times New Roman" panose="02020603050405020304" pitchFamily="18" charset="0"/>
              </a:rPr>
              <a:t>Jim is one of the fastest runners of our school.</a:t>
            </a:r>
          </a:p>
          <a:p>
            <a:pPr marL="609600" indent="-609600" eaLnBrk="1" hangingPunct="1">
              <a:lnSpc>
                <a:spcPct val="90000"/>
              </a:lnSpc>
              <a:spcBef>
                <a:spcPct val="0"/>
              </a:spcBef>
              <a:buFontTx/>
              <a:buNone/>
            </a:pPr>
            <a:endParaRPr lang="en-US" altLang="zh-CN" sz="2800" b="1">
              <a:solidFill>
                <a:schemeClr val="tx2"/>
              </a:solidFill>
              <a:latin typeface="Times New Roman" panose="02020603050405020304" pitchFamily="18" charset="0"/>
            </a:endParaRPr>
          </a:p>
          <a:p>
            <a:pPr marL="609600" indent="-609600" algn="just" eaLnBrk="1" hangingPunct="1">
              <a:lnSpc>
                <a:spcPct val="90000"/>
              </a:lnSpc>
              <a:spcBef>
                <a:spcPct val="0"/>
              </a:spcBef>
              <a:buFontTx/>
              <a:buAutoNum type="alphaLcPeriod" startAt="3"/>
            </a:pPr>
            <a:r>
              <a:rPr lang="en-US" altLang="zh-CN" sz="2800" b="1">
                <a:latin typeface="Times New Roman" panose="02020603050405020304" pitchFamily="18" charset="0"/>
                <a:cs typeface="Courier New" panose="02070309020205020404" pitchFamily="49" charset="0"/>
              </a:rPr>
              <a:t>Ernest Hemingway was an American novelist, and he won the Nobel Prize for Literature in 1954.</a:t>
            </a:r>
          </a:p>
          <a:p>
            <a:pPr marL="609600" indent="-609600" eaLnBrk="1" hangingPunct="1">
              <a:lnSpc>
                <a:spcPct val="90000"/>
              </a:lnSpc>
              <a:buFontTx/>
              <a:buNone/>
            </a:pPr>
            <a:r>
              <a:rPr lang="zh-CN" altLang="en-US" sz="2800" b="1">
                <a:latin typeface="Times New Roman" panose="02020603050405020304" pitchFamily="18" charset="0"/>
              </a:rPr>
              <a:t>修改</a:t>
            </a:r>
            <a:r>
              <a:rPr lang="zh-CN" altLang="en-US" sz="2800">
                <a:latin typeface="Times New Roman" panose="02020603050405020304" pitchFamily="18" charset="0"/>
              </a:rPr>
              <a:t>：</a:t>
            </a:r>
            <a:r>
              <a:rPr lang="zh-CN" altLang="en-US" sz="2800" b="1">
                <a:latin typeface="Times New Roman" panose="02020603050405020304" pitchFamily="18" charset="0"/>
              </a:rPr>
              <a:t> </a:t>
            </a:r>
            <a:r>
              <a:rPr lang="en-US" altLang="zh-CN" sz="2800" b="1">
                <a:solidFill>
                  <a:schemeClr val="tx2"/>
                </a:solidFill>
                <a:latin typeface="Times New Roman" panose="02020603050405020304" pitchFamily="18" charset="0"/>
              </a:rPr>
              <a:t>Ernest Hemingway, an American novelist, won the Nobel Prize for Literature in 1954. </a:t>
            </a:r>
          </a:p>
          <a:p>
            <a:pPr marL="609600" indent="-609600" eaLnBrk="1" hangingPunct="1">
              <a:lnSpc>
                <a:spcPct val="90000"/>
              </a:lnSpc>
            </a:pPr>
            <a:endParaRPr lang="en-US" altLang="zh-CN" sz="2800" b="1">
              <a:solidFill>
                <a:schemeClr val="tx2"/>
              </a:solidFill>
              <a:latin typeface="Times New Roman" panose="02020603050405020304" pitchFamily="18" charset="0"/>
            </a:endParaRPr>
          </a:p>
          <a:p>
            <a:pPr marL="609600" indent="-609600" eaLnBrk="1" hangingPunct="1">
              <a:lnSpc>
                <a:spcPct val="90000"/>
              </a:lnSpc>
              <a:spcBef>
                <a:spcPct val="0"/>
              </a:spcBef>
              <a:buFontTx/>
              <a:buNone/>
            </a:pPr>
            <a:endParaRPr lang="en-US" altLang="zh-CN" sz="2800" b="1">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1395">
                                            <p:txEl>
                                              <p:pRg st="4" end="4"/>
                                            </p:txEl>
                                          </p:spTgt>
                                        </p:tgtEl>
                                        <p:attrNameLst>
                                          <p:attrName>style.visibility</p:attrName>
                                        </p:attrNameLst>
                                      </p:cBhvr>
                                      <p:to>
                                        <p:strVal val="visible"/>
                                      </p:to>
                                    </p:set>
                                    <p:anim calcmode="lin" valueType="num">
                                      <p:cBhvr additive="base">
                                        <p:cTn id="7" dur="500" fill="hold"/>
                                        <p:tgtEl>
                                          <p:spTgt spid="57139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13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idx="1"/>
          </p:nvPr>
        </p:nvSpPr>
        <p:spPr>
          <a:xfrm>
            <a:off x="323850" y="333375"/>
            <a:ext cx="7551738" cy="5661025"/>
          </a:xfrm>
        </p:spPr>
        <p:txBody>
          <a:bodyPr/>
          <a:lstStyle/>
          <a:p>
            <a:pPr eaLnBrk="1" hangingPunct="1">
              <a:buFontTx/>
              <a:buNone/>
            </a:pP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写清晰的句子</a:t>
            </a:r>
            <a:r>
              <a:rPr lang="zh-CN" altLang="en-US" b="1"/>
              <a:t> </a:t>
            </a:r>
            <a:r>
              <a:rPr lang="en-US" altLang="zh-CN" b="1">
                <a:latin typeface="Times New Roman" panose="02020603050405020304" pitchFamily="18" charset="0"/>
              </a:rPr>
              <a:t>(Clarity)</a:t>
            </a:r>
          </a:p>
          <a:p>
            <a:pPr eaLnBrk="1" hangingPunct="1">
              <a:buFontTx/>
              <a:buNone/>
            </a:pPr>
            <a:r>
              <a:rPr lang="en-US" altLang="zh-CN"/>
              <a:t>   </a:t>
            </a:r>
            <a:r>
              <a:rPr lang="zh-CN" altLang="en-US" sz="2800" b="1">
                <a:latin typeface="楷体_GB2312" pitchFamily="49" charset="-122"/>
                <a:ea typeface="楷体_GB2312" pitchFamily="49" charset="-122"/>
              </a:rPr>
              <a:t>写作要注意句子的清晰度。以下几种情况妨碍文章的清晰，影响读者的理解。</a:t>
            </a:r>
          </a:p>
          <a:p>
            <a:pPr eaLnBrk="1" hangingPunct="1">
              <a:buFontTx/>
              <a:buNone/>
            </a:pPr>
            <a:r>
              <a:rPr lang="zh-CN" altLang="en-US" sz="2800" b="1">
                <a:latin typeface="楷体_GB2312" pitchFamily="49" charset="-122"/>
                <a:ea typeface="楷体_GB2312" pitchFamily="49" charset="-122"/>
              </a:rPr>
              <a:t> </a:t>
            </a:r>
            <a:r>
              <a:rPr lang="en-US" altLang="zh-CN" sz="2800" b="1">
                <a:latin typeface="楷体_GB2312" pitchFamily="49" charset="-122"/>
                <a:ea typeface="楷体_GB2312" pitchFamily="49" charset="-122"/>
              </a:rPr>
              <a:t>(1) </a:t>
            </a:r>
            <a:r>
              <a:rPr lang="zh-CN" altLang="en-US" sz="2800" b="1">
                <a:latin typeface="楷体_GB2312" pitchFamily="49" charset="-122"/>
                <a:ea typeface="楷体_GB2312" pitchFamily="49" charset="-122"/>
              </a:rPr>
              <a:t>缺乏必要的细节。</a:t>
            </a:r>
          </a:p>
          <a:p>
            <a:pPr eaLnBrk="1" hangingPunct="1">
              <a:buFontTx/>
              <a:buNone/>
            </a:pPr>
            <a:r>
              <a:rPr lang="zh-CN" altLang="en-US" sz="2800" b="1">
                <a:latin typeface="楷体_GB2312" pitchFamily="49" charset="-122"/>
                <a:ea typeface="楷体_GB2312" pitchFamily="49" charset="-122"/>
              </a:rPr>
              <a:t>   简洁尽管重要，但必要细节的缺乏也会使读者产生误解甚至不知所云。例如：</a:t>
            </a:r>
          </a:p>
          <a:p>
            <a:pPr eaLnBrk="1" hangingPunct="1">
              <a:buFontTx/>
              <a:buNone/>
            </a:pPr>
            <a:r>
              <a:rPr lang="en-US" altLang="zh-CN" sz="2800" b="1">
                <a:latin typeface="Times New Roman" panose="02020603050405020304" pitchFamily="18" charset="0"/>
              </a:rPr>
              <a:t>a.</a:t>
            </a:r>
            <a:r>
              <a:rPr lang="en-US" altLang="zh-CN" sz="2800" b="1">
                <a:solidFill>
                  <a:schemeClr val="tx2"/>
                </a:solidFill>
                <a:latin typeface="Times New Roman" panose="02020603050405020304" pitchFamily="18" charset="0"/>
              </a:rPr>
              <a:t> </a:t>
            </a:r>
            <a:r>
              <a:rPr lang="en-US" altLang="zh-CN" sz="2800" b="1">
                <a:latin typeface="Times New Roman" panose="02020603050405020304" pitchFamily="18" charset="0"/>
              </a:rPr>
              <a:t>He loves sports much more than his sister.</a:t>
            </a:r>
          </a:p>
          <a:p>
            <a:pPr eaLnBrk="1" hangingPunct="1">
              <a:buFontTx/>
              <a:buNone/>
            </a:pPr>
            <a:r>
              <a:rPr lang="en-US" altLang="zh-CN" sz="2800" b="1">
                <a:latin typeface="Times New Roman" panose="02020603050405020304" pitchFamily="18" charset="0"/>
              </a:rPr>
              <a:t>b. When a person gets married, you take on new responsibilities.</a:t>
            </a:r>
          </a:p>
          <a:p>
            <a:pPr eaLnBrk="1" hangingPunct="1">
              <a:buFontTx/>
              <a:buNone/>
            </a:pPr>
            <a:r>
              <a:rPr lang="en-US" altLang="zh-CN" sz="2800" b="1">
                <a:latin typeface="Times New Roman" panose="02020603050405020304" pitchFamily="18" charset="0"/>
              </a:rPr>
              <a:t>c. The city has about one million.</a:t>
            </a:r>
            <a:endParaRPr lang="en-US" altLang="zh-CN" sz="2400" b="1">
              <a:latin typeface="Times New Roman" panose="02020603050405020304" pitchFamily="18" charset="0"/>
            </a:endParaRPr>
          </a:p>
          <a:p>
            <a:pPr eaLnBrk="1" hangingPunct="1"/>
            <a:endParaRPr lang="en-US" altLang="zh-CN">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0178" name="Text Box 5"/>
          <p:cNvSpPr txBox="1">
            <a:spLocks noChangeArrowheads="1"/>
          </p:cNvSpPr>
          <p:nvPr/>
        </p:nvSpPr>
        <p:spPr bwMode="auto">
          <a:xfrm>
            <a:off x="468313" y="765175"/>
            <a:ext cx="7200900" cy="4724400"/>
          </a:xfrm>
          <a:prstGeom prst="rect">
            <a:avLst/>
          </a:prstGeom>
          <a:noFill/>
          <a:ln w="9525">
            <a:noFill/>
            <a:miter lim="800000"/>
          </a:ln>
        </p:spPr>
        <p:txBody>
          <a:bodyPr>
            <a:spAutoFit/>
          </a:bodyPr>
          <a:lstStyle/>
          <a:p>
            <a:pPr marL="342900" indent="-342900"/>
            <a:r>
              <a:rPr lang="en-US" altLang="zh-CN" sz="3200" b="1">
                <a:latin typeface="Times New Roman" panose="02020603050405020304" pitchFamily="18" charset="0"/>
              </a:rPr>
              <a:t>a</a:t>
            </a:r>
            <a:r>
              <a:rPr lang="zh-CN" altLang="en-US" sz="2800" b="1">
                <a:latin typeface="Times New Roman" panose="02020603050405020304" pitchFamily="18" charset="0"/>
              </a:rPr>
              <a:t>句既可理解为“他比妹妹更喜欢运动”，也可以理解为“他喜爱运动胜过喜爱他妹妹”。为了使意义清晰明了，应该在该句的后半部补上相应的谓语：</a:t>
            </a:r>
          </a:p>
          <a:p>
            <a:pPr marL="342900" indent="-342900"/>
            <a:endParaRPr lang="zh-CN" altLang="en-US" sz="2800" b="1">
              <a:latin typeface="Times New Roman" panose="02020603050405020304" pitchFamily="18" charset="0"/>
            </a:endParaRPr>
          </a:p>
          <a:p>
            <a:pPr marL="342900" indent="-342900"/>
            <a:r>
              <a:rPr lang="zh-CN" altLang="en-US" sz="3200" b="1">
                <a:latin typeface="Times New Roman" panose="02020603050405020304" pitchFamily="18" charset="0"/>
              </a:rPr>
              <a:t>修改</a:t>
            </a:r>
            <a:r>
              <a:rPr lang="zh-CN" altLang="en-US" sz="3200">
                <a:latin typeface="Times New Roman" panose="02020603050405020304" pitchFamily="18" charset="0"/>
              </a:rPr>
              <a:t>： </a:t>
            </a:r>
            <a:r>
              <a:rPr lang="en-US" altLang="zh-CN" sz="3200">
                <a:solidFill>
                  <a:schemeClr val="tx2"/>
                </a:solidFill>
                <a:latin typeface="Times New Roman" panose="02020603050405020304" pitchFamily="18" charset="0"/>
              </a:rPr>
              <a:t>He loves sports much more than</a:t>
            </a:r>
          </a:p>
          <a:p>
            <a:pPr marL="342900" indent="-342900"/>
            <a:r>
              <a:rPr lang="en-US" altLang="zh-CN" sz="3200">
                <a:solidFill>
                  <a:schemeClr val="tx2"/>
                </a:solidFill>
                <a:latin typeface="Times New Roman" panose="02020603050405020304" pitchFamily="18" charset="0"/>
              </a:rPr>
              <a:t>             his sister does.</a:t>
            </a:r>
          </a:p>
          <a:p>
            <a:pPr marL="342900" indent="-342900"/>
            <a:r>
              <a:rPr lang="en-US" altLang="zh-CN" sz="3200">
                <a:latin typeface="Times New Roman" panose="02020603050405020304" pitchFamily="18" charset="0"/>
              </a:rPr>
              <a:t>     </a:t>
            </a:r>
            <a:r>
              <a:rPr lang="zh-CN" altLang="en-US" sz="3200">
                <a:latin typeface="Times New Roman" panose="02020603050405020304" pitchFamily="18" charset="0"/>
              </a:rPr>
              <a:t>或：</a:t>
            </a:r>
            <a:r>
              <a:rPr lang="en-US" altLang="zh-CN" sz="3200">
                <a:solidFill>
                  <a:schemeClr val="tx2"/>
                </a:solidFill>
                <a:latin typeface="Times New Roman" panose="02020603050405020304" pitchFamily="18" charset="0"/>
              </a:rPr>
              <a:t>He loves sports much more than</a:t>
            </a:r>
          </a:p>
          <a:p>
            <a:pPr marL="342900" indent="-342900"/>
            <a:r>
              <a:rPr lang="en-US" altLang="zh-CN" sz="3200">
                <a:solidFill>
                  <a:schemeClr val="tx2"/>
                </a:solidFill>
                <a:latin typeface="Times New Roman" panose="02020603050405020304" pitchFamily="18" charset="0"/>
              </a:rPr>
              <a:t>             he loves his sister</a:t>
            </a:r>
            <a:r>
              <a:rPr lang="en-US" altLang="zh-CN" sz="3200">
                <a:solidFill>
                  <a:schemeClr val="tx2"/>
                </a:solidFill>
                <a:latin typeface="Cambria" panose="02040503050406030204" charset="0"/>
              </a:rPr>
              <a:t>.</a:t>
            </a:r>
          </a:p>
          <a:p>
            <a:pPr marL="342900" indent="-342900"/>
            <a:endParaRPr lang="en-US" altLang="zh-CN" sz="3200">
              <a:latin typeface="Cambria" panose="02040503050406030204" charset="0"/>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2226" name="Text Box 4"/>
          <p:cNvSpPr txBox="1">
            <a:spLocks noChangeArrowheads="1"/>
          </p:cNvSpPr>
          <p:nvPr/>
        </p:nvSpPr>
        <p:spPr bwMode="auto">
          <a:xfrm>
            <a:off x="395288" y="333375"/>
            <a:ext cx="8137525" cy="4524375"/>
          </a:xfrm>
          <a:prstGeom prst="rect">
            <a:avLst/>
          </a:prstGeom>
          <a:noFill/>
          <a:ln w="9525">
            <a:noFill/>
            <a:miter lim="800000"/>
          </a:ln>
        </p:spPr>
        <p:txBody>
          <a:bodyPr>
            <a:spAutoFit/>
          </a:bodyPr>
          <a:lstStyle/>
          <a:p>
            <a:pPr marL="342900" indent="-342900"/>
            <a:r>
              <a:rPr lang="en-US" altLang="zh-CN" sz="2400" b="1">
                <a:latin typeface="楷体_GB2312" pitchFamily="49" charset="-122"/>
                <a:ea typeface="楷体_GB2312" pitchFamily="49" charset="-122"/>
              </a:rPr>
              <a:t>(2) </a:t>
            </a:r>
            <a:r>
              <a:rPr lang="zh-CN" altLang="en-US" sz="2400" b="1">
                <a:latin typeface="楷体_GB2312" pitchFamily="49" charset="-122"/>
                <a:ea typeface="楷体_GB2312" pitchFamily="49" charset="-122"/>
              </a:rPr>
              <a:t>缺乏连贯性。</a:t>
            </a:r>
          </a:p>
          <a:p>
            <a:pPr marL="342900" indent="-342900"/>
            <a:r>
              <a:rPr lang="zh-CN" altLang="en-US" sz="2400" b="1">
                <a:latin typeface="楷体_GB2312" pitchFamily="49" charset="-122"/>
                <a:ea typeface="楷体_GB2312" pitchFamily="49" charset="-122"/>
              </a:rPr>
              <a:t>     一个完整的意思被不必要地切割成几个句子，这样</a:t>
            </a:r>
          </a:p>
          <a:p>
            <a:pPr marL="342900" indent="-342900"/>
            <a:r>
              <a:rPr lang="zh-CN" altLang="en-US" sz="2400" b="1">
                <a:latin typeface="楷体_GB2312" pitchFamily="49" charset="-122"/>
                <a:ea typeface="楷体_GB2312" pitchFamily="49" charset="-122"/>
              </a:rPr>
              <a:t>一连串的短句由于未能体现出相互间的关系，读起来费</a:t>
            </a:r>
          </a:p>
          <a:p>
            <a:pPr marL="342900" indent="-342900"/>
            <a:r>
              <a:rPr lang="zh-CN" altLang="en-US" sz="2400" b="1">
                <a:latin typeface="楷体_GB2312" pitchFamily="49" charset="-122"/>
                <a:ea typeface="楷体_GB2312" pitchFamily="49" charset="-122"/>
              </a:rPr>
              <a:t>解，妨碍思维</a:t>
            </a:r>
            <a:r>
              <a:rPr lang="zh-CN" altLang="en-US" sz="2400">
                <a:latin typeface="楷体_GB2312" pitchFamily="49" charset="-122"/>
                <a:ea typeface="楷体_GB2312" pitchFamily="49" charset="-122"/>
              </a:rPr>
              <a:t>。</a:t>
            </a:r>
          </a:p>
          <a:p>
            <a:pPr marL="342900" indent="-342900"/>
            <a:r>
              <a:rPr lang="zh-CN" altLang="en-US" sz="2400">
                <a:latin typeface="楷体_GB2312" pitchFamily="49" charset="-122"/>
                <a:ea typeface="楷体_GB2312" pitchFamily="49" charset="-122"/>
              </a:rPr>
              <a:t>     </a:t>
            </a:r>
            <a:r>
              <a:rPr lang="zh-CN" altLang="en-US" sz="2400" b="1">
                <a:latin typeface="楷体_GB2312" pitchFamily="49" charset="-122"/>
                <a:ea typeface="楷体_GB2312" pitchFamily="49" charset="-122"/>
              </a:rPr>
              <a:t>为了使句子连贯，应注意不要将联系密切的词分开；</a:t>
            </a:r>
          </a:p>
          <a:p>
            <a:pPr marL="342900" indent="-342900"/>
            <a:r>
              <a:rPr lang="zh-CN" altLang="en-US" sz="2400" b="1">
                <a:latin typeface="楷体_GB2312" pitchFamily="49" charset="-122"/>
                <a:ea typeface="楷体_GB2312" pitchFamily="49" charset="-122"/>
              </a:rPr>
              <a:t>应围绕一个中心意思，多用修饰语（如分词短语、介词短</a:t>
            </a:r>
          </a:p>
          <a:p>
            <a:pPr marL="342900" indent="-342900"/>
            <a:r>
              <a:rPr lang="zh-CN" altLang="en-US" sz="2400" b="1">
                <a:latin typeface="楷体_GB2312" pitchFamily="49" charset="-122"/>
                <a:ea typeface="楷体_GB2312" pitchFamily="49" charset="-122"/>
              </a:rPr>
              <a:t>语、从句等）。例如：</a:t>
            </a:r>
          </a:p>
          <a:p>
            <a:pPr marL="342900" indent="-342900">
              <a:buFontTx/>
              <a:buAutoNum type="alphaLcPeriod"/>
            </a:pPr>
            <a:r>
              <a:rPr lang="zh-CN" altLang="en-US" sz="2400" b="1">
                <a:latin typeface="Times New Roman" panose="02020603050405020304" pitchFamily="18" charset="0"/>
                <a:ea typeface="华文楷体" panose="02010600040101010101" pitchFamily="2" charset="-122"/>
              </a:rPr>
              <a:t> </a:t>
            </a:r>
            <a:r>
              <a:rPr lang="en-US" altLang="zh-CN" sz="2400" b="1">
                <a:latin typeface="Times New Roman" panose="02020603050405020304" pitchFamily="18" charset="0"/>
                <a:ea typeface="华文楷体" panose="02010600040101010101" pitchFamily="2" charset="-122"/>
              </a:rPr>
              <a:t>Some people can not distinguish between colors .they are</a:t>
            </a:r>
          </a:p>
          <a:p>
            <a:pPr marL="342900" indent="-342900"/>
            <a:r>
              <a:rPr lang="en-US" altLang="zh-CN" sz="2400" b="1">
                <a:latin typeface="Times New Roman" panose="02020603050405020304" pitchFamily="18" charset="0"/>
                <a:ea typeface="华文楷体" panose="02010600040101010101" pitchFamily="2" charset="-122"/>
              </a:rPr>
              <a:t>    said to be color-blinded.</a:t>
            </a:r>
            <a:r>
              <a:rPr lang="en-US" altLang="zh-CN" sz="2400">
                <a:solidFill>
                  <a:schemeClr val="tx2"/>
                </a:solidFill>
                <a:latin typeface="Cambria" panose="02040503050406030204" charset="0"/>
                <a:ea typeface="华文楷体" panose="02010600040101010101" pitchFamily="2" charset="-122"/>
              </a:rPr>
              <a:t> </a:t>
            </a:r>
          </a:p>
          <a:p>
            <a:pPr marL="342900" indent="-342900"/>
            <a:r>
              <a:rPr lang="en-US" altLang="zh-CN" sz="2400" b="1">
                <a:latin typeface="Times New Roman" panose="02020603050405020304" pitchFamily="18" charset="0"/>
                <a:ea typeface="楷体_GB2312" pitchFamily="49" charset="-122"/>
              </a:rPr>
              <a:t>    </a:t>
            </a:r>
            <a:r>
              <a:rPr lang="zh-CN" altLang="en-US" sz="2400" b="1">
                <a:latin typeface="Times New Roman" panose="02020603050405020304" pitchFamily="18" charset="0"/>
                <a:ea typeface="楷体_GB2312" pitchFamily="49" charset="-122"/>
              </a:rPr>
              <a:t>此句将其中一句改成定语从句</a:t>
            </a:r>
          </a:p>
          <a:p>
            <a:pPr marL="342900" indent="-342900"/>
            <a:r>
              <a:rPr lang="zh-CN" altLang="en-US" sz="2400" b="1">
                <a:latin typeface="Times New Roman" panose="02020603050405020304" pitchFamily="18" charset="0"/>
                <a:ea typeface="楷体_GB2312" pitchFamily="49" charset="-122"/>
              </a:rPr>
              <a:t>应该为：</a:t>
            </a:r>
            <a:r>
              <a:rPr lang="en-US" altLang="zh-CN" sz="2400" b="1">
                <a:solidFill>
                  <a:schemeClr val="tx2"/>
                </a:solidFill>
                <a:latin typeface="Times New Roman" panose="02020603050405020304" pitchFamily="18" charset="0"/>
              </a:rPr>
              <a:t>Some people </a:t>
            </a:r>
            <a:r>
              <a:rPr lang="en-US" altLang="zh-CN" sz="2400" b="1" u="sng">
                <a:solidFill>
                  <a:schemeClr val="tx2"/>
                </a:solidFill>
                <a:latin typeface="Times New Roman" panose="02020603050405020304" pitchFamily="18" charset="0"/>
              </a:rPr>
              <a:t>who can not distinguish between</a:t>
            </a:r>
          </a:p>
          <a:p>
            <a:pPr marL="342900" indent="-342900"/>
            <a:r>
              <a:rPr lang="en-US" altLang="zh-CN" sz="2400" b="1">
                <a:solidFill>
                  <a:schemeClr val="tx2"/>
                </a:solidFill>
                <a:latin typeface="Times New Roman" panose="02020603050405020304" pitchFamily="18" charset="0"/>
              </a:rPr>
              <a:t>              </a:t>
            </a:r>
            <a:r>
              <a:rPr lang="en-US" altLang="zh-CN" sz="2400" b="1" u="sng">
                <a:solidFill>
                  <a:schemeClr val="tx2"/>
                </a:solidFill>
                <a:latin typeface="Times New Roman" panose="02020603050405020304" pitchFamily="18" charset="0"/>
              </a:rPr>
              <a:t> colors</a:t>
            </a:r>
            <a:r>
              <a:rPr lang="en-US" altLang="zh-CN" sz="2400" b="1">
                <a:solidFill>
                  <a:schemeClr val="tx2"/>
                </a:solidFill>
                <a:latin typeface="Times New Roman" panose="02020603050405020304" pitchFamily="18" charset="0"/>
              </a:rPr>
              <a:t> are said to be color-blinded.</a:t>
            </a:r>
            <a:r>
              <a:rPr lang="en-US" altLang="zh-CN" sz="2400">
                <a:solidFill>
                  <a:schemeClr val="tx2"/>
                </a:solidFill>
                <a:latin typeface="Times New Roman" panose="02020603050405020304" pitchFamily="18" charset="0"/>
              </a:rPr>
              <a:t> </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3250" name="Text Box 4"/>
          <p:cNvSpPr txBox="1">
            <a:spLocks noChangeArrowheads="1"/>
          </p:cNvSpPr>
          <p:nvPr/>
        </p:nvSpPr>
        <p:spPr bwMode="auto">
          <a:xfrm>
            <a:off x="539750" y="1196975"/>
            <a:ext cx="7488238" cy="2227263"/>
          </a:xfrm>
          <a:prstGeom prst="rect">
            <a:avLst/>
          </a:prstGeom>
          <a:noFill/>
          <a:ln w="9525">
            <a:noFill/>
            <a:miter lim="800000"/>
          </a:ln>
        </p:spPr>
        <p:txBody>
          <a:bodyPr>
            <a:spAutoFit/>
          </a:bodyPr>
          <a:lstStyle/>
          <a:p>
            <a:pPr>
              <a:spcBef>
                <a:spcPct val="20000"/>
              </a:spcBef>
            </a:pPr>
            <a:r>
              <a:rPr lang="en-US" altLang="zh-CN" sz="2800" b="1">
                <a:latin typeface="Times New Roman" panose="02020603050405020304" pitchFamily="18" charset="0"/>
              </a:rPr>
              <a:t>b. He found the kitchen window open. He put a ladder against the window. He climbed in</a:t>
            </a:r>
            <a:r>
              <a:rPr lang="en-US" altLang="zh-CN" sz="2800">
                <a:latin typeface="Times New Roman" panose="02020603050405020304" pitchFamily="18" charset="0"/>
              </a:rPr>
              <a:t>.</a:t>
            </a:r>
          </a:p>
          <a:p>
            <a:r>
              <a:rPr lang="zh-CN" altLang="en-US" sz="2800" b="1">
                <a:latin typeface="Times New Roman" panose="02020603050405020304" pitchFamily="18" charset="0"/>
                <a:ea typeface="楷体_GB2312" pitchFamily="49" charset="-122"/>
              </a:rPr>
              <a:t>此句子可改为：</a:t>
            </a:r>
          </a:p>
          <a:p>
            <a:r>
              <a:rPr lang="en-US" altLang="zh-CN" sz="2800" b="1">
                <a:solidFill>
                  <a:schemeClr val="tx2"/>
                </a:solidFill>
                <a:latin typeface="Times New Roman" panose="02020603050405020304" pitchFamily="18" charset="0"/>
              </a:rPr>
              <a:t>Finding the kitchen window open, he put a ladder against it and climbed in.</a:t>
            </a: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395288" y="620713"/>
            <a:ext cx="7696200" cy="4895850"/>
          </a:xfrm>
        </p:spPr>
        <p:txBody>
          <a:bodyPr/>
          <a:lstStyle/>
          <a:p>
            <a:pPr marL="609600" indent="-609600" eaLnBrk="1" hangingPunct="1">
              <a:lnSpc>
                <a:spcPct val="90000"/>
              </a:lnSpc>
              <a:buFontTx/>
              <a:buNone/>
            </a:pPr>
            <a:r>
              <a:rPr lang="en-US" altLang="zh-CN" b="1">
                <a:latin typeface="楷体_GB2312" pitchFamily="49" charset="-122"/>
                <a:ea typeface="楷体_GB2312" pitchFamily="49" charset="-122"/>
              </a:rPr>
              <a:t>(3) </a:t>
            </a:r>
            <a:r>
              <a:rPr lang="zh-CN" altLang="en-US" b="1">
                <a:latin typeface="楷体_GB2312" pitchFamily="49" charset="-122"/>
                <a:ea typeface="楷体_GB2312" pitchFamily="49" charset="-122"/>
              </a:rPr>
              <a:t>随意转换。</a:t>
            </a:r>
          </a:p>
          <a:p>
            <a:pPr marL="609600" indent="-609600" eaLnBrk="1" hangingPunct="1">
              <a:lnSpc>
                <a:spcPct val="90000"/>
              </a:lnSpc>
              <a:buFontTx/>
              <a:buNone/>
            </a:pPr>
            <a:r>
              <a:rPr lang="zh-CN" altLang="en-US" sz="2800">
                <a:latin typeface="Times New Roman" panose="02020603050405020304" pitchFamily="18" charset="0"/>
              </a:rPr>
              <a:t>               </a:t>
            </a:r>
            <a:r>
              <a:rPr lang="zh-CN" altLang="en-US" sz="2800" b="1">
                <a:latin typeface="Times New Roman" panose="02020603050405020304" pitchFamily="18" charset="0"/>
                <a:ea typeface="楷体_GB2312" pitchFamily="49" charset="-122"/>
              </a:rPr>
              <a:t>英语句子的时态、语态、语气等在句中必须保持一致，随意转换往往造成句子意思模糊不清。</a:t>
            </a:r>
          </a:p>
          <a:p>
            <a:pPr marL="609600" indent="-609600" eaLnBrk="1" hangingPunct="1">
              <a:lnSpc>
                <a:spcPct val="90000"/>
              </a:lnSpc>
              <a:buFontTx/>
              <a:buNone/>
            </a:pPr>
            <a:r>
              <a:rPr lang="zh-CN" altLang="en-US" sz="2800" b="1">
                <a:latin typeface="Times New Roman" panose="02020603050405020304" pitchFamily="18" charset="0"/>
              </a:rPr>
              <a:t>       ① 时态的随意转换。</a:t>
            </a:r>
          </a:p>
          <a:p>
            <a:pPr marL="609600" indent="-609600" eaLnBrk="1" hangingPunct="1">
              <a:lnSpc>
                <a:spcPct val="90000"/>
              </a:lnSpc>
              <a:buFontTx/>
              <a:buAutoNum type="alphaLcPeriod"/>
            </a:pPr>
            <a:r>
              <a:rPr lang="en-US" altLang="zh-CN" sz="2800" b="1">
                <a:latin typeface="Times New Roman" panose="02020603050405020304" pitchFamily="18" charset="0"/>
              </a:rPr>
              <a:t>They did not know when they will go to the Great Wall.</a:t>
            </a:r>
          </a:p>
          <a:p>
            <a:pPr marL="609600" indent="-609600" eaLnBrk="1" hangingPunct="1">
              <a:lnSpc>
                <a:spcPct val="90000"/>
              </a:lnSpc>
              <a:buFontTx/>
              <a:buNone/>
            </a:pPr>
            <a:r>
              <a:rPr lang="en-US" altLang="zh-CN" sz="2800" b="1">
                <a:latin typeface="Times New Roman" panose="02020603050405020304" pitchFamily="18" charset="0"/>
              </a:rPr>
              <a:t>       </a:t>
            </a:r>
            <a:r>
              <a:rPr lang="zh-CN" altLang="en-US" sz="2800" b="1">
                <a:latin typeface="Times New Roman" panose="02020603050405020304" pitchFamily="18" charset="0"/>
              </a:rPr>
              <a:t>应改为：</a:t>
            </a:r>
          </a:p>
          <a:p>
            <a:pPr marL="609600" indent="-609600" eaLnBrk="1" hangingPunct="1">
              <a:lnSpc>
                <a:spcPct val="90000"/>
              </a:lnSpc>
              <a:buFontTx/>
              <a:buNone/>
            </a:pPr>
            <a:r>
              <a:rPr lang="zh-CN" altLang="en-US" sz="2800" b="1">
                <a:solidFill>
                  <a:schemeClr val="tx2"/>
                </a:solidFill>
                <a:latin typeface="Times New Roman" panose="02020603050405020304" pitchFamily="18" charset="0"/>
              </a:rPr>
              <a:t>       </a:t>
            </a:r>
            <a:r>
              <a:rPr lang="en-US" altLang="zh-CN" sz="2800" b="1">
                <a:solidFill>
                  <a:schemeClr val="tx2"/>
                </a:solidFill>
                <a:latin typeface="Times New Roman" panose="02020603050405020304" pitchFamily="18" charset="0"/>
              </a:rPr>
              <a:t>They did not know when they would go to the Great Wall.</a:t>
            </a:r>
          </a:p>
          <a:p>
            <a:pPr marL="609600" indent="-609600" eaLnBrk="1" hangingPunct="1">
              <a:lnSpc>
                <a:spcPct val="90000"/>
              </a:lnSpc>
              <a:buFontTx/>
              <a:buNone/>
            </a:pPr>
            <a:r>
              <a:rPr lang="en-US" altLang="zh-CN" sz="2800" b="1">
                <a:solidFill>
                  <a:schemeClr val="tx2"/>
                </a:solidFill>
                <a:latin typeface="Times New Roman" panose="02020603050405020304" pitchFamily="18" charset="0"/>
              </a:rPr>
              <a:t>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1" name="Rectangle 3"/>
          <p:cNvSpPr>
            <a:spLocks noGrp="1" noChangeArrowheads="1"/>
          </p:cNvSpPr>
          <p:nvPr>
            <p:ph idx="1"/>
          </p:nvPr>
        </p:nvSpPr>
        <p:spPr>
          <a:xfrm>
            <a:off x="395288" y="1412875"/>
            <a:ext cx="8424862" cy="3887788"/>
          </a:xfrm>
        </p:spPr>
        <p:txBody>
          <a:bodyPr/>
          <a:lstStyle/>
          <a:p>
            <a:pPr marL="381000" indent="-381000" eaLnBrk="1" hangingPunct="1">
              <a:lnSpc>
                <a:spcPct val="90000"/>
              </a:lnSpc>
              <a:buFontTx/>
              <a:buNone/>
            </a:pPr>
            <a:endParaRPr lang="en-US" altLang="zh-CN" sz="3600" b="1"/>
          </a:p>
          <a:p>
            <a:pPr marL="381000" indent="-381000" eaLnBrk="1" hangingPunct="1">
              <a:lnSpc>
                <a:spcPct val="90000"/>
              </a:lnSpc>
              <a:buFontTx/>
              <a:buNone/>
            </a:pPr>
            <a:r>
              <a:rPr lang="en-US" altLang="zh-CN" b="1">
                <a:latin typeface="楷体_GB2312" pitchFamily="49" charset="-122"/>
                <a:ea typeface="楷体_GB2312" pitchFamily="49" charset="-122"/>
              </a:rPr>
              <a:t>② </a:t>
            </a:r>
            <a:r>
              <a:rPr lang="zh-CN" altLang="en-US" b="1">
                <a:latin typeface="楷体_GB2312" pitchFamily="49" charset="-122"/>
                <a:ea typeface="楷体_GB2312" pitchFamily="49" charset="-122"/>
              </a:rPr>
              <a:t>语态和主语的随意转换。</a:t>
            </a:r>
          </a:p>
          <a:p>
            <a:pPr marL="381000" indent="-381000" eaLnBrk="1" hangingPunct="1">
              <a:lnSpc>
                <a:spcPct val="90000"/>
              </a:lnSpc>
              <a:buFontTx/>
              <a:buAutoNum type="alphaLcPeriod"/>
            </a:pPr>
            <a:r>
              <a:rPr lang="en-US" altLang="zh-CN" b="1">
                <a:latin typeface="Times New Roman" panose="02020603050405020304" pitchFamily="18" charset="0"/>
              </a:rPr>
              <a:t>He was running very hard in the race and his ankle was broken.</a:t>
            </a:r>
          </a:p>
          <a:p>
            <a:pPr marL="381000" indent="-381000" eaLnBrk="1" hangingPunct="1">
              <a:lnSpc>
                <a:spcPct val="90000"/>
              </a:lnSpc>
              <a:buFontTx/>
              <a:buNone/>
            </a:pPr>
            <a:r>
              <a:rPr lang="en-US" altLang="zh-CN" b="1">
                <a:latin typeface="Times New Roman" panose="02020603050405020304" pitchFamily="18" charset="0"/>
              </a:rPr>
              <a:t>   </a:t>
            </a:r>
            <a:r>
              <a:rPr lang="zh-CN" altLang="en-US" sz="2800" b="1">
                <a:latin typeface="Times New Roman" panose="02020603050405020304" pitchFamily="18" charset="0"/>
              </a:rPr>
              <a:t>应改为：</a:t>
            </a:r>
          </a:p>
          <a:p>
            <a:pPr marL="381000" indent="-381000" eaLnBrk="1" hangingPunct="1">
              <a:lnSpc>
                <a:spcPct val="90000"/>
              </a:lnSpc>
              <a:buFontTx/>
              <a:buNone/>
            </a:pPr>
            <a:r>
              <a:rPr lang="zh-CN" altLang="en-US" b="1">
                <a:solidFill>
                  <a:schemeClr val="tx2"/>
                </a:solidFill>
                <a:latin typeface="Times New Roman" panose="02020603050405020304" pitchFamily="18" charset="0"/>
              </a:rPr>
              <a:t>    </a:t>
            </a:r>
            <a:r>
              <a:rPr lang="en-US" altLang="zh-CN" b="1">
                <a:solidFill>
                  <a:schemeClr val="tx2"/>
                </a:solidFill>
                <a:latin typeface="Times New Roman" panose="02020603050405020304" pitchFamily="18" charset="0"/>
              </a:rPr>
              <a:t>He was running very hard in the race and broke his ankle.</a:t>
            </a:r>
          </a:p>
          <a:p>
            <a:pPr marL="381000" indent="-381000" eaLnBrk="1" hangingPunct="1">
              <a:lnSpc>
                <a:spcPct val="90000"/>
              </a:lnSpc>
            </a:pPr>
            <a:endParaRPr lang="en-US" altLang="zh-CN" b="1">
              <a:solidFill>
                <a:schemeClr val="tx2"/>
              </a:solidFill>
              <a:latin typeface="Times New Roman" panose="02020603050405020304" pitchFamily="18" charset="0"/>
            </a:endParaRPr>
          </a:p>
          <a:p>
            <a:pPr marL="381000" indent="-381000" eaLnBrk="1" hangingPunct="1">
              <a:lnSpc>
                <a:spcPct val="90000"/>
              </a:lnSpc>
              <a:buFontTx/>
              <a:buNone/>
            </a:pPr>
            <a:endParaRPr lang="en-US" altLang="zh-CN" sz="4000" b="1">
              <a:solidFill>
                <a:schemeClr val="tx2"/>
              </a:solidFill>
              <a:latin typeface="Times New Roman" panose="02020603050405020304" pitchFamily="18" charset="0"/>
            </a:endParaRPr>
          </a:p>
          <a:p>
            <a:pPr marL="381000" indent="-381000" eaLnBrk="1" hangingPunct="1">
              <a:lnSpc>
                <a:spcPct val="90000"/>
              </a:lnSpc>
            </a:pPr>
            <a:endParaRPr lang="en-US" altLang="zh-CN">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1571">
                                            <p:txEl>
                                              <p:pRg st="3" end="3"/>
                                            </p:txEl>
                                          </p:spTgt>
                                        </p:tgtEl>
                                        <p:attrNameLst>
                                          <p:attrName>style.visibility</p:attrName>
                                        </p:attrNameLst>
                                      </p:cBhvr>
                                      <p:to>
                                        <p:strVal val="visible"/>
                                      </p:to>
                                    </p:set>
                                    <p:anim calcmode="lin" valueType="num">
                                      <p:cBhvr additive="base">
                                        <p:cTn id="7" dur="500" fill="hold"/>
                                        <p:tgtEl>
                                          <p:spTgt spid="62157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157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1571">
                                            <p:txEl>
                                              <p:pRg st="4" end="4"/>
                                            </p:txEl>
                                          </p:spTgt>
                                        </p:tgtEl>
                                        <p:attrNameLst>
                                          <p:attrName>style.visibility</p:attrName>
                                        </p:attrNameLst>
                                      </p:cBhvr>
                                      <p:to>
                                        <p:strVal val="visible"/>
                                      </p:to>
                                    </p:set>
                                    <p:anim calcmode="lin" valueType="num">
                                      <p:cBhvr additive="base">
                                        <p:cTn id="11" dur="500" fill="hold"/>
                                        <p:tgtEl>
                                          <p:spTgt spid="62157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15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Grp="1" noChangeArrowheads="1"/>
          </p:cNvSpPr>
          <p:nvPr>
            <p:ph idx="1"/>
          </p:nvPr>
        </p:nvSpPr>
        <p:spPr>
          <a:xfrm>
            <a:off x="539750" y="1052513"/>
            <a:ext cx="7696200" cy="3657600"/>
          </a:xfrm>
        </p:spPr>
        <p:txBody>
          <a:bodyPr/>
          <a:lstStyle/>
          <a:p>
            <a:pPr eaLnBrk="1" hangingPunct="1">
              <a:lnSpc>
                <a:spcPct val="90000"/>
              </a:lnSpc>
              <a:buFontTx/>
              <a:buNone/>
            </a:pPr>
            <a:r>
              <a:rPr lang="en-US" altLang="zh-CN" sz="2800" b="1">
                <a:latin typeface="Times New Roman" panose="02020603050405020304" pitchFamily="18" charset="0"/>
              </a:rPr>
              <a:t>b. The teacher left the classroom after the lecture was finished.</a:t>
            </a:r>
          </a:p>
          <a:p>
            <a:pPr eaLnBrk="1" hangingPunct="1">
              <a:lnSpc>
                <a:spcPct val="90000"/>
              </a:lnSpc>
              <a:buFontTx/>
              <a:buNone/>
            </a:pPr>
            <a:r>
              <a:rPr lang="en-US" altLang="zh-CN" sz="2800" b="1">
                <a:latin typeface="Times New Roman" panose="02020603050405020304" pitchFamily="18" charset="0"/>
              </a:rPr>
              <a:t>     </a:t>
            </a:r>
            <a:r>
              <a:rPr lang="zh-CN" altLang="en-US" sz="2800" b="1">
                <a:latin typeface="Times New Roman" panose="02020603050405020304" pitchFamily="18" charset="0"/>
              </a:rPr>
              <a:t>应改为：</a:t>
            </a:r>
          </a:p>
          <a:p>
            <a:pPr eaLnBrk="1" hangingPunct="1">
              <a:lnSpc>
                <a:spcPct val="90000"/>
              </a:lnSpc>
              <a:buFontTx/>
              <a:buNone/>
            </a:pPr>
            <a:r>
              <a:rPr lang="zh-CN" altLang="en-US" sz="3600" b="1">
                <a:solidFill>
                  <a:schemeClr val="tx2"/>
                </a:solidFill>
                <a:latin typeface="Times New Roman" panose="02020603050405020304" pitchFamily="18" charset="0"/>
              </a:rPr>
              <a:t>   </a:t>
            </a:r>
            <a:r>
              <a:rPr lang="en-US" altLang="zh-CN" sz="2800" b="1">
                <a:solidFill>
                  <a:schemeClr val="tx2"/>
                </a:solidFill>
                <a:latin typeface="Times New Roman" panose="02020603050405020304" pitchFamily="18" charset="0"/>
              </a:rPr>
              <a:t>The teacher left the classroom after he finished the lecture.</a:t>
            </a:r>
          </a:p>
          <a:p>
            <a:pPr eaLnBrk="1" hangingPunct="1">
              <a:lnSpc>
                <a:spcPct val="90000"/>
              </a:lnSpc>
              <a:buFontTx/>
              <a:buNone/>
            </a:pPr>
            <a:r>
              <a:rPr lang="en-US" altLang="zh-CN" sz="2800" b="1">
                <a:solidFill>
                  <a:schemeClr val="tx2"/>
                </a:solidFill>
                <a:latin typeface="Times New Roman" panose="02020603050405020304" pitchFamily="18" charset="0"/>
              </a:rPr>
              <a:t>  </a:t>
            </a:r>
            <a:r>
              <a:rPr lang="zh-CN" altLang="en-US" sz="2800" b="1">
                <a:solidFill>
                  <a:schemeClr val="tx2"/>
                </a:solidFill>
                <a:latin typeface="Times New Roman" panose="02020603050405020304" pitchFamily="18" charset="0"/>
              </a:rPr>
              <a:t>或：</a:t>
            </a:r>
          </a:p>
          <a:p>
            <a:pPr eaLnBrk="1" hangingPunct="1">
              <a:lnSpc>
                <a:spcPct val="90000"/>
              </a:lnSpc>
              <a:buFontTx/>
              <a:buNone/>
            </a:pPr>
            <a:r>
              <a:rPr lang="zh-CN" altLang="en-US" sz="2800" b="1">
                <a:solidFill>
                  <a:schemeClr val="tx2"/>
                </a:solidFill>
                <a:latin typeface="Times New Roman" panose="02020603050405020304" pitchFamily="18" charset="0"/>
              </a:rPr>
              <a:t>   </a:t>
            </a:r>
            <a:r>
              <a:rPr lang="en-US" altLang="zh-CN" sz="2800" b="1">
                <a:solidFill>
                  <a:schemeClr val="tx2"/>
                </a:solidFill>
                <a:latin typeface="Times New Roman" panose="02020603050405020304" pitchFamily="18" charset="0"/>
              </a:rPr>
              <a:t>Having finished the lecture, the teacher left the classroom.</a:t>
            </a:r>
          </a:p>
          <a:p>
            <a:pPr eaLnBrk="1" hangingPunct="1">
              <a:lnSpc>
                <a:spcPct val="90000"/>
              </a:lnSpc>
              <a:buFontTx/>
              <a:buNone/>
            </a:pPr>
            <a:endParaRPr lang="en-US" altLang="zh-CN" sz="2800" b="1">
              <a:solidFill>
                <a:schemeClr val="tx2"/>
              </a:solidFill>
              <a:latin typeface="Times New Roman" panose="02020603050405020304" pitchFamily="18" charset="0"/>
            </a:endParaRPr>
          </a:p>
          <a:p>
            <a:pPr eaLnBrk="1" hangingPunct="1">
              <a:lnSpc>
                <a:spcPct val="90000"/>
              </a:lnSpc>
            </a:pPr>
            <a:endParaRPr lang="en-US" altLang="zh-CN" sz="2800">
              <a:latin typeface="Times New Roman" panose="02020603050405020304" pitchFamily="18" charset="0"/>
            </a:endParaRPr>
          </a:p>
          <a:p>
            <a:pPr eaLnBrk="1" hangingPunct="1">
              <a:lnSpc>
                <a:spcPct val="90000"/>
              </a:lnSpc>
            </a:pPr>
            <a:endParaRPr lang="en-US" altLang="zh-CN" sz="2400"/>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3619">
                                            <p:txEl>
                                              <p:pRg st="1" end="1"/>
                                            </p:txEl>
                                          </p:spTgt>
                                        </p:tgtEl>
                                        <p:attrNameLst>
                                          <p:attrName>style.visibility</p:attrName>
                                        </p:attrNameLst>
                                      </p:cBhvr>
                                      <p:to>
                                        <p:strVal val="visible"/>
                                      </p:to>
                                    </p:set>
                                    <p:anim calcmode="lin" valueType="num">
                                      <p:cBhvr additive="base">
                                        <p:cTn id="7" dur="500" fill="hold"/>
                                        <p:tgtEl>
                                          <p:spTgt spid="6236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361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3619">
                                            <p:txEl>
                                              <p:pRg st="2" end="2"/>
                                            </p:txEl>
                                          </p:spTgt>
                                        </p:tgtEl>
                                        <p:attrNameLst>
                                          <p:attrName>style.visibility</p:attrName>
                                        </p:attrNameLst>
                                      </p:cBhvr>
                                      <p:to>
                                        <p:strVal val="visible"/>
                                      </p:to>
                                    </p:set>
                                    <p:anim calcmode="lin" valueType="num">
                                      <p:cBhvr additive="base">
                                        <p:cTn id="11" dur="500" fill="hold"/>
                                        <p:tgtEl>
                                          <p:spTgt spid="62361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36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23619">
                                            <p:txEl>
                                              <p:pRg st="4" end="4"/>
                                            </p:txEl>
                                          </p:spTgt>
                                        </p:tgtEl>
                                        <p:attrNameLst>
                                          <p:attrName>style.visibility</p:attrName>
                                        </p:attrNameLst>
                                      </p:cBhvr>
                                      <p:to>
                                        <p:strVal val="visible"/>
                                      </p:to>
                                    </p:set>
                                    <p:animEffect transition="in" filter="box(in)">
                                      <p:cBhvr>
                                        <p:cTn id="17" dur="500"/>
                                        <p:tgtEl>
                                          <p:spTgt spid="6236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68644" name="Text Box 4"/>
          <p:cNvSpPr txBox="1">
            <a:spLocks noChangeArrowheads="1"/>
          </p:cNvSpPr>
          <p:nvPr/>
        </p:nvSpPr>
        <p:spPr bwMode="auto">
          <a:xfrm>
            <a:off x="611188" y="981075"/>
            <a:ext cx="8208962" cy="3141663"/>
          </a:xfrm>
          <a:prstGeom prst="rect">
            <a:avLst/>
          </a:prstGeom>
          <a:noFill/>
          <a:ln w="9525">
            <a:noFill/>
            <a:miter lim="800000"/>
          </a:ln>
        </p:spPr>
        <p:txBody>
          <a:bodyPr>
            <a:spAutoFit/>
          </a:bodyPr>
          <a:lstStyle/>
          <a:p>
            <a:endParaRPr lang="en-US" altLang="zh-CN" sz="3200" b="1">
              <a:latin typeface="Cambria" panose="02040503050406030204" charset="0"/>
            </a:endParaRPr>
          </a:p>
          <a:p>
            <a:r>
              <a:rPr lang="en-US" altLang="zh-CN" sz="2800">
                <a:latin typeface="Times New Roman" panose="02020603050405020304" pitchFamily="18" charset="0"/>
              </a:rPr>
              <a:t>c. </a:t>
            </a:r>
            <a:r>
              <a:rPr lang="en-US" altLang="zh-CN" sz="2800" b="1">
                <a:latin typeface="Times New Roman" panose="02020603050405020304" pitchFamily="18" charset="0"/>
              </a:rPr>
              <a:t>She reviewed the lessons and all the exercises</a:t>
            </a:r>
          </a:p>
          <a:p>
            <a:r>
              <a:rPr lang="en-US" altLang="zh-CN" sz="2800" b="1">
                <a:latin typeface="Times New Roman" panose="02020603050405020304" pitchFamily="18" charset="0"/>
              </a:rPr>
              <a:t>    assigned by the teacher were done</a:t>
            </a:r>
            <a:r>
              <a:rPr lang="en-US" altLang="zh-CN" sz="2800">
                <a:latin typeface="Times New Roman" panose="02020603050405020304" pitchFamily="18" charset="0"/>
              </a:rPr>
              <a:t>.</a:t>
            </a:r>
          </a:p>
          <a:p>
            <a:endParaRPr lang="en-US" altLang="zh-CN" sz="2800">
              <a:latin typeface="Times New Roman" panose="02020603050405020304" pitchFamily="18" charset="0"/>
            </a:endParaRPr>
          </a:p>
          <a:p>
            <a:r>
              <a:rPr lang="zh-CN" altLang="en-US" sz="2800" b="1">
                <a:latin typeface="Times New Roman" panose="02020603050405020304" pitchFamily="18" charset="0"/>
              </a:rPr>
              <a:t>应改为</a:t>
            </a:r>
            <a:r>
              <a:rPr lang="zh-CN" altLang="en-US" sz="2800">
                <a:latin typeface="Times New Roman" panose="02020603050405020304" pitchFamily="18" charset="0"/>
              </a:rPr>
              <a:t>：</a:t>
            </a:r>
          </a:p>
          <a:p>
            <a:r>
              <a:rPr lang="zh-CN" altLang="en-US" sz="2800" b="1">
                <a:solidFill>
                  <a:schemeClr val="tx2"/>
                </a:solidFill>
                <a:latin typeface="Times New Roman" panose="02020603050405020304" pitchFamily="18" charset="0"/>
              </a:rPr>
              <a:t> </a:t>
            </a:r>
            <a:r>
              <a:rPr lang="en-US" altLang="zh-CN" sz="2800" b="1">
                <a:solidFill>
                  <a:schemeClr val="tx2"/>
                </a:solidFill>
                <a:latin typeface="Times New Roman" panose="02020603050405020304" pitchFamily="18" charset="0"/>
              </a:rPr>
              <a:t>She reviewed the lessons and did all the exercises assigned by the teacher.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68644">
                                            <p:txEl>
                                              <p:pRg st="4" end="4"/>
                                            </p:txEl>
                                          </p:spTgt>
                                        </p:tgtEl>
                                        <p:attrNameLst>
                                          <p:attrName>style.visibility</p:attrName>
                                        </p:attrNameLst>
                                      </p:cBhvr>
                                      <p:to>
                                        <p:strVal val="visible"/>
                                      </p:to>
                                    </p:set>
                                    <p:animEffect transition="in" filter="diamond(in)">
                                      <p:cBhvr>
                                        <p:cTn id="7" dur="2000"/>
                                        <p:tgtEl>
                                          <p:spTgt spid="368644">
                                            <p:txEl>
                                              <p:pRg st="4" end="4"/>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68644">
                                            <p:txEl>
                                              <p:pRg st="5" end="5"/>
                                            </p:txEl>
                                          </p:spTgt>
                                        </p:tgtEl>
                                        <p:attrNameLst>
                                          <p:attrName>style.visibility</p:attrName>
                                        </p:attrNameLst>
                                      </p:cBhvr>
                                      <p:to>
                                        <p:strVal val="visible"/>
                                      </p:to>
                                    </p:set>
                                    <p:animEffect transition="in" filter="diamond(in)">
                                      <p:cBhvr>
                                        <p:cTn id="10" dur="2000"/>
                                        <p:tgtEl>
                                          <p:spTgt spid="36864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7" name="Rectangle 3"/>
          <p:cNvSpPr>
            <a:spLocks noGrp="1" noChangeArrowheads="1"/>
          </p:cNvSpPr>
          <p:nvPr>
            <p:ph idx="1"/>
          </p:nvPr>
        </p:nvSpPr>
        <p:spPr>
          <a:xfrm>
            <a:off x="323850" y="1196975"/>
            <a:ext cx="8280400" cy="3657600"/>
          </a:xfrm>
        </p:spPr>
        <p:txBody>
          <a:bodyPr/>
          <a:lstStyle/>
          <a:p>
            <a:pPr marL="609600" indent="-609600" eaLnBrk="1" hangingPunct="1">
              <a:lnSpc>
                <a:spcPct val="80000"/>
              </a:lnSpc>
              <a:buFontTx/>
              <a:buAutoNum type="circleNumDbPlain" startAt="3"/>
            </a:pPr>
            <a:r>
              <a:rPr lang="zh-CN" altLang="en-US" b="1">
                <a:latin typeface="Times New Roman" panose="02020603050405020304" pitchFamily="18" charset="0"/>
              </a:rPr>
              <a:t>语气随意转换</a:t>
            </a:r>
            <a:r>
              <a:rPr lang="zh-CN" altLang="en-US">
                <a:latin typeface="Times New Roman" panose="02020603050405020304" pitchFamily="18" charset="0"/>
              </a:rPr>
              <a:t>。</a:t>
            </a:r>
          </a:p>
          <a:p>
            <a:pPr marL="609600" indent="-609600" eaLnBrk="1" hangingPunct="1">
              <a:lnSpc>
                <a:spcPct val="80000"/>
              </a:lnSpc>
              <a:buFontTx/>
              <a:buNone/>
            </a:pPr>
            <a:r>
              <a:rPr lang="en-US" altLang="zh-CN" sz="3600">
                <a:latin typeface="Times New Roman" panose="02020603050405020304" pitchFamily="18" charset="0"/>
              </a:rPr>
              <a:t>a.  First stop the noise and then you may start discussion.</a:t>
            </a:r>
          </a:p>
          <a:p>
            <a:pPr marL="609600" indent="-609600" eaLnBrk="1" hangingPunct="1">
              <a:lnSpc>
                <a:spcPct val="80000"/>
              </a:lnSpc>
              <a:buFontTx/>
              <a:buNone/>
            </a:pPr>
            <a:r>
              <a:rPr lang="en-US" altLang="zh-CN" sz="3600" b="1">
                <a:latin typeface="Times New Roman" panose="02020603050405020304" pitchFamily="18" charset="0"/>
              </a:rPr>
              <a:t>   </a:t>
            </a:r>
            <a:r>
              <a:rPr lang="zh-CN" altLang="en-US" sz="3600" b="1">
                <a:latin typeface="Times New Roman" panose="02020603050405020304" pitchFamily="18" charset="0"/>
              </a:rPr>
              <a:t>应改为</a:t>
            </a:r>
            <a:r>
              <a:rPr lang="zh-CN" altLang="en-US" sz="3600">
                <a:latin typeface="Times New Roman" panose="02020603050405020304" pitchFamily="18" charset="0"/>
              </a:rPr>
              <a:t>：</a:t>
            </a:r>
          </a:p>
          <a:p>
            <a:pPr marL="609600" indent="-609600" eaLnBrk="1" hangingPunct="1">
              <a:lnSpc>
                <a:spcPct val="80000"/>
              </a:lnSpc>
              <a:buFontTx/>
              <a:buNone/>
            </a:pPr>
            <a:r>
              <a:rPr lang="zh-CN" altLang="en-US" sz="3600">
                <a:latin typeface="Times New Roman" panose="02020603050405020304" pitchFamily="18" charset="0"/>
              </a:rPr>
              <a:t>     </a:t>
            </a:r>
            <a:r>
              <a:rPr lang="en-US" altLang="zh-CN" sz="3600">
                <a:solidFill>
                  <a:schemeClr val="tx2"/>
                </a:solidFill>
                <a:latin typeface="Times New Roman" panose="02020603050405020304" pitchFamily="18" charset="0"/>
              </a:rPr>
              <a:t>First stop the noise and then start discussion</a:t>
            </a:r>
            <a:r>
              <a:rPr lang="en-US" altLang="zh-CN" sz="2800">
                <a:solidFill>
                  <a:schemeClr val="tx2"/>
                </a:solidFill>
                <a:latin typeface="Times New Roman" panose="02020603050405020304" pitchFamily="18" charset="0"/>
              </a:rPr>
              <a:t>.</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9667">
                                            <p:txEl>
                                              <p:pRg st="2" end="2"/>
                                            </p:txEl>
                                          </p:spTgt>
                                        </p:tgtEl>
                                        <p:attrNameLst>
                                          <p:attrName>style.visibility</p:attrName>
                                        </p:attrNameLst>
                                      </p:cBhvr>
                                      <p:to>
                                        <p:strVal val="visible"/>
                                      </p:to>
                                    </p:set>
                                    <p:animEffect transition="in" filter="checkerboard(across)">
                                      <p:cBhvr>
                                        <p:cTn id="7" dur="500"/>
                                        <p:tgtEl>
                                          <p:spTgt spid="369667">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69667">
                                            <p:txEl>
                                              <p:pRg st="3" end="3"/>
                                            </p:txEl>
                                          </p:spTgt>
                                        </p:tgtEl>
                                        <p:attrNameLst>
                                          <p:attrName>style.visibility</p:attrName>
                                        </p:attrNameLst>
                                      </p:cBhvr>
                                      <p:to>
                                        <p:strVal val="visible"/>
                                      </p:to>
                                    </p:set>
                                    <p:animEffect transition="in" filter="checkerboard(across)">
                                      <p:cBhvr>
                                        <p:cTn id="10" dur="500"/>
                                        <p:tgtEl>
                                          <p:spTgt spid="369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0692" name="Text Box 4"/>
          <p:cNvSpPr txBox="1">
            <a:spLocks noChangeArrowheads="1"/>
          </p:cNvSpPr>
          <p:nvPr/>
        </p:nvSpPr>
        <p:spPr bwMode="auto">
          <a:xfrm>
            <a:off x="179388" y="430213"/>
            <a:ext cx="7561262" cy="4478337"/>
          </a:xfrm>
          <a:prstGeom prst="rect">
            <a:avLst/>
          </a:prstGeom>
          <a:noFill/>
          <a:ln w="9525">
            <a:noFill/>
            <a:miter lim="800000"/>
          </a:ln>
        </p:spPr>
        <p:txBody>
          <a:bodyPr>
            <a:spAutoFit/>
          </a:bodyPr>
          <a:lstStyle/>
          <a:p>
            <a:r>
              <a:rPr lang="en-US" altLang="zh-CN" sz="3200" b="1">
                <a:latin typeface="Cambria" panose="02040503050406030204" charset="0"/>
              </a:rPr>
              <a:t>④ </a:t>
            </a:r>
            <a:r>
              <a:rPr lang="zh-CN" altLang="en-US" sz="3200" b="1">
                <a:latin typeface="Times New Roman" panose="02020603050405020304" pitchFamily="18" charset="0"/>
              </a:rPr>
              <a:t>人称和数的随意转换。</a:t>
            </a:r>
          </a:p>
          <a:p>
            <a:r>
              <a:rPr lang="zh-CN" altLang="en-US" sz="3200" b="1">
                <a:solidFill>
                  <a:schemeClr val="tx2"/>
                </a:solidFill>
                <a:latin typeface="Times New Roman" panose="02020603050405020304" pitchFamily="18" charset="0"/>
              </a:rPr>
              <a:t>    </a:t>
            </a:r>
            <a:r>
              <a:rPr lang="en-US" altLang="zh-CN" sz="3200" b="1">
                <a:latin typeface="Times New Roman" panose="02020603050405020304" pitchFamily="18" charset="0"/>
              </a:rPr>
              <a:t>a. If one has talents, we will be</a:t>
            </a:r>
          </a:p>
          <a:p>
            <a:r>
              <a:rPr lang="en-US" altLang="zh-CN" sz="3200" b="1">
                <a:latin typeface="Times New Roman" panose="02020603050405020304" pitchFamily="18" charset="0"/>
              </a:rPr>
              <a:t>       likely to   succeed.</a:t>
            </a:r>
          </a:p>
          <a:p>
            <a:r>
              <a:rPr lang="en-US" altLang="zh-CN" sz="3200" b="1">
                <a:latin typeface="Times New Roman" panose="02020603050405020304" pitchFamily="18" charset="0"/>
              </a:rPr>
              <a:t>    </a:t>
            </a:r>
            <a:r>
              <a:rPr lang="zh-CN" altLang="en-US" sz="3200" b="1">
                <a:latin typeface="Times New Roman" panose="02020603050405020304" pitchFamily="18" charset="0"/>
              </a:rPr>
              <a:t>应改为：</a:t>
            </a:r>
          </a:p>
          <a:p>
            <a:r>
              <a:rPr lang="zh-CN" altLang="en-US" sz="3200" b="1">
                <a:latin typeface="Times New Roman" panose="02020603050405020304" pitchFamily="18" charset="0"/>
              </a:rPr>
              <a:t>    </a:t>
            </a:r>
            <a:r>
              <a:rPr lang="en-US" altLang="zh-CN" sz="3200" b="1">
                <a:solidFill>
                  <a:schemeClr val="tx2"/>
                </a:solidFill>
                <a:latin typeface="Times New Roman" panose="02020603050405020304" pitchFamily="18" charset="0"/>
              </a:rPr>
              <a:t>If one has talents, one will be likely</a:t>
            </a:r>
          </a:p>
          <a:p>
            <a:r>
              <a:rPr lang="en-US" altLang="zh-CN" sz="3200" b="1">
                <a:solidFill>
                  <a:schemeClr val="tx2"/>
                </a:solidFill>
                <a:latin typeface="Times New Roman" panose="02020603050405020304" pitchFamily="18" charset="0"/>
              </a:rPr>
              <a:t>    to succeed.</a:t>
            </a:r>
          </a:p>
          <a:p>
            <a:r>
              <a:rPr lang="en-US" altLang="zh-CN" sz="3200" b="1">
                <a:solidFill>
                  <a:schemeClr val="tx2"/>
                </a:solidFill>
                <a:latin typeface="Times New Roman" panose="02020603050405020304" pitchFamily="18" charset="0"/>
              </a:rPr>
              <a:t>    </a:t>
            </a:r>
            <a:r>
              <a:rPr lang="zh-CN" altLang="en-US" sz="3200" b="1">
                <a:solidFill>
                  <a:schemeClr val="tx2"/>
                </a:solidFill>
                <a:latin typeface="Times New Roman" panose="02020603050405020304" pitchFamily="18" charset="0"/>
              </a:rPr>
              <a:t>或</a:t>
            </a:r>
            <a:r>
              <a:rPr lang="en-US" altLang="zh-CN" sz="3200" b="1">
                <a:solidFill>
                  <a:schemeClr val="tx2"/>
                </a:solidFill>
                <a:latin typeface="Times New Roman" panose="02020603050405020304" pitchFamily="18" charset="0"/>
              </a:rPr>
              <a:t>: </a:t>
            </a:r>
          </a:p>
          <a:p>
            <a:r>
              <a:rPr lang="en-US" altLang="zh-CN" sz="3200" b="1">
                <a:solidFill>
                  <a:schemeClr val="tx2"/>
                </a:solidFill>
                <a:latin typeface="Times New Roman" panose="02020603050405020304" pitchFamily="18" charset="0"/>
              </a:rPr>
              <a:t>    If we have talents, we will be likely </a:t>
            </a:r>
          </a:p>
          <a:p>
            <a:r>
              <a:rPr lang="en-US" altLang="zh-CN" sz="3200" b="1">
                <a:solidFill>
                  <a:schemeClr val="tx2"/>
                </a:solidFill>
                <a:latin typeface="Times New Roman" panose="02020603050405020304" pitchFamily="18" charset="0"/>
              </a:rPr>
              <a:t>    to succeed.</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0692">
                                            <p:txEl>
                                              <p:pRg st="3" end="3"/>
                                            </p:txEl>
                                          </p:spTgt>
                                        </p:tgtEl>
                                        <p:attrNameLst>
                                          <p:attrName>style.visibility</p:attrName>
                                        </p:attrNameLst>
                                      </p:cBhvr>
                                      <p:to>
                                        <p:strVal val="visible"/>
                                      </p:to>
                                    </p:set>
                                    <p:animEffect transition="in" filter="blinds(horizontal)">
                                      <p:cBhvr>
                                        <p:cTn id="7" dur="500"/>
                                        <p:tgtEl>
                                          <p:spTgt spid="370692">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0692">
                                            <p:txEl>
                                              <p:pRg st="4" end="4"/>
                                            </p:txEl>
                                          </p:spTgt>
                                        </p:tgtEl>
                                        <p:attrNameLst>
                                          <p:attrName>style.visibility</p:attrName>
                                        </p:attrNameLst>
                                      </p:cBhvr>
                                      <p:to>
                                        <p:strVal val="visible"/>
                                      </p:to>
                                    </p:set>
                                    <p:animEffect transition="in" filter="blinds(horizontal)">
                                      <p:cBhvr>
                                        <p:cTn id="10" dur="500"/>
                                        <p:tgtEl>
                                          <p:spTgt spid="370692">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0692">
                                            <p:txEl>
                                              <p:pRg st="5" end="5"/>
                                            </p:txEl>
                                          </p:spTgt>
                                        </p:tgtEl>
                                        <p:attrNameLst>
                                          <p:attrName>style.visibility</p:attrName>
                                        </p:attrNameLst>
                                      </p:cBhvr>
                                      <p:to>
                                        <p:strVal val="visible"/>
                                      </p:to>
                                    </p:set>
                                    <p:animEffect transition="in" filter="blinds(horizontal)">
                                      <p:cBhvr>
                                        <p:cTn id="13" dur="500"/>
                                        <p:tgtEl>
                                          <p:spTgt spid="37069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70692">
                                            <p:txEl>
                                              <p:pRg st="6" end="6"/>
                                            </p:txEl>
                                          </p:spTgt>
                                        </p:tgtEl>
                                        <p:attrNameLst>
                                          <p:attrName>style.visibility</p:attrName>
                                        </p:attrNameLst>
                                      </p:cBhvr>
                                      <p:to>
                                        <p:strVal val="visible"/>
                                      </p:to>
                                    </p:set>
                                    <p:anim calcmode="lin" valueType="num">
                                      <p:cBhvr additive="base">
                                        <p:cTn id="18" dur="500" fill="hold"/>
                                        <p:tgtEl>
                                          <p:spTgt spid="370692">
                                            <p:txEl>
                                              <p:pRg st="6" end="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70692">
                                            <p:txEl>
                                              <p:pRg st="6" end="6"/>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70692">
                                            <p:txEl>
                                              <p:pRg st="7" end="7"/>
                                            </p:txEl>
                                          </p:spTgt>
                                        </p:tgtEl>
                                        <p:attrNameLst>
                                          <p:attrName>style.visibility</p:attrName>
                                        </p:attrNameLst>
                                      </p:cBhvr>
                                      <p:to>
                                        <p:strVal val="visible"/>
                                      </p:to>
                                    </p:set>
                                    <p:anim calcmode="lin" valueType="num">
                                      <p:cBhvr additive="base">
                                        <p:cTn id="22" dur="500" fill="hold"/>
                                        <p:tgtEl>
                                          <p:spTgt spid="370692">
                                            <p:txEl>
                                              <p:pRg st="7" end="7"/>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70692">
                                            <p:txEl>
                                              <p:pRg st="7" end="7"/>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70692">
                                            <p:txEl>
                                              <p:pRg st="8" end="8"/>
                                            </p:txEl>
                                          </p:spTgt>
                                        </p:tgtEl>
                                        <p:attrNameLst>
                                          <p:attrName>style.visibility</p:attrName>
                                        </p:attrNameLst>
                                      </p:cBhvr>
                                      <p:to>
                                        <p:strVal val="visible"/>
                                      </p:to>
                                    </p:set>
                                    <p:anim calcmode="lin" valueType="num">
                                      <p:cBhvr additive="base">
                                        <p:cTn id="26" dur="500" fill="hold"/>
                                        <p:tgtEl>
                                          <p:spTgt spid="370692">
                                            <p:txEl>
                                              <p:pRg st="8" end="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7069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9" name="Rectangle 3"/>
          <p:cNvSpPr>
            <a:spLocks noGrp="1" noChangeArrowheads="1"/>
          </p:cNvSpPr>
          <p:nvPr>
            <p:ph idx="1"/>
          </p:nvPr>
        </p:nvSpPr>
        <p:spPr>
          <a:xfrm>
            <a:off x="611188" y="1196975"/>
            <a:ext cx="8280400" cy="4521200"/>
          </a:xfrm>
        </p:spPr>
        <p:txBody>
          <a:bodyPr/>
          <a:lstStyle/>
          <a:p>
            <a:pPr marL="609600" indent="-609600" eaLnBrk="1" hangingPunct="1">
              <a:buFontTx/>
              <a:buNone/>
            </a:pPr>
            <a:r>
              <a:rPr lang="en-US" altLang="zh-CN" b="1">
                <a:latin typeface="Times New Roman" panose="02020603050405020304" pitchFamily="18" charset="0"/>
              </a:rPr>
              <a:t>⑤ </a:t>
            </a:r>
            <a:r>
              <a:rPr lang="zh-CN" altLang="en-US" b="1">
                <a:latin typeface="Times New Roman" panose="02020603050405020304" pitchFamily="18" charset="0"/>
              </a:rPr>
              <a:t>代词指代不明。</a:t>
            </a:r>
            <a:endParaRPr lang="zh-CN" altLang="en-US">
              <a:solidFill>
                <a:schemeClr val="tx2"/>
              </a:solidFill>
              <a:latin typeface="Times New Roman" panose="02020603050405020304" pitchFamily="18" charset="0"/>
            </a:endParaRPr>
          </a:p>
          <a:p>
            <a:pPr marL="609600" indent="-609600" eaLnBrk="1" hangingPunct="1">
              <a:buFontTx/>
              <a:buAutoNum type="alphaLcPeriod"/>
            </a:pPr>
            <a:r>
              <a:rPr lang="en-US" altLang="zh-CN" sz="2800" b="1">
                <a:latin typeface="Times New Roman" panose="02020603050405020304" pitchFamily="18" charset="0"/>
              </a:rPr>
              <a:t>The pollution in this area is serious; they should</a:t>
            </a:r>
          </a:p>
          <a:p>
            <a:pPr marL="609600" indent="-609600" eaLnBrk="1" hangingPunct="1">
              <a:buFontTx/>
              <a:buNone/>
            </a:pPr>
            <a:r>
              <a:rPr lang="en-US" altLang="zh-CN" sz="2800" b="1">
                <a:latin typeface="Times New Roman" panose="02020603050405020304" pitchFamily="18" charset="0"/>
              </a:rPr>
              <a:t>       do something about it.</a:t>
            </a:r>
          </a:p>
          <a:p>
            <a:pPr marL="609600" indent="-609600" eaLnBrk="1" hangingPunct="1">
              <a:buFontTx/>
              <a:buNone/>
            </a:pPr>
            <a:r>
              <a:rPr lang="zh-CN" altLang="en-US" sz="2800" b="1">
                <a:latin typeface="Times New Roman" panose="02020603050405020304" pitchFamily="18" charset="0"/>
              </a:rPr>
              <a:t>应改为：</a:t>
            </a:r>
          </a:p>
          <a:p>
            <a:pPr marL="609600" indent="-609600" eaLnBrk="1" hangingPunct="1">
              <a:spcBef>
                <a:spcPct val="0"/>
              </a:spcBef>
              <a:buFontTx/>
              <a:buNone/>
            </a:pPr>
            <a:r>
              <a:rPr lang="zh-CN" altLang="en-US" sz="2800" b="1">
                <a:solidFill>
                  <a:schemeClr val="tx2"/>
                </a:solidFill>
                <a:latin typeface="Times New Roman" panose="02020603050405020304" pitchFamily="18" charset="0"/>
              </a:rPr>
              <a:t>  </a:t>
            </a:r>
            <a:r>
              <a:rPr lang="en-US" altLang="zh-CN" sz="2800" b="1">
                <a:solidFill>
                  <a:schemeClr val="tx2"/>
                </a:solidFill>
                <a:latin typeface="Times New Roman" panose="02020603050405020304" pitchFamily="18" charset="0"/>
              </a:rPr>
              <a:t>The pollution in this area is serious; the government</a:t>
            </a:r>
          </a:p>
          <a:p>
            <a:pPr marL="609600" indent="-609600" eaLnBrk="1" hangingPunct="1">
              <a:spcBef>
                <a:spcPct val="0"/>
              </a:spcBef>
              <a:buFontTx/>
              <a:buNone/>
            </a:pPr>
            <a:r>
              <a:rPr lang="en-US" altLang="zh-CN" sz="2800" b="1">
                <a:solidFill>
                  <a:schemeClr val="tx2"/>
                </a:solidFill>
                <a:latin typeface="Times New Roman" panose="02020603050405020304" pitchFamily="18" charset="0"/>
              </a:rPr>
              <a:t>   should do something about it.</a:t>
            </a:r>
          </a:p>
          <a:p>
            <a:pPr marL="609600" indent="-609600" eaLnBrk="1" hangingPunct="1"/>
            <a:endParaRPr lang="en-US" altLang="zh-CN" sz="2800">
              <a:solidFill>
                <a:schemeClr val="tx2"/>
              </a:solidFill>
              <a:latin typeface="Times New Roman" panose="02020603050405020304" pitchFamily="18" charset="0"/>
            </a:endParaRPr>
          </a:p>
          <a:p>
            <a:pPr marL="609600" indent="-609600" eaLnBrk="1" hangingPunct="1"/>
            <a:endParaRPr lang="en-US" altLang="zh-CN" sz="360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28741" name="AutoShape 5">
            <a:hlinkClick r:id="rId3" action="ppaction://hlinkpres?slideindex=20&amp;slidetitle=幻灯片 20" highlightClick="1">
              <a:snd r:embed="rId2" name="click.wav"/>
            </a:hlinkClick>
          </p:cNvPr>
          <p:cNvSpPr>
            <a:spLocks noChangeArrowheads="1"/>
          </p:cNvSpPr>
          <p:nvPr/>
        </p:nvSpPr>
        <p:spPr bwMode="auto">
          <a:xfrm>
            <a:off x="7667625" y="5949950"/>
            <a:ext cx="792163" cy="698500"/>
          </a:xfrm>
          <a:prstGeom prst="actionButtonReturn">
            <a:avLst/>
          </a:prstGeom>
          <a:gradFill rotWithShape="1">
            <a:gsLst>
              <a:gs pos="0">
                <a:schemeClr val="bg1"/>
              </a:gs>
              <a:gs pos="50000">
                <a:srgbClr val="008000"/>
              </a:gs>
              <a:gs pos="100000">
                <a:schemeClr val="bg1"/>
              </a:gs>
            </a:gsLst>
            <a:lin ang="5400000" scaled="1"/>
          </a:gradFill>
          <a:ln w="3175">
            <a:solidFill>
              <a:schemeClr val="bg1"/>
            </a:solidFill>
            <a:miter lim="800000"/>
          </a:ln>
          <a:effectLst/>
        </p:spPr>
        <p:txBody>
          <a:bodyPr wrap="none" anchor="ctr"/>
          <a:lstStyle/>
          <a:p>
            <a:pPr fontAlgn="auto">
              <a:spcBef>
                <a:spcPts val="0"/>
              </a:spcBef>
              <a:spcAft>
                <a:spcPts val="0"/>
              </a:spcAft>
              <a:defRPr/>
            </a:pPr>
            <a:endParaRPr lang="zh-CN" altLang="en-US">
              <a:latin typeface="+mn-lt"/>
              <a:ea typeface="+mn-ea"/>
            </a:endParaRP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28739">
                                            <p:txEl>
                                              <p:pRg st="3" end="3"/>
                                            </p:txEl>
                                          </p:spTgt>
                                        </p:tgtEl>
                                        <p:attrNameLst>
                                          <p:attrName>style.visibility</p:attrName>
                                        </p:attrNameLst>
                                      </p:cBhvr>
                                      <p:to>
                                        <p:strVal val="visible"/>
                                      </p:to>
                                    </p:set>
                                    <p:animEffect transition="in" filter="slide(fromBottom)">
                                      <p:cBhvr>
                                        <p:cTn id="7" dur="500"/>
                                        <p:tgtEl>
                                          <p:spTgt spid="628739">
                                            <p:txEl>
                                              <p:pRg st="3" end="3"/>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28739">
                                            <p:txEl>
                                              <p:pRg st="4" end="4"/>
                                            </p:txEl>
                                          </p:spTgt>
                                        </p:tgtEl>
                                        <p:attrNameLst>
                                          <p:attrName>style.visibility</p:attrName>
                                        </p:attrNameLst>
                                      </p:cBhvr>
                                      <p:to>
                                        <p:strVal val="visible"/>
                                      </p:to>
                                    </p:set>
                                    <p:animEffect transition="in" filter="slide(fromBottom)">
                                      <p:cBhvr>
                                        <p:cTn id="10" dur="500"/>
                                        <p:tgtEl>
                                          <p:spTgt spid="628739">
                                            <p:txEl>
                                              <p:pRg st="4" end="4"/>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628739">
                                            <p:txEl>
                                              <p:pRg st="5" end="5"/>
                                            </p:txEl>
                                          </p:spTgt>
                                        </p:tgtEl>
                                        <p:attrNameLst>
                                          <p:attrName>style.visibility</p:attrName>
                                        </p:attrNameLst>
                                      </p:cBhvr>
                                      <p:to>
                                        <p:strVal val="visible"/>
                                      </p:to>
                                    </p:set>
                                    <p:animEffect transition="in" filter="slide(fromBottom)">
                                      <p:cBhvr>
                                        <p:cTn id="13" dur="500"/>
                                        <p:tgtEl>
                                          <p:spTgt spid="628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a:xfrm>
            <a:off x="323850" y="260350"/>
            <a:ext cx="8569325" cy="5832475"/>
          </a:xfrm>
        </p:spPr>
        <p:txBody>
          <a:bodyPr/>
          <a:lstStyle/>
          <a:p>
            <a:pPr eaLnBrk="1" hangingPunct="1">
              <a:buFontTx/>
              <a:buNone/>
            </a:pPr>
            <a:r>
              <a:rPr lang="en-US" altLang="zh-CN" dirty="0">
                <a:latin typeface="Times New Roman" panose="02020603050405020304" pitchFamily="18" charset="0"/>
              </a:rPr>
              <a:t>When only five years old, my father took me to a circus</a:t>
            </a:r>
            <a:r>
              <a:rPr lang="en-US" altLang="zh-CN" sz="2400" dirty="0">
                <a:latin typeface="Times New Roman" panose="02020603050405020304" pitchFamily="18" charset="0"/>
              </a:rPr>
              <a:t>(</a:t>
            </a:r>
            <a:r>
              <a:rPr lang="zh-CN" altLang="en-US" sz="2400" dirty="0"/>
              <a:t>杂技团</a:t>
            </a:r>
            <a:r>
              <a:rPr lang="en-US" altLang="zh-CN" sz="2400" dirty="0"/>
              <a:t>).</a:t>
            </a: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99396" name="Text Box 4"/>
          <p:cNvSpPr txBox="1">
            <a:spLocks noChangeArrowheads="1"/>
          </p:cNvSpPr>
          <p:nvPr/>
        </p:nvSpPr>
        <p:spPr bwMode="auto">
          <a:xfrm>
            <a:off x="395288" y="1341438"/>
            <a:ext cx="8080375" cy="2528887"/>
          </a:xfrm>
          <a:prstGeom prst="rect">
            <a:avLst/>
          </a:prstGeom>
          <a:noFill/>
          <a:ln w="9525">
            <a:noFill/>
            <a:miter lim="800000"/>
          </a:ln>
        </p:spPr>
        <p:txBody>
          <a:bodyPr wrap="none">
            <a:spAutoFit/>
          </a:bodyPr>
          <a:lstStyle/>
          <a:p>
            <a:r>
              <a:rPr lang="en-US" altLang="zh-CN">
                <a:latin typeface="Cambria" panose="02040503050406030204" charset="0"/>
              </a:rPr>
              <a:t>_____ </a:t>
            </a:r>
            <a:r>
              <a:rPr lang="en-US" altLang="zh-CN" sz="3200">
                <a:latin typeface="Times New Roman" panose="02020603050405020304" pitchFamily="18" charset="0"/>
              </a:rPr>
              <a:t>When only five years old, </a:t>
            </a:r>
            <a:r>
              <a:rPr lang="en-US" altLang="zh-CN" sz="3200" u="sng">
                <a:solidFill>
                  <a:schemeClr val="tx2"/>
                </a:solidFill>
                <a:latin typeface="Times New Roman" panose="02020603050405020304" pitchFamily="18" charset="0"/>
              </a:rPr>
              <a:t>I was taken to</a:t>
            </a:r>
          </a:p>
          <a:p>
            <a:r>
              <a:rPr lang="en-US" altLang="zh-CN" sz="3200" u="sng">
                <a:solidFill>
                  <a:schemeClr val="tx2"/>
                </a:solidFill>
                <a:latin typeface="Times New Roman" panose="02020603050405020304" pitchFamily="18" charset="0"/>
              </a:rPr>
              <a:t> a circus by my father.</a:t>
            </a:r>
          </a:p>
          <a:p>
            <a:r>
              <a:rPr lang="en-US" altLang="zh-CN">
                <a:latin typeface="Cambria" panose="02040503050406030204" charset="0"/>
              </a:rPr>
              <a:t>_____ </a:t>
            </a:r>
            <a:r>
              <a:rPr lang="en-US" altLang="zh-CN" sz="3200" u="sng">
                <a:solidFill>
                  <a:schemeClr val="tx2"/>
                </a:solidFill>
                <a:latin typeface="Times New Roman" panose="02020603050405020304" pitchFamily="18" charset="0"/>
              </a:rPr>
              <a:t>When I was only five years old</a:t>
            </a:r>
            <a:r>
              <a:rPr lang="en-US" altLang="zh-CN" sz="3200">
                <a:latin typeface="Times New Roman" panose="02020603050405020304" pitchFamily="18" charset="0"/>
              </a:rPr>
              <a:t>, my father</a:t>
            </a:r>
          </a:p>
          <a:p>
            <a:r>
              <a:rPr lang="en-US" altLang="zh-CN" sz="3200">
                <a:latin typeface="Times New Roman" panose="02020603050405020304" pitchFamily="18" charset="0"/>
              </a:rPr>
              <a:t> took me to a circus.</a:t>
            </a:r>
          </a:p>
          <a:p>
            <a:endParaRPr lang="en-US" altLang="zh-CN" sz="3200">
              <a:latin typeface="Times New Roman" panose="02020603050405020304" pitchFamily="18" charset="0"/>
            </a:endParaRPr>
          </a:p>
        </p:txBody>
      </p:sp>
      <p:sp>
        <p:nvSpPr>
          <p:cNvPr id="699397" name="Text Box 5"/>
          <p:cNvSpPr txBox="1">
            <a:spLocks noChangeArrowheads="1"/>
          </p:cNvSpPr>
          <p:nvPr/>
        </p:nvSpPr>
        <p:spPr bwMode="auto">
          <a:xfrm>
            <a:off x="179388" y="3429000"/>
            <a:ext cx="8964612" cy="1846659"/>
          </a:xfrm>
          <a:prstGeom prst="rect">
            <a:avLst/>
          </a:prstGeom>
          <a:noFill/>
          <a:ln w="9525">
            <a:noFill/>
            <a:miter lim="800000"/>
          </a:ln>
        </p:spPr>
        <p:txBody>
          <a:bodyPr>
            <a:spAutoFit/>
          </a:bodyPr>
          <a:lstStyle/>
          <a:p>
            <a:r>
              <a:rPr lang="en-US" altLang="zh-CN" sz="3200" dirty="0">
                <a:latin typeface="Times New Roman" panose="02020603050405020304" pitchFamily="18" charset="0"/>
              </a:rPr>
              <a:t>A car drove down the street </a:t>
            </a:r>
            <a:r>
              <a:rPr lang="en-US" altLang="zh-CN" sz="3200" u="sng" dirty="0">
                <a:latin typeface="Times New Roman" panose="02020603050405020304" pitchFamily="18" charset="0"/>
              </a:rPr>
              <a:t>decked with ribbon</a:t>
            </a:r>
            <a:r>
              <a:rPr lang="en-US" altLang="zh-CN" sz="3200" dirty="0">
                <a:latin typeface="Times New Roman" panose="02020603050405020304" pitchFamily="18" charset="0"/>
              </a:rPr>
              <a:t>.</a:t>
            </a:r>
          </a:p>
          <a:p>
            <a:r>
              <a:rPr lang="en-US" altLang="zh-CN" b="1" dirty="0">
                <a:latin typeface="Cambria" panose="02040503050406030204" charset="0"/>
              </a:rPr>
              <a:t>  </a:t>
            </a:r>
            <a:r>
              <a:rPr lang="zh-CN" altLang="en-US" b="1" dirty="0">
                <a:latin typeface="Cambria" panose="02040503050406030204" charset="0"/>
              </a:rPr>
              <a:t>（用缎带装饰起来的）</a:t>
            </a:r>
            <a:endParaRPr lang="zh-CN" altLang="en-US" sz="3200" dirty="0">
              <a:latin typeface="Times New Roman" panose="02020603050405020304" pitchFamily="18" charset="0"/>
            </a:endParaRPr>
          </a:p>
          <a:p>
            <a:r>
              <a:rPr lang="en-US" altLang="zh-CN" sz="3200" b="1" dirty="0">
                <a:latin typeface="Times New Roman" panose="02020603050405020304" pitchFamily="18" charset="0"/>
              </a:rPr>
              <a:t>____</a:t>
            </a:r>
            <a:r>
              <a:rPr lang="en-US" altLang="zh-CN" sz="3200" dirty="0">
                <a:latin typeface="Times New Roman" panose="02020603050405020304" pitchFamily="18" charset="0"/>
              </a:rPr>
              <a:t> A car </a:t>
            </a:r>
            <a:r>
              <a:rPr lang="en-US" altLang="zh-CN" sz="3200" u="sng" dirty="0">
                <a:solidFill>
                  <a:schemeClr val="tx2"/>
                </a:solidFill>
                <a:latin typeface="Times New Roman" panose="02020603050405020304" pitchFamily="18" charset="0"/>
              </a:rPr>
              <a:t>decked with ribbon</a:t>
            </a:r>
            <a:r>
              <a:rPr lang="en-US" altLang="zh-CN" dirty="0">
                <a:latin typeface="Cambria" panose="02040503050406030204" charset="0"/>
              </a:rPr>
              <a:t> </a:t>
            </a:r>
            <a:r>
              <a:rPr lang="en-US" altLang="zh-CN" sz="3200" dirty="0">
                <a:latin typeface="Times New Roman" panose="02020603050405020304" pitchFamily="18" charset="0"/>
              </a:rPr>
              <a:t>drove down the street.</a:t>
            </a:r>
          </a:p>
          <a:p>
            <a:pPr algn="r"/>
            <a:r>
              <a:rPr lang="en-US" altLang="zh-CN" b="1" dirty="0">
                <a:latin typeface="Times New Roman" panose="02020603050405020304" pitchFamily="18" charset="0"/>
              </a:rPr>
              <a:t>(Misplaced modifier</a:t>
            </a:r>
            <a:r>
              <a:rPr lang="zh-CN" altLang="en-US" b="1" dirty="0">
                <a:latin typeface="Times New Roman" panose="02020603050405020304" pitchFamily="18" charset="0"/>
              </a:rPr>
              <a:t>误置修饰语）</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9396">
                                            <p:txEl>
                                              <p:pRg st="0" end="0"/>
                                            </p:txEl>
                                          </p:spTgt>
                                        </p:tgtEl>
                                        <p:attrNameLst>
                                          <p:attrName>style.visibility</p:attrName>
                                        </p:attrNameLst>
                                      </p:cBhvr>
                                      <p:to>
                                        <p:strVal val="visible"/>
                                      </p:to>
                                    </p:set>
                                    <p:animEffect transition="in" filter="blinds(horizontal)">
                                      <p:cBhvr>
                                        <p:cTn id="7" dur="500"/>
                                        <p:tgtEl>
                                          <p:spTgt spid="69939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99396">
                                            <p:txEl>
                                              <p:pRg st="1" end="1"/>
                                            </p:txEl>
                                          </p:spTgt>
                                        </p:tgtEl>
                                        <p:attrNameLst>
                                          <p:attrName>style.visibility</p:attrName>
                                        </p:attrNameLst>
                                      </p:cBhvr>
                                      <p:to>
                                        <p:strVal val="visible"/>
                                      </p:to>
                                    </p:set>
                                    <p:animEffect transition="in" filter="blinds(horizontal)">
                                      <p:cBhvr>
                                        <p:cTn id="10" dur="500"/>
                                        <p:tgtEl>
                                          <p:spTgt spid="69939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99396">
                                            <p:txEl>
                                              <p:pRg st="2" end="2"/>
                                            </p:txEl>
                                          </p:spTgt>
                                        </p:tgtEl>
                                        <p:attrNameLst>
                                          <p:attrName>style.visibility</p:attrName>
                                        </p:attrNameLst>
                                      </p:cBhvr>
                                      <p:to>
                                        <p:strVal val="visible"/>
                                      </p:to>
                                    </p:set>
                                    <p:animEffect transition="in" filter="blinds(horizontal)">
                                      <p:cBhvr>
                                        <p:cTn id="15" dur="500"/>
                                        <p:tgtEl>
                                          <p:spTgt spid="699396">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99396">
                                            <p:txEl>
                                              <p:pRg st="3" end="3"/>
                                            </p:txEl>
                                          </p:spTgt>
                                        </p:tgtEl>
                                        <p:attrNameLst>
                                          <p:attrName>style.visibility</p:attrName>
                                        </p:attrNameLst>
                                      </p:cBhvr>
                                      <p:to>
                                        <p:strVal val="visible"/>
                                      </p:to>
                                    </p:set>
                                    <p:animEffect transition="in" filter="blinds(horizontal)">
                                      <p:cBhvr>
                                        <p:cTn id="18" dur="500"/>
                                        <p:tgtEl>
                                          <p:spTgt spid="69939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99397">
                                            <p:txEl>
                                              <p:pRg st="2" end="2"/>
                                            </p:txEl>
                                          </p:spTgt>
                                        </p:tgtEl>
                                        <p:attrNameLst>
                                          <p:attrName>style.visibility</p:attrName>
                                        </p:attrNameLst>
                                      </p:cBhvr>
                                      <p:to>
                                        <p:strVal val="visible"/>
                                      </p:to>
                                    </p:set>
                                    <p:animEffect transition="in" filter="blinds(horizontal)">
                                      <p:cBhvr>
                                        <p:cTn id="23" dur="500"/>
                                        <p:tgtEl>
                                          <p:spTgt spid="699397">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99397">
                                            <p:txEl>
                                              <p:pRg st="3" end="3"/>
                                            </p:txEl>
                                          </p:spTgt>
                                        </p:tgtEl>
                                        <p:attrNameLst>
                                          <p:attrName>style.visibility</p:attrName>
                                        </p:attrNameLst>
                                      </p:cBhvr>
                                      <p:to>
                                        <p:strVal val="visible"/>
                                      </p:to>
                                    </p:set>
                                    <p:animEffect transition="in" filter="blinds(horizontal)">
                                      <p:cBhvr>
                                        <p:cTn id="26" dur="500"/>
                                        <p:tgtEl>
                                          <p:spTgt spid="6993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8610" name="Text Box 5"/>
          <p:cNvSpPr txBox="1">
            <a:spLocks noChangeArrowheads="1"/>
          </p:cNvSpPr>
          <p:nvPr/>
        </p:nvSpPr>
        <p:spPr bwMode="auto">
          <a:xfrm>
            <a:off x="250825" y="333375"/>
            <a:ext cx="8497888" cy="4295775"/>
          </a:xfrm>
          <a:prstGeom prst="rect">
            <a:avLst/>
          </a:prstGeom>
          <a:noFill/>
          <a:ln w="9525">
            <a:noFill/>
            <a:miter lim="800000"/>
          </a:ln>
        </p:spPr>
        <p:txBody>
          <a:bodyPr>
            <a:spAutoFit/>
          </a:bodyPr>
          <a:lstStyle/>
          <a:p>
            <a:endParaRPr lang="en-US" altLang="zh-CN" sz="4000" b="1">
              <a:latin typeface="Cambria" panose="02040503050406030204" charset="0"/>
            </a:endParaRPr>
          </a:p>
          <a:p>
            <a:pPr algn="ctr"/>
            <a:r>
              <a:rPr lang="en-US" altLang="zh-CN" sz="3600" b="1">
                <a:latin typeface="宋体" panose="02010600030101010101" pitchFamily="2" charset="-122"/>
              </a:rPr>
              <a:t>3.</a:t>
            </a:r>
            <a:r>
              <a:rPr lang="zh-CN" altLang="en-US" sz="3600" b="1">
                <a:latin typeface="Cambria" panose="02040503050406030204" charset="0"/>
              </a:rPr>
              <a:t>写简洁的句子 </a:t>
            </a:r>
            <a:r>
              <a:rPr lang="en-US" altLang="zh-CN" sz="3600" b="1">
                <a:latin typeface="Times New Roman" panose="02020603050405020304" pitchFamily="18" charset="0"/>
              </a:rPr>
              <a:t>(Conciseness)</a:t>
            </a:r>
          </a:p>
          <a:p>
            <a:r>
              <a:rPr lang="en-US" altLang="zh-CN" b="1">
                <a:latin typeface="Cambria" panose="02040503050406030204" charset="0"/>
              </a:rPr>
              <a:t>   </a:t>
            </a:r>
          </a:p>
          <a:p>
            <a:endParaRPr lang="en-US" altLang="zh-CN" b="1">
              <a:latin typeface="Cambria" panose="02040503050406030204" charset="0"/>
            </a:endParaRPr>
          </a:p>
          <a:p>
            <a:endParaRPr lang="en-US" altLang="zh-CN" b="1">
              <a:latin typeface="Cambria" panose="02040503050406030204" charset="0"/>
            </a:endParaRPr>
          </a:p>
          <a:p>
            <a:r>
              <a:rPr lang="en-US" altLang="zh-CN" b="1">
                <a:latin typeface="Cambria" panose="02040503050406030204" charset="0"/>
              </a:rPr>
              <a:t>     </a:t>
            </a:r>
            <a:r>
              <a:rPr lang="zh-CN" altLang="en-US" sz="3200" b="1">
                <a:latin typeface="Cambria" panose="02040503050406030204" charset="0"/>
              </a:rPr>
              <a:t>简洁就是用尽可能少的词表达尽可能充分的意思。在不改变句子意义的情况下，在能用词的地方，不用短语；在能用短语的地方不用句子。</a:t>
            </a:r>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idx="1"/>
          </p:nvPr>
        </p:nvSpPr>
        <p:spPr>
          <a:xfrm>
            <a:off x="323850" y="333375"/>
            <a:ext cx="7848600" cy="5400675"/>
          </a:xfrm>
        </p:spPr>
        <p:txBody>
          <a:bodyPr rtlCol="0">
            <a:normAutofit lnSpcReduction="10000"/>
          </a:bodyPr>
          <a:lstStyle/>
          <a:p>
            <a:pPr eaLnBrk="1" fontAlgn="auto" hangingPunct="1">
              <a:lnSpc>
                <a:spcPct val="90000"/>
              </a:lnSpc>
              <a:spcAft>
                <a:spcPts val="0"/>
              </a:spcAft>
              <a:buFontTx/>
              <a:buNone/>
              <a:defRPr/>
            </a:pPr>
            <a:r>
              <a:rPr lang="zh-CN" altLang="en-US" b="1">
                <a:latin typeface="Times New Roman" panose="02020603050405020304" pitchFamily="18" charset="0"/>
              </a:rPr>
              <a:t>比较下列两个句子：</a:t>
            </a:r>
          </a:p>
          <a:p>
            <a:pPr eaLnBrk="1" fontAlgn="auto" hangingPunct="1">
              <a:lnSpc>
                <a:spcPct val="90000"/>
              </a:lnSpc>
              <a:spcAft>
                <a:spcPts val="0"/>
              </a:spcAft>
              <a:buFontTx/>
              <a:buNone/>
              <a:defRPr/>
            </a:pPr>
            <a:r>
              <a:rPr lang="en-US" altLang="zh-CN" b="1">
                <a:latin typeface="Times New Roman" panose="02020603050405020304" pitchFamily="18" charset="0"/>
              </a:rPr>
              <a:t>a. He expresses a number of clever expressions much to the audience’s delight.</a:t>
            </a:r>
          </a:p>
          <a:p>
            <a:pPr eaLnBrk="1" fontAlgn="auto" hangingPunct="1">
              <a:lnSpc>
                <a:spcPct val="90000"/>
              </a:lnSpc>
              <a:spcAft>
                <a:spcPts val="0"/>
              </a:spcAft>
              <a:buFontTx/>
              <a:buNone/>
              <a:defRPr/>
            </a:pPr>
            <a:r>
              <a:rPr lang="en-US" altLang="zh-CN" b="1">
                <a:latin typeface="Arial" panose="020B0604020202020204"/>
              </a:rPr>
              <a:t>—</a:t>
            </a:r>
            <a:r>
              <a:rPr lang="en-US" altLang="zh-CN" b="1">
                <a:solidFill>
                  <a:schemeClr val="tx2"/>
                </a:solidFill>
                <a:latin typeface="Times New Roman" panose="02020603050405020304" pitchFamily="18" charset="0"/>
              </a:rPr>
              <a:t>He delighted the audience with his clever expressions</a:t>
            </a:r>
          </a:p>
          <a:p>
            <a:pPr eaLnBrk="1" fontAlgn="auto" hangingPunct="1">
              <a:lnSpc>
                <a:spcPct val="90000"/>
              </a:lnSpc>
              <a:spcAft>
                <a:spcPts val="0"/>
              </a:spcAft>
              <a:buFontTx/>
              <a:buNone/>
              <a:defRPr/>
            </a:pPr>
            <a:r>
              <a:rPr lang="en-US" altLang="zh-CN" b="1">
                <a:latin typeface="Times New Roman" panose="02020603050405020304" pitchFamily="18" charset="0"/>
              </a:rPr>
              <a:t>b. This morning I went to the classroom, when I got there, I saw many people in the classroom.</a:t>
            </a:r>
          </a:p>
          <a:p>
            <a:pPr eaLnBrk="1" fontAlgn="auto" hangingPunct="1">
              <a:lnSpc>
                <a:spcPct val="90000"/>
              </a:lnSpc>
              <a:spcAft>
                <a:spcPts val="0"/>
              </a:spcAft>
              <a:buFontTx/>
              <a:buNone/>
              <a:defRPr/>
            </a:pPr>
            <a:r>
              <a:rPr lang="en-US" altLang="zh-CN" b="1">
                <a:latin typeface="Arial" panose="020B0604020202020204"/>
              </a:rPr>
              <a:t>—</a:t>
            </a:r>
            <a:r>
              <a:rPr lang="en-US" altLang="zh-CN" b="1">
                <a:solidFill>
                  <a:schemeClr val="tx2"/>
                </a:solidFill>
                <a:latin typeface="Times New Roman" panose="02020603050405020304" pitchFamily="18" charset="0"/>
              </a:rPr>
              <a:t>This morning I went to the classroom</a:t>
            </a:r>
          </a:p>
          <a:p>
            <a:pPr eaLnBrk="1" fontAlgn="auto" hangingPunct="1">
              <a:lnSpc>
                <a:spcPct val="90000"/>
              </a:lnSpc>
              <a:spcAft>
                <a:spcPts val="0"/>
              </a:spcAft>
              <a:buFontTx/>
              <a:buNone/>
              <a:defRPr/>
            </a:pPr>
            <a:r>
              <a:rPr lang="en-US" altLang="zh-CN" b="1">
                <a:solidFill>
                  <a:schemeClr val="tx2"/>
                </a:solidFill>
                <a:latin typeface="Times New Roman" panose="02020603050405020304" pitchFamily="18" charset="0"/>
              </a:rPr>
              <a:t>    and saw many people there.</a:t>
            </a:r>
          </a:p>
          <a:p>
            <a:pPr eaLnBrk="1" fontAlgn="auto" hangingPunct="1">
              <a:lnSpc>
                <a:spcPct val="90000"/>
              </a:lnSpc>
              <a:spcAft>
                <a:spcPts val="0"/>
              </a:spcAft>
              <a:buFont typeface="Wingdings 2" panose="05020102010507070707"/>
              <a:buChar char=""/>
              <a:defRPr/>
            </a:pPr>
            <a:endParaRPr lang="en-US" altLang="zh-CN">
              <a:solidFill>
                <a:schemeClr val="tx2"/>
              </a:solidFill>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0658" name="Text Box 4"/>
          <p:cNvSpPr txBox="1">
            <a:spLocks noChangeArrowheads="1"/>
          </p:cNvSpPr>
          <p:nvPr/>
        </p:nvSpPr>
        <p:spPr bwMode="auto">
          <a:xfrm>
            <a:off x="179388" y="476250"/>
            <a:ext cx="7634287" cy="4965700"/>
          </a:xfrm>
          <a:prstGeom prst="rect">
            <a:avLst/>
          </a:prstGeom>
          <a:noFill/>
          <a:ln w="9525">
            <a:noFill/>
            <a:miter lim="800000"/>
          </a:ln>
        </p:spPr>
        <p:txBody>
          <a:bodyPr>
            <a:spAutoFit/>
          </a:bodyPr>
          <a:lstStyle/>
          <a:p>
            <a:r>
              <a:rPr lang="zh-CN" altLang="en-US" sz="3200" b="1">
                <a:latin typeface="Times New Roman" panose="02020603050405020304" pitchFamily="18" charset="0"/>
              </a:rPr>
              <a:t>要想使句子简洁应注意以下几点：</a:t>
            </a:r>
          </a:p>
          <a:p>
            <a:endParaRPr lang="zh-CN" altLang="en-US" sz="3200" b="1">
              <a:latin typeface="Times New Roman" panose="02020603050405020304" pitchFamily="18" charset="0"/>
            </a:endParaRPr>
          </a:p>
          <a:p>
            <a:r>
              <a:rPr lang="en-US" altLang="zh-CN" sz="3200" b="1">
                <a:latin typeface="Times New Roman" panose="02020603050405020304" pitchFamily="18" charset="0"/>
              </a:rPr>
              <a:t>(1) </a:t>
            </a:r>
            <a:r>
              <a:rPr lang="zh-CN" altLang="en-US" sz="3200" b="1">
                <a:latin typeface="Times New Roman" panose="02020603050405020304" pitchFamily="18" charset="0"/>
              </a:rPr>
              <a:t>避免重复意义相同的词。</a:t>
            </a:r>
          </a:p>
          <a:p>
            <a:r>
              <a:rPr lang="en-US" altLang="zh-CN" sz="3200" b="1">
                <a:latin typeface="Times New Roman" panose="02020603050405020304" pitchFamily="18" charset="0"/>
              </a:rPr>
              <a:t>a. It was blue </a:t>
            </a:r>
            <a:r>
              <a:rPr lang="en-US" altLang="zh-CN" sz="3200" b="1" u="sng">
                <a:solidFill>
                  <a:schemeClr val="tx2"/>
                </a:solidFill>
                <a:latin typeface="Times New Roman" panose="02020603050405020304" pitchFamily="18" charset="0"/>
              </a:rPr>
              <a:t>in color</a:t>
            </a:r>
            <a:r>
              <a:rPr lang="en-US" altLang="zh-CN" sz="3200" b="1" u="sng">
                <a:latin typeface="Times New Roman" panose="02020603050405020304" pitchFamily="18" charset="0"/>
              </a:rPr>
              <a:t>.</a:t>
            </a:r>
            <a:endParaRPr lang="en-US" altLang="zh-CN" sz="3200" b="1">
              <a:latin typeface="Times New Roman" panose="02020603050405020304" pitchFamily="18" charset="0"/>
            </a:endParaRPr>
          </a:p>
          <a:p>
            <a:r>
              <a:rPr lang="en-US" altLang="zh-CN" sz="3200" b="1">
                <a:latin typeface="Times New Roman" panose="02020603050405020304" pitchFamily="18" charset="0"/>
              </a:rPr>
              <a:t>b. It was small </a:t>
            </a:r>
            <a:r>
              <a:rPr lang="en-US" altLang="zh-CN" sz="3200" b="1" u="sng">
                <a:solidFill>
                  <a:schemeClr val="tx2"/>
                </a:solidFill>
                <a:latin typeface="Times New Roman" panose="02020603050405020304" pitchFamily="18" charset="0"/>
              </a:rPr>
              <a:t>in size</a:t>
            </a:r>
            <a:r>
              <a:rPr lang="en-US" altLang="zh-CN" sz="3200" b="1">
                <a:solidFill>
                  <a:schemeClr val="tx2"/>
                </a:solidFill>
                <a:latin typeface="Times New Roman" panose="02020603050405020304" pitchFamily="18" charset="0"/>
              </a:rPr>
              <a:t>.</a:t>
            </a:r>
          </a:p>
          <a:p>
            <a:r>
              <a:rPr lang="en-US" altLang="zh-CN" sz="3200" b="1">
                <a:latin typeface="Times New Roman" panose="02020603050405020304" pitchFamily="18" charset="0"/>
              </a:rPr>
              <a:t>c. </a:t>
            </a:r>
            <a:r>
              <a:rPr lang="en-US" altLang="zh-CN" sz="3200" b="1" u="sng">
                <a:solidFill>
                  <a:schemeClr val="tx2"/>
                </a:solidFill>
                <a:latin typeface="Times New Roman" panose="02020603050405020304" pitchFamily="18" charset="0"/>
              </a:rPr>
              <a:t>In my opinion</a:t>
            </a:r>
            <a:r>
              <a:rPr lang="en-US" altLang="zh-CN" sz="3200" b="1">
                <a:solidFill>
                  <a:schemeClr val="tx2"/>
                </a:solidFill>
                <a:latin typeface="Times New Roman" panose="02020603050405020304" pitchFamily="18" charset="0"/>
              </a:rPr>
              <a:t>,</a:t>
            </a:r>
            <a:r>
              <a:rPr lang="en-US" altLang="zh-CN" sz="3200" b="1">
                <a:latin typeface="Times New Roman" panose="02020603050405020304" pitchFamily="18" charset="0"/>
              </a:rPr>
              <a:t> I think your plan is</a:t>
            </a:r>
          </a:p>
          <a:p>
            <a:r>
              <a:rPr lang="en-US" altLang="zh-CN" sz="3200" b="1">
                <a:latin typeface="Times New Roman" panose="02020603050405020304" pitchFamily="18" charset="0"/>
              </a:rPr>
              <a:t>   feasible.</a:t>
            </a:r>
          </a:p>
          <a:p>
            <a:r>
              <a:rPr lang="en-US" altLang="zh-CN" sz="3200" b="1">
                <a:latin typeface="Times New Roman" panose="02020603050405020304" pitchFamily="18" charset="0"/>
              </a:rPr>
              <a:t>d. Mary is a quiet and careful </a:t>
            </a:r>
            <a:r>
              <a:rPr lang="en-US" altLang="zh-CN" sz="3200" b="1" u="sng">
                <a:solidFill>
                  <a:schemeClr val="tx2"/>
                </a:solidFill>
                <a:latin typeface="Times New Roman" panose="02020603050405020304" pitchFamily="18" charset="0"/>
              </a:rPr>
              <a:t>woman</a:t>
            </a:r>
            <a:r>
              <a:rPr lang="en-US" altLang="zh-CN" sz="3200" b="1">
                <a:solidFill>
                  <a:schemeClr val="tx2"/>
                </a:solidFill>
                <a:latin typeface="Times New Roman" panose="02020603050405020304" pitchFamily="18" charset="0"/>
              </a:rPr>
              <a:t>.</a:t>
            </a:r>
            <a:r>
              <a:rPr lang="en-US" altLang="zh-CN" sz="3200">
                <a:latin typeface="Times New Roman" panose="02020603050405020304" pitchFamily="18" charset="0"/>
              </a:rPr>
              <a:t> </a:t>
            </a:r>
            <a:endParaRPr lang="en-US" altLang="zh-CN" sz="3200" b="1">
              <a:latin typeface="Times New Roman" panose="02020603050405020304" pitchFamily="18" charset="0"/>
            </a:endParaRPr>
          </a:p>
          <a:p>
            <a:endParaRPr lang="en-US" altLang="zh-CN" sz="3200" b="1">
              <a:latin typeface="Times New Roman" panose="02020603050405020304" pitchFamily="18" charset="0"/>
            </a:endParaRPr>
          </a:p>
          <a:p>
            <a:r>
              <a:rPr lang="zh-CN" altLang="en-US" sz="3200" b="1">
                <a:latin typeface="Times New Roman" panose="02020603050405020304" pitchFamily="18" charset="0"/>
              </a:rPr>
              <a:t>以上划线部分都属于意义重复，应去掉。</a:t>
            </a:r>
          </a:p>
        </p:txBody>
      </p:sp>
    </p:spTree>
  </p:cSld>
  <p:clrMapOvr>
    <a:masterClrMapping/>
  </p:clrMapOvr>
  <p:transition advTm="10000"/>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idx="1"/>
          </p:nvPr>
        </p:nvSpPr>
        <p:spPr>
          <a:xfrm>
            <a:off x="250825" y="1412875"/>
            <a:ext cx="8496300" cy="4824413"/>
          </a:xfrm>
        </p:spPr>
        <p:txBody>
          <a:bodyPr/>
          <a:lstStyle/>
          <a:p>
            <a:pPr eaLnBrk="1" hangingPunct="1">
              <a:buFontTx/>
              <a:buNone/>
            </a:pPr>
            <a:r>
              <a:rPr lang="en-US" altLang="zh-CN" b="1">
                <a:latin typeface="Times New Roman" panose="02020603050405020304" pitchFamily="18" charset="0"/>
              </a:rPr>
              <a:t>                  </a:t>
            </a:r>
            <a:r>
              <a:rPr lang="zh-CN" altLang="en-US" b="1">
                <a:latin typeface="Times New Roman" panose="02020603050405020304" pitchFamily="18" charset="0"/>
              </a:rPr>
              <a:t>又如：</a:t>
            </a:r>
          </a:p>
          <a:p>
            <a:pPr eaLnBrk="1" hangingPunct="1">
              <a:buFontTx/>
              <a:buNone/>
            </a:pPr>
            <a:r>
              <a:rPr lang="zh-CN" altLang="en-US" b="1">
                <a:latin typeface="Times New Roman" panose="02020603050405020304" pitchFamily="18" charset="0"/>
              </a:rPr>
              <a:t>  </a:t>
            </a:r>
            <a:r>
              <a:rPr lang="en-US" altLang="zh-CN" b="1">
                <a:latin typeface="Times New Roman" panose="02020603050405020304" pitchFamily="18" charset="0"/>
              </a:rPr>
              <a:t>He gave many reasons for his failure, but </a:t>
            </a:r>
            <a:r>
              <a:rPr lang="en-US" altLang="zh-CN" b="1" u="sng">
                <a:solidFill>
                  <a:schemeClr val="tx2"/>
                </a:solidFill>
                <a:latin typeface="Times New Roman" panose="02020603050405020304" pitchFamily="18" charset="0"/>
              </a:rPr>
              <a:t>the reasons he gave</a:t>
            </a:r>
            <a:r>
              <a:rPr lang="en-US" altLang="zh-CN" b="1">
                <a:latin typeface="Times New Roman" panose="02020603050405020304" pitchFamily="18" charset="0"/>
              </a:rPr>
              <a:t> were not convincing.</a:t>
            </a:r>
          </a:p>
          <a:p>
            <a:pPr eaLnBrk="1" hangingPunct="1">
              <a:buFontTx/>
              <a:buNone/>
            </a:pPr>
            <a:r>
              <a:rPr lang="zh-CN" altLang="en-US" b="1">
                <a:latin typeface="Times New Roman" panose="02020603050405020304" pitchFamily="18" charset="0"/>
              </a:rPr>
              <a:t>应改为：</a:t>
            </a:r>
          </a:p>
          <a:p>
            <a:pPr eaLnBrk="1" hangingPunct="1">
              <a:buFontTx/>
              <a:buNone/>
            </a:pPr>
            <a:r>
              <a:rPr lang="zh-CN" altLang="en-US" b="1">
                <a:latin typeface="Times New Roman" panose="02020603050405020304" pitchFamily="18" charset="0"/>
              </a:rPr>
              <a:t>  </a:t>
            </a:r>
            <a:r>
              <a:rPr lang="en-US" altLang="zh-CN" b="1">
                <a:latin typeface="Times New Roman" panose="02020603050405020304" pitchFamily="18" charset="0"/>
              </a:rPr>
              <a:t>He gave many reasons for his failure, but none </a:t>
            </a:r>
          </a:p>
          <a:p>
            <a:pPr eaLnBrk="1" hangingPunct="1">
              <a:buFontTx/>
              <a:buNone/>
            </a:pPr>
            <a:r>
              <a:rPr lang="en-US" altLang="zh-CN" b="1">
                <a:latin typeface="Times New Roman" panose="02020603050405020304" pitchFamily="18" charset="0"/>
              </a:rPr>
              <a:t>  of them was convincing. </a:t>
            </a:r>
          </a:p>
          <a:p>
            <a:pPr eaLnBrk="1" hangingPunct="1"/>
            <a:endParaRPr lang="en-US" altLang="zh-CN">
              <a:latin typeface="Times New Roman" panose="02020603050405020304" pitchFamily="18" charset="0"/>
            </a:endParaRP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33860" name="AutoShape 4"/>
          <p:cNvSpPr>
            <a:spLocks noChangeArrowheads="1"/>
          </p:cNvSpPr>
          <p:nvPr/>
        </p:nvSpPr>
        <p:spPr bwMode="auto">
          <a:xfrm>
            <a:off x="395288" y="1412875"/>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33860"/>
                                        </p:tgtEl>
                                        <p:attrNameLst>
                                          <p:attrName>style.visibility</p:attrName>
                                        </p:attrNameLst>
                                      </p:cBhvr>
                                      <p:to>
                                        <p:strVal val="visible"/>
                                      </p:to>
                                    </p:set>
                                    <p:animEffect transition="in" filter="box(out)">
                                      <p:cBhvr>
                                        <p:cTn id="7" dur="1000"/>
                                        <p:tgtEl>
                                          <p:spTgt spid="633860"/>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6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2706" name="Text Box 4"/>
          <p:cNvSpPr txBox="1">
            <a:spLocks noChangeArrowheads="1"/>
          </p:cNvSpPr>
          <p:nvPr/>
        </p:nvSpPr>
        <p:spPr bwMode="auto">
          <a:xfrm>
            <a:off x="323850" y="765175"/>
            <a:ext cx="8042275" cy="4540250"/>
          </a:xfrm>
          <a:prstGeom prst="rect">
            <a:avLst/>
          </a:prstGeom>
          <a:noFill/>
          <a:ln w="9525">
            <a:noFill/>
            <a:miter lim="800000"/>
          </a:ln>
        </p:spPr>
        <p:txBody>
          <a:bodyPr>
            <a:spAutoFit/>
          </a:bodyPr>
          <a:lstStyle/>
          <a:p>
            <a:pPr marL="342900" indent="-342900"/>
            <a:r>
              <a:rPr lang="en-US" altLang="zh-CN" sz="3200">
                <a:latin typeface="Times New Roman" panose="02020603050405020304" pitchFamily="18" charset="0"/>
              </a:rPr>
              <a:t>(2)</a:t>
            </a:r>
            <a:r>
              <a:rPr lang="en-US" altLang="zh-CN" sz="3600">
                <a:latin typeface="Times New Roman" panose="02020603050405020304" pitchFamily="18" charset="0"/>
              </a:rPr>
              <a:t> </a:t>
            </a:r>
            <a:r>
              <a:rPr lang="zh-CN" altLang="en-US" sz="3600" b="1">
                <a:latin typeface="Times New Roman" panose="02020603050405020304" pitchFamily="18" charset="0"/>
              </a:rPr>
              <a:t>避免使用累赘的词</a:t>
            </a:r>
            <a:r>
              <a:rPr lang="zh-CN" altLang="en-US" sz="3200" b="1">
                <a:latin typeface="Times New Roman" panose="02020603050405020304" pitchFamily="18" charset="0"/>
              </a:rPr>
              <a:t>。</a:t>
            </a:r>
          </a:p>
          <a:p>
            <a:pPr marL="342900" indent="-342900"/>
            <a:r>
              <a:rPr lang="zh-CN" altLang="en-US" sz="3200" b="1">
                <a:latin typeface="Times New Roman" panose="02020603050405020304" pitchFamily="18" charset="0"/>
              </a:rPr>
              <a:t>累赘的词指的是拖泥带水，啰啰唆唆的词或词组。例如：</a:t>
            </a:r>
          </a:p>
          <a:p>
            <a:pPr marL="342900" indent="-342900">
              <a:buFontTx/>
              <a:buAutoNum type="alphaLcPeriod"/>
            </a:pPr>
            <a:r>
              <a:rPr lang="en-US" altLang="zh-CN" sz="3200">
                <a:latin typeface="Times New Roman" panose="02020603050405020304" pitchFamily="18" charset="0"/>
              </a:rPr>
              <a:t>She was told </a:t>
            </a:r>
            <a:r>
              <a:rPr lang="en-US" altLang="zh-CN" sz="3200" b="1" u="sng">
                <a:solidFill>
                  <a:schemeClr val="tx2"/>
                </a:solidFill>
                <a:latin typeface="Times New Roman" panose="02020603050405020304" pitchFamily="18" charset="0"/>
              </a:rPr>
              <a:t>of the fact</a:t>
            </a:r>
            <a:r>
              <a:rPr lang="en-US" altLang="zh-CN" sz="3200">
                <a:latin typeface="Times New Roman" panose="02020603050405020304" pitchFamily="18" charset="0"/>
              </a:rPr>
              <a:t> that eating junk food</a:t>
            </a:r>
          </a:p>
          <a:p>
            <a:pPr marL="342900" indent="-342900"/>
            <a:r>
              <a:rPr lang="en-US" altLang="zh-CN" sz="3200">
                <a:latin typeface="Times New Roman" panose="02020603050405020304" pitchFamily="18" charset="0"/>
              </a:rPr>
              <a:t>    might harm her health.</a:t>
            </a:r>
          </a:p>
          <a:p>
            <a:pPr marL="342900" indent="-342900"/>
            <a:r>
              <a:rPr lang="en-US" altLang="zh-CN" sz="3200">
                <a:latin typeface="Times New Roman" panose="02020603050405020304" pitchFamily="18" charset="0"/>
              </a:rPr>
              <a:t>b. Mrs. Smith likes to drink all kinds of wines </a:t>
            </a:r>
            <a:r>
              <a:rPr lang="en-US" altLang="zh-CN" sz="3200" b="1" u="sng">
                <a:solidFill>
                  <a:schemeClr val="tx2"/>
                </a:solidFill>
                <a:latin typeface="Times New Roman" panose="02020603050405020304" pitchFamily="18" charset="0"/>
              </a:rPr>
              <a:t>that are</a:t>
            </a:r>
            <a:r>
              <a:rPr lang="en-US" altLang="zh-CN" sz="3200">
                <a:latin typeface="Times New Roman" panose="02020603050405020304" pitchFamily="18" charset="0"/>
              </a:rPr>
              <a:t> produced in France.</a:t>
            </a:r>
          </a:p>
          <a:p>
            <a:pPr marL="342900" indent="-342900"/>
            <a:r>
              <a:rPr lang="en-US" altLang="zh-CN" sz="3200">
                <a:latin typeface="Times New Roman" panose="02020603050405020304" pitchFamily="18" charset="0"/>
              </a:rPr>
              <a:t>c. </a:t>
            </a:r>
            <a:r>
              <a:rPr lang="en-US" altLang="zh-CN" sz="3200" b="1" u="sng">
                <a:solidFill>
                  <a:schemeClr val="tx2"/>
                </a:solidFill>
                <a:latin typeface="Times New Roman" panose="02020603050405020304" pitchFamily="18" charset="0"/>
              </a:rPr>
              <a:t>There are</a:t>
            </a:r>
            <a:r>
              <a:rPr lang="en-US" altLang="zh-CN" sz="3200">
                <a:latin typeface="Times New Roman" panose="02020603050405020304" pitchFamily="18" charset="0"/>
              </a:rPr>
              <a:t> some students </a:t>
            </a:r>
            <a:r>
              <a:rPr lang="en-US" altLang="zh-CN" sz="3200" b="1" u="sng">
                <a:solidFill>
                  <a:schemeClr val="tx2"/>
                </a:solidFill>
                <a:latin typeface="Times New Roman" panose="02020603050405020304" pitchFamily="18" charset="0"/>
              </a:rPr>
              <a:t>who</a:t>
            </a:r>
            <a:r>
              <a:rPr lang="en-US" altLang="zh-CN" sz="3200">
                <a:latin typeface="Times New Roman" panose="02020603050405020304" pitchFamily="18" charset="0"/>
              </a:rPr>
              <a:t> cheat in exams.</a:t>
            </a:r>
          </a:p>
          <a:p>
            <a:pPr marL="342900" indent="-342900"/>
            <a:r>
              <a:rPr lang="zh-CN" altLang="en-US" sz="3200" b="1">
                <a:latin typeface="Times New Roman" panose="02020603050405020304" pitchFamily="18" charset="0"/>
              </a:rPr>
              <a:t>以上划线部分都是累赘的词，应去掉。</a:t>
            </a:r>
          </a:p>
        </p:txBody>
      </p:sp>
    </p:spTree>
  </p:cSld>
  <p:clrMapOvr>
    <a:masterClrMapping/>
  </p:clrMapOvr>
  <p:transition advTm="1000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a:xfrm>
            <a:off x="323850" y="260350"/>
            <a:ext cx="3744913" cy="647700"/>
          </a:xfrm>
        </p:spPr>
        <p:txBody>
          <a:bodyPr rtlCol="0">
            <a:normAutofit fontScale="90000"/>
          </a:bodyPr>
          <a:lstStyle/>
          <a:p>
            <a:pPr eaLnBrk="1" fontAlgn="auto" hangingPunct="1">
              <a:spcAft>
                <a:spcPts val="0"/>
              </a:spcAft>
              <a:defRPr/>
            </a:pPr>
            <a:r>
              <a:rPr lang="zh-CN" altLang="en-US" sz="4000" b="1"/>
              <a:t>同步练习</a:t>
            </a:r>
          </a:p>
        </p:txBody>
      </p:sp>
      <p:sp>
        <p:nvSpPr>
          <p:cNvPr id="693251" name="Rectangle 3"/>
          <p:cNvSpPr>
            <a:spLocks noGrp="1" noChangeArrowheads="1"/>
          </p:cNvSpPr>
          <p:nvPr>
            <p:ph idx="1"/>
          </p:nvPr>
        </p:nvSpPr>
        <p:spPr>
          <a:xfrm>
            <a:off x="179388" y="1125538"/>
            <a:ext cx="8353425" cy="3657600"/>
          </a:xfrm>
        </p:spPr>
        <p:txBody>
          <a:bodyPr/>
          <a:lstStyle/>
          <a:p>
            <a:pPr marL="609600" indent="-609600" eaLnBrk="1" hangingPunct="1">
              <a:buFontTx/>
              <a:buAutoNum type="arabicPeriod"/>
            </a:pPr>
            <a:r>
              <a:rPr lang="en-US" altLang="zh-CN">
                <a:latin typeface="Times New Roman" panose="02020603050405020304" pitchFamily="18" charset="0"/>
              </a:rPr>
              <a:t>   </a:t>
            </a:r>
            <a:r>
              <a:rPr lang="en-US" altLang="zh-CN" b="1">
                <a:latin typeface="Times New Roman" panose="02020603050405020304" pitchFamily="18" charset="0"/>
              </a:rPr>
              <a:t>The chairman will give up his job next</a:t>
            </a:r>
          </a:p>
          <a:p>
            <a:pPr marL="609600" indent="-609600" eaLnBrk="1" hangingPunct="1">
              <a:buFontTx/>
              <a:buNone/>
            </a:pPr>
            <a:r>
              <a:rPr lang="en-US" altLang="zh-CN" b="1">
                <a:latin typeface="Times New Roman" panose="02020603050405020304" pitchFamily="18" charset="0"/>
              </a:rPr>
              <a:t>         year because of old age.</a:t>
            </a:r>
          </a:p>
          <a:p>
            <a:pPr marL="609600" indent="-609600" eaLnBrk="1" hangingPunct="1">
              <a:buFontTx/>
              <a:buNone/>
            </a:pPr>
            <a:r>
              <a:rPr lang="en-US" altLang="zh-CN" b="1">
                <a:latin typeface="Times New Roman" panose="02020603050405020304" pitchFamily="18" charset="0"/>
              </a:rPr>
              <a:t>-------The chairman will </a:t>
            </a:r>
            <a:r>
              <a:rPr lang="en-US" altLang="zh-CN" b="1" u="sng">
                <a:solidFill>
                  <a:schemeClr val="tx2"/>
                </a:solidFill>
                <a:latin typeface="Times New Roman" panose="02020603050405020304" pitchFamily="18" charset="0"/>
              </a:rPr>
              <a:t>retire</a:t>
            </a:r>
            <a:r>
              <a:rPr lang="en-US" altLang="zh-CN" b="1">
                <a:latin typeface="Times New Roman" panose="02020603050405020304" pitchFamily="18" charset="0"/>
              </a:rPr>
              <a:t> next year.</a:t>
            </a: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93252" name="Text Box 4"/>
          <p:cNvSpPr txBox="1">
            <a:spLocks noChangeArrowheads="1"/>
          </p:cNvSpPr>
          <p:nvPr/>
        </p:nvSpPr>
        <p:spPr bwMode="auto">
          <a:xfrm>
            <a:off x="323850" y="2997200"/>
            <a:ext cx="8569325" cy="3016250"/>
          </a:xfrm>
          <a:prstGeom prst="rect">
            <a:avLst/>
          </a:prstGeom>
          <a:noFill/>
          <a:ln w="9525">
            <a:noFill/>
            <a:miter lim="800000"/>
          </a:ln>
        </p:spPr>
        <p:txBody>
          <a:bodyPr>
            <a:spAutoFit/>
          </a:bodyPr>
          <a:lstStyle/>
          <a:p>
            <a:pPr marL="342900" indent="-342900">
              <a:buFontTx/>
              <a:buAutoNum type="arabicPeriod" startAt="2"/>
            </a:pPr>
            <a:r>
              <a:rPr lang="en-US" altLang="zh-CN" sz="3200" b="1">
                <a:latin typeface="Times New Roman" panose="02020603050405020304" pitchFamily="18" charset="0"/>
              </a:rPr>
              <a:t>The woman who is dressed in black over there </a:t>
            </a:r>
          </a:p>
          <a:p>
            <a:pPr marL="342900" indent="-342900"/>
            <a:r>
              <a:rPr lang="en-US" altLang="zh-CN" sz="3200" b="1">
                <a:latin typeface="Times New Roman" panose="02020603050405020304" pitchFamily="18" charset="0"/>
              </a:rPr>
              <a:t>    is the person who is now in charge of our sales department.</a:t>
            </a:r>
          </a:p>
          <a:p>
            <a:pPr marL="342900" indent="-342900"/>
            <a:r>
              <a:rPr lang="en-US" altLang="zh-CN" sz="3200" b="1">
                <a:latin typeface="Times New Roman" panose="02020603050405020304" pitchFamily="18" charset="0"/>
              </a:rPr>
              <a:t>-------The woman </a:t>
            </a:r>
            <a:r>
              <a:rPr lang="en-US" altLang="zh-CN" sz="3200" b="1" u="sng">
                <a:solidFill>
                  <a:schemeClr val="tx2"/>
                </a:solidFill>
                <a:latin typeface="Times New Roman" panose="02020603050405020304" pitchFamily="18" charset="0"/>
              </a:rPr>
              <a:t>in black</a:t>
            </a:r>
            <a:r>
              <a:rPr lang="en-US" altLang="zh-CN" sz="3200" b="1">
                <a:latin typeface="Times New Roman" panose="02020603050405020304" pitchFamily="18" charset="0"/>
              </a:rPr>
              <a:t> over there  is </a:t>
            </a:r>
            <a:r>
              <a:rPr lang="en-US" altLang="zh-CN" sz="3200" b="1" u="sng">
                <a:solidFill>
                  <a:schemeClr val="tx2"/>
                </a:solidFill>
                <a:latin typeface="Times New Roman" panose="02020603050405020304" pitchFamily="18" charset="0"/>
              </a:rPr>
              <a:t>the </a:t>
            </a:r>
          </a:p>
          <a:p>
            <a:pPr marL="342900" indent="-342900"/>
            <a:r>
              <a:rPr lang="en-US" altLang="zh-CN" sz="3200" b="1">
                <a:solidFill>
                  <a:schemeClr val="tx2"/>
                </a:solidFill>
                <a:latin typeface="Times New Roman" panose="02020603050405020304" pitchFamily="18" charset="0"/>
              </a:rPr>
              <a:t>          </a:t>
            </a:r>
            <a:r>
              <a:rPr lang="en-US" altLang="zh-CN" sz="3200" b="1" u="sng">
                <a:solidFill>
                  <a:schemeClr val="tx2"/>
                </a:solidFill>
                <a:latin typeface="Times New Roman" panose="02020603050405020304" pitchFamily="18" charset="0"/>
              </a:rPr>
              <a:t>manager</a:t>
            </a:r>
            <a:r>
              <a:rPr lang="en-US" altLang="zh-CN" sz="3200" b="1">
                <a:latin typeface="Times New Roman" panose="02020603050405020304" pitchFamily="18" charset="0"/>
              </a:rPr>
              <a:t> of our sales department.</a:t>
            </a:r>
          </a:p>
          <a:p>
            <a:pPr marL="342900" indent="-342900"/>
            <a:endParaRPr lang="en-US" altLang="zh-CN" sz="3200" b="1">
              <a:latin typeface="Times New Roman" panose="02020603050405020304" pitchFamily="18" charset="0"/>
            </a:endParaRP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3251">
                                            <p:txEl>
                                              <p:pRg st="2" end="2"/>
                                            </p:txEl>
                                          </p:spTgt>
                                        </p:tgtEl>
                                        <p:attrNameLst>
                                          <p:attrName>style.visibility</p:attrName>
                                        </p:attrNameLst>
                                      </p:cBhvr>
                                      <p:to>
                                        <p:strVal val="visible"/>
                                      </p:to>
                                    </p:set>
                                    <p:animEffect transition="in" filter="blinds(horizontal)">
                                      <p:cBhvr>
                                        <p:cTn id="7" dur="500"/>
                                        <p:tgtEl>
                                          <p:spTgt spid="6932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3252">
                                            <p:txEl>
                                              <p:pRg st="2" end="2"/>
                                            </p:txEl>
                                          </p:spTgt>
                                        </p:tgtEl>
                                        <p:attrNameLst>
                                          <p:attrName>style.visibility</p:attrName>
                                        </p:attrNameLst>
                                      </p:cBhvr>
                                      <p:to>
                                        <p:strVal val="visible"/>
                                      </p:to>
                                    </p:set>
                                    <p:animEffect transition="in" filter="blinds(horizontal)">
                                      <p:cBhvr>
                                        <p:cTn id="12" dur="500"/>
                                        <p:tgtEl>
                                          <p:spTgt spid="693252">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93252">
                                            <p:txEl>
                                              <p:pRg st="3" end="3"/>
                                            </p:txEl>
                                          </p:spTgt>
                                        </p:tgtEl>
                                        <p:attrNameLst>
                                          <p:attrName>style.visibility</p:attrName>
                                        </p:attrNameLst>
                                      </p:cBhvr>
                                      <p:to>
                                        <p:strVal val="visible"/>
                                      </p:to>
                                    </p:set>
                                    <p:animEffect transition="in" filter="blinds(horizontal)">
                                      <p:cBhvr>
                                        <p:cTn id="15" dur="500"/>
                                        <p:tgtEl>
                                          <p:spTgt spid="6932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Grp="1" noChangeArrowheads="1"/>
          </p:cNvSpPr>
          <p:nvPr>
            <p:ph idx="1"/>
          </p:nvPr>
        </p:nvSpPr>
        <p:spPr>
          <a:xfrm>
            <a:off x="539750" y="476250"/>
            <a:ext cx="7696200" cy="4608513"/>
          </a:xfrm>
        </p:spPr>
        <p:txBody>
          <a:bodyPr/>
          <a:lstStyle/>
          <a:p>
            <a:pPr algn="ctr" eaLnBrk="1" hangingPunct="1">
              <a:buFontTx/>
              <a:buNone/>
            </a:pPr>
            <a:r>
              <a:rPr lang="en-US" altLang="zh-CN" sz="3600" b="1">
                <a:latin typeface="宋体" panose="02010600030101010101" pitchFamily="2" charset="-122"/>
              </a:rPr>
              <a:t>4.</a:t>
            </a:r>
            <a:r>
              <a:rPr lang="zh-CN" altLang="en-US" sz="3600" b="1"/>
              <a:t>写平行结构的句子</a:t>
            </a:r>
            <a:r>
              <a:rPr lang="zh-CN" altLang="en-US" sz="3600" b="1">
                <a:latin typeface="Times New Roman" panose="02020603050405020304" pitchFamily="18" charset="0"/>
              </a:rPr>
              <a:t>（</a:t>
            </a:r>
            <a:r>
              <a:rPr lang="en-US" altLang="zh-CN" sz="3600" b="1">
                <a:latin typeface="Times New Roman" panose="02020603050405020304" pitchFamily="18" charset="0"/>
              </a:rPr>
              <a:t>Parallelism)</a:t>
            </a:r>
          </a:p>
          <a:p>
            <a:pPr eaLnBrk="1" hangingPunct="1">
              <a:buFontTx/>
              <a:buNone/>
            </a:pPr>
            <a:r>
              <a:rPr lang="en-US" altLang="zh-CN" b="1"/>
              <a:t>     </a:t>
            </a:r>
            <a:r>
              <a:rPr lang="zh-CN" altLang="en-US" b="1"/>
              <a:t>在一个句子中，有几个表达相近或相对意义的并列成分时，应该使用词性一致的排比结构，这就是写作中的平行结构原则。</a:t>
            </a:r>
            <a:r>
              <a:rPr lang="zh-CN" altLang="en-US" b="1">
                <a:latin typeface="楷体_GB2312" pitchFamily="49" charset="-122"/>
              </a:rPr>
              <a:t>两三个词性相同的词连成一串，形成平行结构。这种结构能使句子显得严谨，层次分明，增强感染力。例如</a:t>
            </a:r>
            <a:r>
              <a:rPr lang="zh-CN" altLang="en-US" b="1">
                <a:latin typeface="宋体" panose="02010600030101010101" pitchFamily="2" charset="-122"/>
              </a:rPr>
              <a:t>：</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38981" name="AutoShape 5"/>
          <p:cNvSpPr>
            <a:spLocks noChangeArrowheads="1"/>
          </p:cNvSpPr>
          <p:nvPr/>
        </p:nvSpPr>
        <p:spPr bwMode="auto">
          <a:xfrm>
            <a:off x="971550" y="4797425"/>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38981"/>
                                        </p:tgtEl>
                                        <p:attrNameLst>
                                          <p:attrName>style.visibility</p:attrName>
                                        </p:attrNameLst>
                                      </p:cBhvr>
                                      <p:to>
                                        <p:strVal val="visible"/>
                                      </p:to>
                                    </p:set>
                                    <p:animEffect transition="in" filter="box(out)">
                                      <p:cBhvr>
                                        <p:cTn id="7" dur="1000"/>
                                        <p:tgtEl>
                                          <p:spTgt spid="638981"/>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8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a:xfrm>
            <a:off x="250825" y="333375"/>
            <a:ext cx="8351838" cy="5329238"/>
          </a:xfrm>
        </p:spPr>
        <p:txBody>
          <a:bodyPr/>
          <a:lstStyle/>
          <a:p>
            <a:pPr eaLnBrk="1" hangingPunct="1">
              <a:buFontTx/>
              <a:buNone/>
            </a:pPr>
            <a:r>
              <a:rPr lang="en-US" altLang="zh-CN" b="1">
                <a:solidFill>
                  <a:schemeClr val="tx2"/>
                </a:solidFill>
                <a:latin typeface="Times New Roman" panose="02020603050405020304" pitchFamily="18" charset="0"/>
              </a:rPr>
              <a:t>  </a:t>
            </a:r>
            <a:r>
              <a:rPr lang="en-US" altLang="zh-CN" b="1">
                <a:latin typeface="Times New Roman" panose="02020603050405020304" pitchFamily="18" charset="0"/>
              </a:rPr>
              <a:t>a.</a:t>
            </a:r>
            <a:r>
              <a:rPr lang="en-US" altLang="zh-CN">
                <a:latin typeface="Times New Roman" panose="02020603050405020304" pitchFamily="18" charset="0"/>
              </a:rPr>
              <a:t> </a:t>
            </a:r>
            <a:r>
              <a:rPr lang="en-US" altLang="zh-CN" b="1">
                <a:latin typeface="Times New Roman" panose="02020603050405020304" pitchFamily="18" charset="0"/>
              </a:rPr>
              <a:t>The article is short, informative, and</a:t>
            </a:r>
          </a:p>
          <a:p>
            <a:pPr eaLnBrk="1" hangingPunct="1">
              <a:buFontTx/>
              <a:buNone/>
            </a:pPr>
            <a:r>
              <a:rPr lang="en-US" altLang="zh-CN" b="1">
                <a:latin typeface="Times New Roman" panose="02020603050405020304" pitchFamily="18" charset="0"/>
              </a:rPr>
              <a:t>      reading it was easy</a:t>
            </a:r>
          </a:p>
          <a:p>
            <a:pPr algn="just" eaLnBrk="1" hangingPunct="1">
              <a:buFontTx/>
              <a:buNone/>
            </a:pPr>
            <a:endParaRPr lang="en-US" altLang="zh-CN" b="1">
              <a:cs typeface="Times New Roman" panose="02020603050405020304" pitchFamily="18" charset="0"/>
            </a:endParaRPr>
          </a:p>
          <a:p>
            <a:pPr algn="just" eaLnBrk="1" hangingPunct="1">
              <a:buFontTx/>
              <a:buNone/>
            </a:pPr>
            <a:endParaRPr lang="en-US" altLang="zh-CN" sz="3100" b="1"/>
          </a:p>
          <a:p>
            <a:pPr eaLnBrk="1" hangingPunct="1"/>
            <a:endParaRPr lang="en-US" altLang="zh-CN" b="1"/>
          </a:p>
          <a:p>
            <a:pPr eaLnBrk="1" hangingPunct="1"/>
            <a:endParaRPr lang="en-US" altLang="zh-CN"/>
          </a:p>
        </p:txBody>
      </p:sp>
      <p:sp>
        <p:nvSpPr>
          <p:cNvPr id="7"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5779" name="Text Box 6"/>
          <p:cNvSpPr txBox="1">
            <a:spLocks noChangeArrowheads="1"/>
          </p:cNvSpPr>
          <p:nvPr/>
        </p:nvSpPr>
        <p:spPr bwMode="auto">
          <a:xfrm>
            <a:off x="395288" y="1557338"/>
            <a:ext cx="8207375" cy="1800225"/>
          </a:xfrm>
          <a:prstGeom prst="rect">
            <a:avLst/>
          </a:prstGeom>
          <a:noFill/>
          <a:ln w="9525">
            <a:noFill/>
            <a:miter lim="800000"/>
          </a:ln>
        </p:spPr>
        <p:txBody>
          <a:bodyPr>
            <a:spAutoFit/>
          </a:bodyPr>
          <a:lstStyle/>
          <a:p>
            <a:r>
              <a:rPr lang="zh-CN" altLang="en-US" sz="2800" b="1">
                <a:latin typeface="Times New Roman" panose="02020603050405020304" pitchFamily="18" charset="0"/>
              </a:rPr>
              <a:t>应该为：</a:t>
            </a:r>
          </a:p>
          <a:p>
            <a:r>
              <a:rPr lang="en-US" altLang="zh-CN" sz="2800" b="1">
                <a:solidFill>
                  <a:schemeClr val="tx2"/>
                </a:solidFill>
                <a:latin typeface="Times New Roman" panose="02020603050405020304" pitchFamily="18" charset="0"/>
              </a:rPr>
              <a:t>The article is short, informative, and </a:t>
            </a:r>
            <a:r>
              <a:rPr lang="en-US" altLang="zh-CN" sz="2800" b="1" u="sng">
                <a:solidFill>
                  <a:schemeClr val="tx2"/>
                </a:solidFill>
                <a:latin typeface="Times New Roman" panose="02020603050405020304" pitchFamily="18" charset="0"/>
              </a:rPr>
              <a:t>easy to read</a:t>
            </a:r>
            <a:r>
              <a:rPr lang="en-US" altLang="zh-CN" sz="2800" b="1">
                <a:solidFill>
                  <a:schemeClr val="tx2"/>
                </a:solidFill>
                <a:latin typeface="Times New Roman" panose="02020603050405020304" pitchFamily="18" charset="0"/>
              </a:rPr>
              <a:t>. (three adjectives)</a:t>
            </a:r>
          </a:p>
          <a:p>
            <a:endParaRPr lang="en-US" altLang="zh-CN" sz="2800">
              <a:solidFill>
                <a:schemeClr val="tx2"/>
              </a:solidFill>
              <a:latin typeface="Times New Roman" panose="02020603050405020304" pitchFamily="18" charset="0"/>
            </a:endParaRPr>
          </a:p>
        </p:txBody>
      </p:sp>
      <p:sp>
        <p:nvSpPr>
          <p:cNvPr id="75780" name="Text Box 7"/>
          <p:cNvSpPr txBox="1">
            <a:spLocks noChangeArrowheads="1"/>
          </p:cNvSpPr>
          <p:nvPr/>
        </p:nvSpPr>
        <p:spPr bwMode="auto">
          <a:xfrm>
            <a:off x="250825" y="2852738"/>
            <a:ext cx="7796213" cy="1066800"/>
          </a:xfrm>
          <a:prstGeom prst="rect">
            <a:avLst/>
          </a:prstGeom>
          <a:noFill/>
          <a:ln w="9525">
            <a:noFill/>
            <a:miter lim="800000"/>
          </a:ln>
        </p:spPr>
        <p:txBody>
          <a:bodyPr>
            <a:spAutoFit/>
          </a:bodyPr>
          <a:lstStyle/>
          <a:p>
            <a:r>
              <a:rPr lang="en-US" altLang="zh-CN" sz="3200" b="1">
                <a:latin typeface="Times New Roman" panose="02020603050405020304" pitchFamily="18" charset="0"/>
              </a:rPr>
              <a:t>b. Knowing what to do and to do it well will</a:t>
            </a:r>
          </a:p>
          <a:p>
            <a:r>
              <a:rPr lang="en-US" altLang="zh-CN" sz="3200" b="1">
                <a:latin typeface="Times New Roman" panose="02020603050405020304" pitchFamily="18" charset="0"/>
              </a:rPr>
              <a:t>    bring you success.</a:t>
            </a:r>
          </a:p>
        </p:txBody>
      </p:sp>
      <p:sp>
        <p:nvSpPr>
          <p:cNvPr id="75781" name="Text Box 8"/>
          <p:cNvSpPr txBox="1">
            <a:spLocks noChangeArrowheads="1"/>
          </p:cNvSpPr>
          <p:nvPr/>
        </p:nvSpPr>
        <p:spPr bwMode="auto">
          <a:xfrm>
            <a:off x="250825" y="3933825"/>
            <a:ext cx="8424863" cy="1800225"/>
          </a:xfrm>
          <a:prstGeom prst="rect">
            <a:avLst/>
          </a:prstGeom>
          <a:noFill/>
          <a:ln w="9525">
            <a:noFill/>
            <a:miter lim="800000"/>
          </a:ln>
        </p:spPr>
        <p:txBody>
          <a:bodyPr>
            <a:spAutoFit/>
          </a:bodyPr>
          <a:lstStyle/>
          <a:p>
            <a:r>
              <a:rPr lang="zh-CN" altLang="en-US" sz="2800" b="1">
                <a:latin typeface="Cambria" panose="02040503050406030204" charset="0"/>
              </a:rPr>
              <a:t>应该为</a:t>
            </a:r>
            <a:endParaRPr lang="zh-CN" altLang="en-US" sz="2800" b="1">
              <a:solidFill>
                <a:schemeClr val="tx2"/>
              </a:solidFill>
              <a:latin typeface="Cambria" panose="02040503050406030204" charset="0"/>
            </a:endParaRPr>
          </a:p>
          <a:p>
            <a:r>
              <a:rPr lang="en-US" altLang="zh-CN" sz="2800" b="1">
                <a:solidFill>
                  <a:schemeClr val="tx2"/>
                </a:solidFill>
                <a:latin typeface="Times New Roman" panose="02020603050405020304" pitchFamily="18" charset="0"/>
              </a:rPr>
              <a:t>Knowing what to do and </a:t>
            </a:r>
            <a:r>
              <a:rPr lang="en-US" altLang="zh-CN" sz="2800" b="1" u="sng">
                <a:solidFill>
                  <a:schemeClr val="tx2"/>
                </a:solidFill>
                <a:latin typeface="Times New Roman" panose="02020603050405020304" pitchFamily="18" charset="0"/>
              </a:rPr>
              <a:t>doing</a:t>
            </a:r>
            <a:r>
              <a:rPr lang="en-US" altLang="zh-CN" sz="2800" b="1">
                <a:solidFill>
                  <a:schemeClr val="tx2"/>
                </a:solidFill>
                <a:latin typeface="Times New Roman" panose="02020603050405020304" pitchFamily="18" charset="0"/>
              </a:rPr>
              <a:t> it well will bring you success. (two gerund phrases)</a:t>
            </a:r>
          </a:p>
          <a:p>
            <a:endParaRPr lang="en-US" altLang="zh-CN" sz="2800" b="1">
              <a:solidFill>
                <a:schemeClr val="tx2"/>
              </a:solidFill>
              <a:latin typeface="Times New Roman" panose="02020603050405020304" pitchFamily="18" charset="0"/>
            </a:endParaRPr>
          </a:p>
        </p:txBody>
      </p:sp>
    </p:spTree>
  </p:cSld>
  <p:clrMapOvr>
    <a:masterClrMapping/>
  </p:clrMapOvr>
  <p:transition advTm="10000"/>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9" name="Rectangle 3"/>
          <p:cNvSpPr>
            <a:spLocks noGrp="1" noChangeArrowheads="1"/>
          </p:cNvSpPr>
          <p:nvPr>
            <p:ph idx="1"/>
          </p:nvPr>
        </p:nvSpPr>
        <p:spPr>
          <a:xfrm>
            <a:off x="468313" y="404813"/>
            <a:ext cx="8280400" cy="5184775"/>
          </a:xfrm>
        </p:spPr>
        <p:txBody>
          <a:bodyPr rtlCol="0">
            <a:normAutofit lnSpcReduction="10000"/>
          </a:bodyPr>
          <a:lstStyle/>
          <a:p>
            <a:pPr eaLnBrk="1" fontAlgn="auto" hangingPunct="1">
              <a:spcAft>
                <a:spcPts val="0"/>
              </a:spcAft>
              <a:buFontTx/>
              <a:buNone/>
              <a:defRPr/>
            </a:pPr>
            <a:r>
              <a:rPr lang="zh-CN" altLang="en-US" b="1"/>
              <a:t>同步练习</a:t>
            </a:r>
            <a:endParaRPr lang="zh-CN" altLang="en-US" sz="3600" b="1">
              <a:latin typeface="Times New Roman" panose="02020603050405020304" pitchFamily="18" charset="0"/>
            </a:endParaRPr>
          </a:p>
          <a:p>
            <a:pPr eaLnBrk="1" fontAlgn="auto" hangingPunct="1">
              <a:spcAft>
                <a:spcPts val="0"/>
              </a:spcAft>
              <a:buFontTx/>
              <a:buNone/>
              <a:defRPr/>
            </a:pPr>
            <a:r>
              <a:rPr lang="en-US" altLang="zh-CN" sz="3600" b="1">
                <a:latin typeface="Times New Roman" panose="02020603050405020304" pitchFamily="18" charset="0"/>
              </a:rPr>
              <a:t>1. She spends her free time reading, listening to music, and she works in the garden.</a:t>
            </a:r>
          </a:p>
          <a:p>
            <a:pPr eaLnBrk="1" fontAlgn="auto" hangingPunct="1">
              <a:spcAft>
                <a:spcPts val="0"/>
              </a:spcAft>
              <a:buFontTx/>
              <a:buNone/>
              <a:defRPr/>
            </a:pPr>
            <a:endParaRPr lang="en-US" altLang="zh-CN" sz="3600" b="1">
              <a:latin typeface="Times New Roman" panose="02020603050405020304" pitchFamily="18" charset="0"/>
            </a:endParaRPr>
          </a:p>
          <a:p>
            <a:pPr eaLnBrk="1" fontAlgn="auto" hangingPunct="1">
              <a:spcAft>
                <a:spcPts val="0"/>
              </a:spcAft>
              <a:buFontTx/>
              <a:buNone/>
              <a:defRPr/>
            </a:pPr>
            <a:r>
              <a:rPr lang="en-US" altLang="zh-CN" sz="3600" b="1">
                <a:solidFill>
                  <a:schemeClr val="tx2"/>
                </a:solidFill>
                <a:latin typeface="Times New Roman" panose="02020603050405020304" pitchFamily="18" charset="0"/>
              </a:rPr>
              <a:t>——She spends her free time reading, listening to music and </a:t>
            </a:r>
            <a:r>
              <a:rPr lang="en-US" altLang="zh-CN" sz="3600" b="1" u="sng">
                <a:solidFill>
                  <a:schemeClr val="tx2"/>
                </a:solidFill>
                <a:latin typeface="Times New Roman" panose="02020603050405020304" pitchFamily="18" charset="0"/>
              </a:rPr>
              <a:t>working </a:t>
            </a:r>
            <a:r>
              <a:rPr lang="en-US" altLang="zh-CN" sz="3600" b="1">
                <a:solidFill>
                  <a:schemeClr val="tx2"/>
                </a:solidFill>
                <a:latin typeface="Times New Roman" panose="02020603050405020304" pitchFamily="18" charset="0"/>
              </a:rPr>
              <a:t>in the garden.</a:t>
            </a:r>
            <a:br>
              <a:rPr lang="en-US" altLang="zh-CN" sz="3600" b="1">
                <a:solidFill>
                  <a:schemeClr val="tx2"/>
                </a:solidFill>
                <a:latin typeface="Times New Roman" panose="02020603050405020304" pitchFamily="18" charset="0"/>
              </a:rPr>
            </a:br>
            <a:endParaRPr lang="en-US" altLang="zh-CN" sz="3600" b="1">
              <a:solidFill>
                <a:schemeClr val="tx2"/>
              </a:solidFill>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49219">
                                            <p:txEl>
                                              <p:pRg st="3" end="3"/>
                                            </p:txEl>
                                          </p:spTgt>
                                        </p:tgtEl>
                                        <p:attrNameLst>
                                          <p:attrName>style.visibility</p:attrName>
                                        </p:attrNameLst>
                                      </p:cBhvr>
                                      <p:to>
                                        <p:strVal val="visible"/>
                                      </p:to>
                                    </p:set>
                                    <p:animEffect transition="in" filter="slide(fromBottom)">
                                      <p:cBhvr>
                                        <p:cTn id="7" dur="500"/>
                                        <p:tgtEl>
                                          <p:spTgt spid="64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7" name="Rectangle 3"/>
          <p:cNvSpPr>
            <a:spLocks noGrp="1" noChangeArrowheads="1"/>
          </p:cNvSpPr>
          <p:nvPr>
            <p:ph idx="1"/>
          </p:nvPr>
        </p:nvSpPr>
        <p:spPr>
          <a:xfrm>
            <a:off x="684213" y="1125538"/>
            <a:ext cx="7696200" cy="3657600"/>
          </a:xfrm>
        </p:spPr>
        <p:txBody>
          <a:bodyPr/>
          <a:lstStyle/>
          <a:p>
            <a:pPr eaLnBrk="1" hangingPunct="1">
              <a:spcBef>
                <a:spcPct val="40000"/>
              </a:spcBef>
              <a:buFontTx/>
              <a:buNone/>
            </a:pPr>
            <a:r>
              <a:rPr lang="en-US" altLang="zh-CN" b="1" dirty="0">
                <a:latin typeface="Times New Roman" panose="02020603050405020304" pitchFamily="18" charset="0"/>
                <a:cs typeface="Times New Roman" panose="02020603050405020304" pitchFamily="18" charset="0"/>
              </a:rPr>
              <a:t>3. Mr. Butler is a man of wide experience and who is very popular with his co-workers.</a:t>
            </a:r>
          </a:p>
          <a:p>
            <a:pPr eaLnBrk="1" hangingPunct="1">
              <a:spcBef>
                <a:spcPct val="40000"/>
              </a:spcBef>
              <a:buFontTx/>
              <a:buNone/>
            </a:pPr>
            <a:r>
              <a:rPr lang="en-US" altLang="zh-CN" b="1" dirty="0">
                <a:solidFill>
                  <a:schemeClr val="hlink"/>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Mr. Butler is a man of</a:t>
            </a:r>
            <a:r>
              <a:rPr lang="en-US" altLang="zh-CN" b="1" dirty="0">
                <a:solidFill>
                  <a:schemeClr val="hlink"/>
                </a:solidFill>
                <a:latin typeface="Times New Roman" panose="02020603050405020304" pitchFamily="18" charset="0"/>
                <a:cs typeface="Times New Roman" panose="02020603050405020304" pitchFamily="18" charset="0"/>
              </a:rPr>
              <a:t> </a:t>
            </a:r>
            <a:r>
              <a:rPr lang="en-US" altLang="zh-CN" b="1" u="sng" dirty="0">
                <a:solidFill>
                  <a:schemeClr val="tx2"/>
                </a:solidFill>
                <a:latin typeface="Times New Roman" panose="02020603050405020304" pitchFamily="18" charset="0"/>
                <a:cs typeface="Times New Roman" panose="02020603050405020304" pitchFamily="18" charset="0"/>
              </a:rPr>
              <a:t>wide experience</a:t>
            </a:r>
            <a:r>
              <a:rPr lang="en-US" altLang="zh-CN" b="1" u="sng" dirty="0">
                <a:solidFill>
                  <a:schemeClr val="hlink"/>
                </a:solidFill>
                <a:latin typeface="Times New Roman" panose="02020603050405020304" pitchFamily="18" charset="0"/>
                <a:cs typeface="Times New Roman" panose="02020603050405020304" pitchFamily="18" charset="0"/>
              </a:rPr>
              <a:t> </a:t>
            </a:r>
            <a:r>
              <a:rPr lang="en-US" altLang="zh-CN" b="1" u="sng" dirty="0">
                <a:latin typeface="Times New Roman" panose="02020603050405020304" pitchFamily="18" charset="0"/>
                <a:cs typeface="Times New Roman" panose="02020603050405020304" pitchFamily="18" charset="0"/>
              </a:rPr>
              <a:t>and</a:t>
            </a:r>
            <a:r>
              <a:rPr lang="en-US" altLang="zh-CN" b="1" u="sng" dirty="0">
                <a:solidFill>
                  <a:schemeClr val="hlink"/>
                </a:solidFill>
                <a:latin typeface="Times New Roman" panose="02020603050405020304" pitchFamily="18" charset="0"/>
                <a:cs typeface="Times New Roman" panose="02020603050405020304" pitchFamily="18" charset="0"/>
              </a:rPr>
              <a:t> </a:t>
            </a:r>
            <a:r>
              <a:rPr lang="en-US" altLang="zh-CN" b="1" u="sng" dirty="0">
                <a:solidFill>
                  <a:schemeClr val="tx2"/>
                </a:solidFill>
                <a:latin typeface="Times New Roman" panose="02020603050405020304" pitchFamily="18" charset="0"/>
                <a:cs typeface="Times New Roman" panose="02020603050405020304" pitchFamily="18" charset="0"/>
              </a:rPr>
              <a:t>great popularity</a:t>
            </a:r>
            <a:r>
              <a:rPr lang="en-US" altLang="zh-CN" b="1" dirty="0">
                <a:solidFill>
                  <a:schemeClr val="hlink"/>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among his co-workers</a:t>
            </a:r>
            <a:r>
              <a:rPr lang="en-US" altLang="zh-CN" b="1" dirty="0">
                <a:solidFill>
                  <a:schemeClr val="hlink"/>
                </a:solidFill>
                <a:latin typeface="Times New Roman" panose="02020603050405020304" pitchFamily="18" charset="0"/>
                <a:cs typeface="Times New Roman" panose="02020603050405020304" pitchFamily="18" charset="0"/>
              </a:rPr>
              <a:t>. </a:t>
            </a:r>
          </a:p>
          <a:p>
            <a:pPr eaLnBrk="1" hangingPunct="1"/>
            <a:r>
              <a:rPr lang="en-US" altLang="zh-CN" dirty="0">
                <a:latin typeface="Times New Roman" panose="02020603050405020304" pitchFamily="18" charset="0"/>
              </a:rPr>
              <a:t>Importance  significance </a:t>
            </a:r>
            <a:r>
              <a:rPr lang="en-US" altLang="zh-CN">
                <a:latin typeface="Times New Roman" panose="02020603050405020304" pitchFamily="18" charset="0"/>
              </a:rPr>
              <a:t>criticism </a:t>
            </a:r>
            <a:r>
              <a:rPr lang="en-US" altLang="zh-CN" smtClean="0">
                <a:latin typeface="Times New Roman" panose="02020603050405020304" pitchFamily="18" charset="0"/>
              </a:rPr>
              <a:t>cynicism </a:t>
            </a:r>
            <a:endParaRPr lang="en-US" altLang="zh-CN" dirty="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animEffect transition="in" filter="slide(fromBottom)">
                                      <p:cBhvr>
                                        <p:cTn id="7" dur="500"/>
                                        <p:tgtEl>
                                          <p:spTgt spid="6512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51267">
                                            <p:txEl>
                                              <p:pRg st="2" end="2"/>
                                            </p:txEl>
                                          </p:spTgt>
                                        </p:tgtEl>
                                        <p:attrNameLst>
                                          <p:attrName>style.visibility</p:attrName>
                                        </p:attrNameLst>
                                      </p:cBhvr>
                                      <p:to>
                                        <p:strVal val="visible"/>
                                      </p:to>
                                    </p:set>
                                    <p:animEffect transition="in" filter="slide(fromBottom)">
                                      <p:cBhvr>
                                        <p:cTn id="12" dur="500"/>
                                        <p:tgtEl>
                                          <p:spTgt spid="65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86018" name="Text Box 1028"/>
          <p:cNvSpPr txBox="1">
            <a:spLocks noChangeArrowheads="1"/>
          </p:cNvSpPr>
          <p:nvPr/>
        </p:nvSpPr>
        <p:spPr bwMode="auto">
          <a:xfrm>
            <a:off x="684213" y="692150"/>
            <a:ext cx="7135812" cy="3937000"/>
          </a:xfrm>
          <a:prstGeom prst="rect">
            <a:avLst/>
          </a:prstGeom>
          <a:noFill/>
          <a:ln w="9525">
            <a:noFill/>
            <a:miter lim="800000"/>
          </a:ln>
        </p:spPr>
        <p:txBody>
          <a:bodyPr>
            <a:spAutoFit/>
          </a:bodyPr>
          <a:lstStyle/>
          <a:p>
            <a:pPr algn="ctr"/>
            <a:r>
              <a:rPr lang="en-US" altLang="zh-CN" sz="3600" b="1">
                <a:latin typeface="Times New Roman" panose="02020603050405020304" pitchFamily="18" charset="0"/>
              </a:rPr>
              <a:t>5.</a:t>
            </a:r>
            <a:r>
              <a:rPr lang="zh-CN" altLang="en-US" sz="3600" b="1">
                <a:latin typeface="Times New Roman" panose="02020603050405020304" pitchFamily="18" charset="0"/>
              </a:rPr>
              <a:t>写灵活多变的句子 </a:t>
            </a:r>
            <a:r>
              <a:rPr lang="en-US" altLang="zh-CN" sz="3600" b="1">
                <a:latin typeface="Times New Roman" panose="02020603050405020304" pitchFamily="18" charset="0"/>
              </a:rPr>
              <a:t>(Variety)</a:t>
            </a:r>
          </a:p>
          <a:p>
            <a:pPr algn="ctr"/>
            <a:endParaRPr lang="en-US" altLang="zh-CN" sz="3600" b="1">
              <a:latin typeface="Times New Roman" panose="02020603050405020304" pitchFamily="18" charset="0"/>
            </a:endParaRPr>
          </a:p>
          <a:p>
            <a:r>
              <a:rPr lang="en-US" altLang="zh-CN" sz="3600" b="1">
                <a:latin typeface="Times New Roman" panose="02020603050405020304" pitchFamily="18" charset="0"/>
              </a:rPr>
              <a:t>     </a:t>
            </a:r>
            <a:r>
              <a:rPr lang="zh-CN" altLang="en-US" sz="3600" b="1">
                <a:latin typeface="Times New Roman" panose="02020603050405020304" pitchFamily="18" charset="0"/>
              </a:rPr>
              <a:t>要使文章生动吸引人，写作时要经常变换句型和句子结构。</a:t>
            </a:r>
          </a:p>
          <a:p>
            <a:endParaRPr lang="zh-CN" altLang="en-US" sz="3600" b="1">
              <a:latin typeface="Times New Roman" panose="02020603050405020304" pitchFamily="18" charset="0"/>
            </a:endParaRPr>
          </a:p>
          <a:p>
            <a:endParaRPr lang="zh-CN" altLang="en-US" sz="3600" b="1">
              <a:latin typeface="Times New Roman" panose="02020603050405020304" pitchFamily="18" charset="0"/>
            </a:endParaRPr>
          </a:p>
          <a:p>
            <a:r>
              <a:rPr lang="en-US" altLang="zh-CN" sz="3600" b="1">
                <a:latin typeface="Times New Roman" panose="02020603050405020304" pitchFamily="18" charset="0"/>
              </a:rPr>
              <a:t>(1) </a:t>
            </a:r>
            <a:r>
              <a:rPr lang="zh-CN" altLang="en-US" sz="3600" b="1">
                <a:latin typeface="Times New Roman" panose="02020603050405020304" pitchFamily="18" charset="0"/>
              </a:rPr>
              <a:t>句子开头多样化</a:t>
            </a:r>
          </a:p>
        </p:txBody>
      </p:sp>
    </p:spTree>
  </p:cSld>
  <p:clrMapOvr>
    <a:masterClrMapping/>
  </p:clrMapOvr>
  <p:transition advTm="10000"/>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1" name="Rectangle 3"/>
          <p:cNvSpPr>
            <a:spLocks noGrp="1" noChangeArrowheads="1"/>
          </p:cNvSpPr>
          <p:nvPr>
            <p:ph idx="1"/>
          </p:nvPr>
        </p:nvSpPr>
        <p:spPr>
          <a:xfrm>
            <a:off x="395288" y="620713"/>
            <a:ext cx="7696200" cy="3657600"/>
          </a:xfrm>
        </p:spPr>
        <p:txBody>
          <a:bodyPr rtlCol="0">
            <a:normAutofit fontScale="92500" lnSpcReduction="20000"/>
          </a:bodyPr>
          <a:lstStyle/>
          <a:p>
            <a:pPr eaLnBrk="1" fontAlgn="auto" hangingPunct="1">
              <a:spcAft>
                <a:spcPts val="0"/>
              </a:spcAft>
              <a:buFontTx/>
              <a:buNone/>
              <a:defRPr/>
            </a:pPr>
            <a:r>
              <a:rPr lang="en-US" altLang="zh-CN" b="1"/>
              <a:t>① </a:t>
            </a:r>
            <a:r>
              <a:rPr lang="zh-CN" altLang="en-US" b="1"/>
              <a:t>分词或分词短语开头。</a:t>
            </a:r>
          </a:p>
          <a:p>
            <a:pPr eaLnBrk="1" fontAlgn="auto" hangingPunct="1">
              <a:spcAft>
                <a:spcPts val="0"/>
              </a:spcAft>
              <a:buFontTx/>
              <a:buNone/>
              <a:defRPr/>
            </a:pPr>
            <a:r>
              <a:rPr lang="en-US" altLang="zh-CN" b="1">
                <a:latin typeface="Times New Roman" panose="02020603050405020304" pitchFamily="18" charset="0"/>
              </a:rPr>
              <a:t>a. We reached our destination exhausted.</a:t>
            </a:r>
          </a:p>
          <a:p>
            <a:pPr eaLnBrk="1" fontAlgn="auto" hangingPunct="1">
              <a:spcAft>
                <a:spcPts val="0"/>
              </a:spcAft>
              <a:buFontTx/>
              <a:buNone/>
              <a:defRPr/>
            </a:pPr>
            <a:r>
              <a:rPr lang="zh-CN" altLang="en-US" b="1">
                <a:latin typeface="Times New Roman" panose="02020603050405020304" pitchFamily="18" charset="0"/>
              </a:rPr>
              <a:t>应该为：</a:t>
            </a:r>
            <a:r>
              <a:rPr lang="en-US" altLang="zh-CN" b="1" u="sng">
                <a:solidFill>
                  <a:schemeClr val="tx2"/>
                </a:solidFill>
                <a:latin typeface="Times New Roman" panose="02020603050405020304" pitchFamily="18" charset="0"/>
              </a:rPr>
              <a:t>Exhausted</a:t>
            </a:r>
            <a:r>
              <a:rPr lang="en-US" altLang="zh-CN" b="1">
                <a:latin typeface="Times New Roman" panose="02020603050405020304" pitchFamily="18" charset="0"/>
              </a:rPr>
              <a:t>, we reached our </a:t>
            </a:r>
          </a:p>
          <a:p>
            <a:pPr eaLnBrk="1" fontAlgn="auto" hangingPunct="1">
              <a:spcAft>
                <a:spcPts val="0"/>
              </a:spcAft>
              <a:buFontTx/>
              <a:buNone/>
              <a:defRPr/>
            </a:pPr>
            <a:r>
              <a:rPr lang="en-US" altLang="zh-CN" b="1">
                <a:latin typeface="Times New Roman" panose="02020603050405020304" pitchFamily="18" charset="0"/>
              </a:rPr>
              <a:t>                 destination.</a:t>
            </a:r>
          </a:p>
          <a:p>
            <a:pPr eaLnBrk="1" fontAlgn="auto" hangingPunct="1">
              <a:spcAft>
                <a:spcPts val="0"/>
              </a:spcAft>
              <a:buFontTx/>
              <a:buNone/>
              <a:defRPr/>
            </a:pPr>
            <a:r>
              <a:rPr lang="en-US" altLang="zh-CN" b="1">
                <a:latin typeface="Times New Roman" panose="02020603050405020304" pitchFamily="18" charset="0"/>
              </a:rPr>
              <a:t>b. I finished my homework and began to review the lessons.</a:t>
            </a:r>
          </a:p>
          <a:p>
            <a:pPr eaLnBrk="1" fontAlgn="auto" hangingPunct="1">
              <a:spcAft>
                <a:spcPts val="0"/>
              </a:spcAft>
              <a:buFontTx/>
              <a:buNone/>
              <a:defRPr/>
            </a:pPr>
            <a:r>
              <a:rPr lang="zh-CN" altLang="en-US" b="1">
                <a:latin typeface="Times New Roman" panose="02020603050405020304" pitchFamily="18" charset="0"/>
              </a:rPr>
              <a:t>应该为： </a:t>
            </a:r>
            <a:r>
              <a:rPr lang="en-US" altLang="zh-CN" b="1" u="sng">
                <a:solidFill>
                  <a:schemeClr val="tx2"/>
                </a:solidFill>
                <a:latin typeface="Times New Roman" panose="02020603050405020304" pitchFamily="18" charset="0"/>
              </a:rPr>
              <a:t>Having finished my homework</a:t>
            </a:r>
            <a:r>
              <a:rPr lang="en-US" altLang="zh-CN" b="1">
                <a:latin typeface="Times New Roman" panose="02020603050405020304" pitchFamily="18" charset="0"/>
              </a:rPr>
              <a:t>, I </a:t>
            </a:r>
          </a:p>
          <a:p>
            <a:pPr eaLnBrk="1" fontAlgn="auto" hangingPunct="1">
              <a:spcAft>
                <a:spcPts val="0"/>
              </a:spcAft>
              <a:buFontTx/>
              <a:buNone/>
              <a:defRPr/>
            </a:pPr>
            <a:r>
              <a:rPr lang="en-US" altLang="zh-CN" b="1">
                <a:latin typeface="Times New Roman" panose="02020603050405020304" pitchFamily="18" charset="0"/>
              </a:rPr>
              <a:t>                 began to review the lessons.</a:t>
            </a:r>
          </a:p>
          <a:p>
            <a:pPr eaLnBrk="1" fontAlgn="auto" hangingPunct="1">
              <a:spcAft>
                <a:spcPts val="0"/>
              </a:spcAft>
              <a:buFont typeface="Wingdings 2" panose="05020102010507070707"/>
              <a:buChar char=""/>
              <a:defRPr/>
            </a:pPr>
            <a:endParaRPr lang="en-US" altLang="zh-CN" b="1">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6931">
                                            <p:txEl>
                                              <p:pRg st="2" end="2"/>
                                            </p:txEl>
                                          </p:spTgt>
                                        </p:tgtEl>
                                        <p:attrNameLst>
                                          <p:attrName>style.visibility</p:attrName>
                                        </p:attrNameLst>
                                      </p:cBhvr>
                                      <p:to>
                                        <p:strVal val="visible"/>
                                      </p:to>
                                    </p:set>
                                    <p:anim calcmode="lin" valueType="num">
                                      <p:cBhvr additive="base">
                                        <p:cTn id="7" dur="500" fill="hold"/>
                                        <p:tgtEl>
                                          <p:spTgt spid="63693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69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36931">
                                            <p:txEl>
                                              <p:pRg st="3" end="3"/>
                                            </p:txEl>
                                          </p:spTgt>
                                        </p:tgtEl>
                                        <p:attrNameLst>
                                          <p:attrName>style.visibility</p:attrName>
                                        </p:attrNameLst>
                                      </p:cBhvr>
                                      <p:to>
                                        <p:strVal val="visible"/>
                                      </p:to>
                                    </p:set>
                                    <p:anim calcmode="lin" valueType="num">
                                      <p:cBhvr additive="base">
                                        <p:cTn id="13" dur="500" fill="hold"/>
                                        <p:tgtEl>
                                          <p:spTgt spid="63693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69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36931">
                                            <p:txEl>
                                              <p:pRg st="5" end="5"/>
                                            </p:txEl>
                                          </p:spTgt>
                                        </p:tgtEl>
                                        <p:attrNameLst>
                                          <p:attrName>style.visibility</p:attrName>
                                        </p:attrNameLst>
                                      </p:cBhvr>
                                      <p:to>
                                        <p:strVal val="visible"/>
                                      </p:to>
                                    </p:set>
                                    <p:anim calcmode="lin" valueType="num">
                                      <p:cBhvr additive="base">
                                        <p:cTn id="19" dur="500" fill="hold"/>
                                        <p:tgtEl>
                                          <p:spTgt spid="63693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69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36931">
                                            <p:txEl>
                                              <p:pRg st="6" end="6"/>
                                            </p:txEl>
                                          </p:spTgt>
                                        </p:tgtEl>
                                        <p:attrNameLst>
                                          <p:attrName>style.visibility</p:attrName>
                                        </p:attrNameLst>
                                      </p:cBhvr>
                                      <p:to>
                                        <p:strVal val="visible"/>
                                      </p:to>
                                    </p:set>
                                    <p:anim calcmode="lin" valueType="num">
                                      <p:cBhvr additive="base">
                                        <p:cTn id="25" dur="500" fill="hold"/>
                                        <p:tgtEl>
                                          <p:spTgt spid="63693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69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7860" name="Text Box 4"/>
          <p:cNvSpPr txBox="1">
            <a:spLocks noChangeArrowheads="1"/>
          </p:cNvSpPr>
          <p:nvPr/>
        </p:nvSpPr>
        <p:spPr bwMode="auto">
          <a:xfrm>
            <a:off x="323850" y="836613"/>
            <a:ext cx="8280400" cy="3503612"/>
          </a:xfrm>
          <a:prstGeom prst="rect">
            <a:avLst/>
          </a:prstGeom>
          <a:noFill/>
          <a:ln w="9525">
            <a:noFill/>
            <a:miter lim="800000"/>
          </a:ln>
        </p:spPr>
        <p:txBody>
          <a:bodyPr>
            <a:spAutoFit/>
          </a:bodyPr>
          <a:lstStyle/>
          <a:p>
            <a:r>
              <a:rPr lang="en-US" altLang="zh-CN" sz="3200" b="1">
                <a:latin typeface="Times New Roman" panose="02020603050405020304" pitchFamily="18" charset="0"/>
              </a:rPr>
              <a:t>② </a:t>
            </a:r>
            <a:r>
              <a:rPr lang="zh-CN" altLang="en-US" sz="3200" b="1">
                <a:latin typeface="Times New Roman" panose="02020603050405020304" pitchFamily="18" charset="0"/>
              </a:rPr>
              <a:t>形容词开头。</a:t>
            </a:r>
          </a:p>
          <a:p>
            <a:r>
              <a:rPr lang="en-US" altLang="zh-CN" sz="3200" b="1">
                <a:latin typeface="Times New Roman" panose="02020603050405020304" pitchFamily="18" charset="0"/>
              </a:rPr>
              <a:t>He was intelligent and hard-working, and he graduated with honors.</a:t>
            </a:r>
          </a:p>
          <a:p>
            <a:endParaRPr lang="en-US" altLang="zh-CN" sz="3200" b="1">
              <a:latin typeface="Times New Roman" panose="02020603050405020304" pitchFamily="18" charset="0"/>
            </a:endParaRPr>
          </a:p>
          <a:p>
            <a:r>
              <a:rPr lang="zh-CN" altLang="en-US" sz="3200" b="1">
                <a:latin typeface="Cambria" panose="02040503050406030204" charset="0"/>
              </a:rPr>
              <a:t>应该为：</a:t>
            </a:r>
            <a:r>
              <a:rPr lang="zh-CN" altLang="en-US">
                <a:latin typeface="Cambria" panose="02040503050406030204" charset="0"/>
              </a:rPr>
              <a:t> </a:t>
            </a:r>
            <a:r>
              <a:rPr lang="en-US" altLang="zh-CN" sz="3200" b="1" u="sng">
                <a:solidFill>
                  <a:schemeClr val="tx2"/>
                </a:solidFill>
                <a:latin typeface="Times New Roman" panose="02020603050405020304" pitchFamily="18" charset="0"/>
              </a:rPr>
              <a:t>Intelligent and hard-working</a:t>
            </a:r>
            <a:r>
              <a:rPr lang="en-US" altLang="zh-CN" sz="3200" b="1">
                <a:latin typeface="Times New Roman" panose="02020603050405020304" pitchFamily="18" charset="0"/>
              </a:rPr>
              <a:t>, he</a:t>
            </a:r>
          </a:p>
          <a:p>
            <a:r>
              <a:rPr lang="en-US" altLang="zh-CN" sz="3200" b="1">
                <a:latin typeface="Times New Roman" panose="02020603050405020304" pitchFamily="18" charset="0"/>
              </a:rPr>
              <a:t>                 graduated with honors.</a:t>
            </a:r>
          </a:p>
          <a:p>
            <a:endParaRPr lang="en-US" altLang="zh-CN" sz="3200" b="1">
              <a:latin typeface="Times New Roman" panose="02020603050405020304" pitchFamily="18" charset="0"/>
            </a:endParaRP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7860">
                                            <p:txEl>
                                              <p:pRg st="3" end="3"/>
                                            </p:txEl>
                                          </p:spTgt>
                                        </p:tgtEl>
                                        <p:attrNameLst>
                                          <p:attrName>style.visibility</p:attrName>
                                        </p:attrNameLst>
                                      </p:cBhvr>
                                      <p:to>
                                        <p:strVal val="visible"/>
                                      </p:to>
                                    </p:set>
                                    <p:animEffect transition="in" filter="blinds(horizontal)">
                                      <p:cBhvr>
                                        <p:cTn id="7" dur="500"/>
                                        <p:tgtEl>
                                          <p:spTgt spid="37786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7860">
                                            <p:txEl>
                                              <p:pRg st="4" end="4"/>
                                            </p:txEl>
                                          </p:spTgt>
                                        </p:tgtEl>
                                        <p:attrNameLst>
                                          <p:attrName>style.visibility</p:attrName>
                                        </p:attrNameLst>
                                      </p:cBhvr>
                                      <p:to>
                                        <p:strVal val="visible"/>
                                      </p:to>
                                    </p:set>
                                    <p:animEffect transition="in" filter="blinds(horizontal)">
                                      <p:cBhvr>
                                        <p:cTn id="12" dur="500"/>
                                        <p:tgtEl>
                                          <p:spTgt spid="37786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5" name="Rectangle 3"/>
          <p:cNvSpPr>
            <a:spLocks noGrp="1" noChangeArrowheads="1"/>
          </p:cNvSpPr>
          <p:nvPr>
            <p:ph idx="1"/>
          </p:nvPr>
        </p:nvSpPr>
        <p:spPr>
          <a:xfrm>
            <a:off x="539750" y="981075"/>
            <a:ext cx="7696200" cy="3657600"/>
          </a:xfrm>
        </p:spPr>
        <p:txBody>
          <a:bodyPr/>
          <a:lstStyle/>
          <a:p>
            <a:pPr eaLnBrk="1" hangingPunct="1">
              <a:buFontTx/>
              <a:buNone/>
            </a:pPr>
            <a:r>
              <a:rPr lang="en-US" altLang="zh-CN" sz="3600" b="1">
                <a:latin typeface="Times New Roman" panose="02020603050405020304" pitchFamily="18" charset="0"/>
              </a:rPr>
              <a:t>③ </a:t>
            </a:r>
            <a:r>
              <a:rPr lang="zh-CN" altLang="en-US" sz="3600" b="1">
                <a:latin typeface="Times New Roman" panose="02020603050405020304" pitchFamily="18" charset="0"/>
              </a:rPr>
              <a:t>介词短语开头。</a:t>
            </a:r>
          </a:p>
          <a:p>
            <a:pPr eaLnBrk="1" hangingPunct="1">
              <a:buFontTx/>
              <a:buNone/>
            </a:pPr>
            <a:r>
              <a:rPr lang="en-US" altLang="zh-CN" sz="3600" b="1">
                <a:latin typeface="Times New Roman" panose="02020603050405020304" pitchFamily="18" charset="0"/>
              </a:rPr>
              <a:t>a. The girl was in despair and turned to her friends for help.</a:t>
            </a:r>
          </a:p>
          <a:p>
            <a:pPr eaLnBrk="1" hangingPunct="1">
              <a:buFontTx/>
              <a:buNone/>
            </a:pPr>
            <a:r>
              <a:rPr lang="zh-CN" altLang="en-US" b="1">
                <a:latin typeface="Times New Roman" panose="02020603050405020304" pitchFamily="18" charset="0"/>
              </a:rPr>
              <a:t>应该为：</a:t>
            </a:r>
            <a:r>
              <a:rPr lang="zh-CN" altLang="en-US" sz="3600" b="1">
                <a:latin typeface="Times New Roman" panose="02020603050405020304" pitchFamily="18" charset="0"/>
              </a:rPr>
              <a:t> </a:t>
            </a:r>
            <a:r>
              <a:rPr lang="en-US" altLang="zh-CN" sz="3600" b="1" u="sng">
                <a:solidFill>
                  <a:schemeClr val="tx2"/>
                </a:solidFill>
                <a:latin typeface="Times New Roman" panose="02020603050405020304" pitchFamily="18" charset="0"/>
              </a:rPr>
              <a:t>In despair</a:t>
            </a:r>
            <a:r>
              <a:rPr lang="en-US" altLang="zh-CN" sz="3600" b="1">
                <a:latin typeface="Times New Roman" panose="02020603050405020304" pitchFamily="18" charset="0"/>
              </a:rPr>
              <a:t>, the girl turned to</a:t>
            </a:r>
          </a:p>
          <a:p>
            <a:pPr eaLnBrk="1" hangingPunct="1">
              <a:buFontTx/>
              <a:buNone/>
            </a:pPr>
            <a:r>
              <a:rPr lang="en-US" altLang="zh-CN" sz="3600" b="1">
                <a:latin typeface="Times New Roman" panose="02020603050405020304" pitchFamily="18" charset="0"/>
              </a:rPr>
              <a:t>               her friends for help.</a:t>
            </a:r>
          </a:p>
          <a:p>
            <a:pPr eaLnBrk="1" hangingPunct="1">
              <a:buFontTx/>
              <a:buNone/>
            </a:pPr>
            <a:endParaRPr lang="en-US" altLang="zh-CN" sz="360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37955">
                                            <p:txEl>
                                              <p:pRg st="2" end="2"/>
                                            </p:txEl>
                                          </p:spTgt>
                                        </p:tgtEl>
                                        <p:attrNameLst>
                                          <p:attrName>style.visibility</p:attrName>
                                        </p:attrNameLst>
                                      </p:cBhvr>
                                      <p:to>
                                        <p:strVal val="visible"/>
                                      </p:to>
                                    </p:set>
                                    <p:animEffect transition="in" filter="slide(fromBottom)">
                                      <p:cBhvr>
                                        <p:cTn id="7" dur="500"/>
                                        <p:tgtEl>
                                          <p:spTgt spid="63795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37955">
                                            <p:txEl>
                                              <p:pRg st="3" end="3"/>
                                            </p:txEl>
                                          </p:spTgt>
                                        </p:tgtEl>
                                        <p:attrNameLst>
                                          <p:attrName>style.visibility</p:attrName>
                                        </p:attrNameLst>
                                      </p:cBhvr>
                                      <p:to>
                                        <p:strVal val="visible"/>
                                      </p:to>
                                    </p:set>
                                    <p:animEffect transition="in" filter="slide(fromBottom)">
                                      <p:cBhvr>
                                        <p:cTn id="12" dur="500"/>
                                        <p:tgtEl>
                                          <p:spTgt spid="6379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8884" name="Text Box 4"/>
          <p:cNvSpPr txBox="1">
            <a:spLocks noChangeArrowheads="1"/>
          </p:cNvSpPr>
          <p:nvPr/>
        </p:nvSpPr>
        <p:spPr bwMode="auto">
          <a:xfrm>
            <a:off x="323850" y="620713"/>
            <a:ext cx="7450138" cy="4965700"/>
          </a:xfrm>
          <a:prstGeom prst="rect">
            <a:avLst/>
          </a:prstGeom>
          <a:noFill/>
          <a:ln w="9525">
            <a:noFill/>
            <a:miter lim="800000"/>
          </a:ln>
        </p:spPr>
        <p:txBody>
          <a:bodyPr>
            <a:spAutoFit/>
          </a:bodyPr>
          <a:lstStyle/>
          <a:p>
            <a:r>
              <a:rPr lang="en-US" altLang="zh-CN" sz="3200" b="1">
                <a:latin typeface="Times New Roman" panose="02020603050405020304" pitchFamily="18" charset="0"/>
              </a:rPr>
              <a:t>④ </a:t>
            </a:r>
            <a:r>
              <a:rPr lang="zh-CN" altLang="en-US" sz="3200" b="1">
                <a:latin typeface="Times New Roman" panose="02020603050405020304" pitchFamily="18" charset="0"/>
              </a:rPr>
              <a:t>不定式短语开头。</a:t>
            </a:r>
          </a:p>
          <a:p>
            <a:r>
              <a:rPr lang="en-US" altLang="zh-CN" sz="3200" b="1">
                <a:latin typeface="Times New Roman" panose="02020603050405020304" pitchFamily="18" charset="0"/>
              </a:rPr>
              <a:t>a. He worked hard day and night to pass the exams.</a:t>
            </a:r>
          </a:p>
          <a:p>
            <a:r>
              <a:rPr lang="zh-CN" altLang="en-US" sz="3200" b="1">
                <a:latin typeface="Cambria" panose="02040503050406030204" charset="0"/>
              </a:rPr>
              <a:t>应该为：</a:t>
            </a:r>
            <a:r>
              <a:rPr lang="en-US" altLang="zh-CN" sz="3200" b="1" u="sng">
                <a:solidFill>
                  <a:schemeClr val="tx2"/>
                </a:solidFill>
                <a:latin typeface="Times New Roman" panose="02020603050405020304" pitchFamily="18" charset="0"/>
              </a:rPr>
              <a:t>To pass the exams,</a:t>
            </a:r>
            <a:r>
              <a:rPr lang="en-US" altLang="zh-CN" sz="3200" b="1">
                <a:latin typeface="Times New Roman" panose="02020603050405020304" pitchFamily="18" charset="0"/>
              </a:rPr>
              <a:t> he worked</a:t>
            </a:r>
          </a:p>
          <a:p>
            <a:r>
              <a:rPr lang="en-US" altLang="zh-CN" sz="3200" b="1">
                <a:latin typeface="Times New Roman" panose="02020603050405020304" pitchFamily="18" charset="0"/>
              </a:rPr>
              <a:t>                 hard day and night.</a:t>
            </a:r>
          </a:p>
          <a:p>
            <a:endParaRPr lang="en-US" altLang="zh-CN" sz="3200" b="1">
              <a:latin typeface="Times New Roman" panose="02020603050405020304" pitchFamily="18" charset="0"/>
            </a:endParaRPr>
          </a:p>
          <a:p>
            <a:r>
              <a:rPr lang="en-US" altLang="zh-CN" sz="3200" b="1">
                <a:latin typeface="Times New Roman" panose="02020603050405020304" pitchFamily="18" charset="0"/>
              </a:rPr>
              <a:t>b. He spoke slowly and emphatically to make everything clear.</a:t>
            </a:r>
          </a:p>
          <a:p>
            <a:r>
              <a:rPr lang="zh-CN" altLang="en-US" sz="3200" b="1">
                <a:latin typeface="Cambria" panose="02040503050406030204" charset="0"/>
              </a:rPr>
              <a:t>应该为：</a:t>
            </a:r>
            <a:r>
              <a:rPr lang="zh-CN" altLang="en-US">
                <a:latin typeface="Cambria" panose="02040503050406030204" charset="0"/>
              </a:rPr>
              <a:t> </a:t>
            </a:r>
            <a:r>
              <a:rPr lang="en-US" altLang="zh-CN" sz="3200" b="1" u="sng">
                <a:solidFill>
                  <a:schemeClr val="tx2"/>
                </a:solidFill>
                <a:latin typeface="Times New Roman" panose="02020603050405020304" pitchFamily="18" charset="0"/>
              </a:rPr>
              <a:t>To make everything clear</a:t>
            </a:r>
            <a:r>
              <a:rPr lang="en-US" altLang="zh-CN" sz="3200" b="1">
                <a:latin typeface="Times New Roman" panose="02020603050405020304" pitchFamily="18" charset="0"/>
              </a:rPr>
              <a:t>, he </a:t>
            </a:r>
          </a:p>
          <a:p>
            <a:r>
              <a:rPr lang="en-US" altLang="zh-CN" sz="3200" b="1">
                <a:latin typeface="Times New Roman" panose="02020603050405020304" pitchFamily="18" charset="0"/>
              </a:rPr>
              <a:t>                  spoke slowly and emphatically. </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884">
                                            <p:txEl>
                                              <p:pRg st="2" end="2"/>
                                            </p:txEl>
                                          </p:spTgt>
                                        </p:tgtEl>
                                        <p:attrNameLst>
                                          <p:attrName>style.visibility</p:attrName>
                                        </p:attrNameLst>
                                      </p:cBhvr>
                                      <p:to>
                                        <p:strVal val="visible"/>
                                      </p:to>
                                    </p:set>
                                    <p:animEffect transition="in" filter="blinds(horizontal)">
                                      <p:cBhvr>
                                        <p:cTn id="7" dur="500"/>
                                        <p:tgtEl>
                                          <p:spTgt spid="37888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884">
                                            <p:txEl>
                                              <p:pRg st="3" end="3"/>
                                            </p:txEl>
                                          </p:spTgt>
                                        </p:tgtEl>
                                        <p:attrNameLst>
                                          <p:attrName>style.visibility</p:attrName>
                                        </p:attrNameLst>
                                      </p:cBhvr>
                                      <p:to>
                                        <p:strVal val="visible"/>
                                      </p:to>
                                    </p:set>
                                    <p:animEffect transition="in" filter="blinds(horizontal)">
                                      <p:cBhvr>
                                        <p:cTn id="12" dur="500"/>
                                        <p:tgtEl>
                                          <p:spTgt spid="37888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884">
                                            <p:txEl>
                                              <p:pRg st="6" end="6"/>
                                            </p:txEl>
                                          </p:spTgt>
                                        </p:tgtEl>
                                        <p:attrNameLst>
                                          <p:attrName>style.visibility</p:attrName>
                                        </p:attrNameLst>
                                      </p:cBhvr>
                                      <p:to>
                                        <p:strVal val="visible"/>
                                      </p:to>
                                    </p:set>
                                    <p:animEffect transition="in" filter="blinds(horizontal)">
                                      <p:cBhvr>
                                        <p:cTn id="17" dur="500"/>
                                        <p:tgtEl>
                                          <p:spTgt spid="37888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884">
                                            <p:txEl>
                                              <p:pRg st="7" end="7"/>
                                            </p:txEl>
                                          </p:spTgt>
                                        </p:tgtEl>
                                        <p:attrNameLst>
                                          <p:attrName>style.visibility</p:attrName>
                                        </p:attrNameLst>
                                      </p:cBhvr>
                                      <p:to>
                                        <p:strVal val="visible"/>
                                      </p:to>
                                    </p:set>
                                    <p:animEffect transition="in" filter="blinds(horizontal)">
                                      <p:cBhvr>
                                        <p:cTn id="22" dur="500"/>
                                        <p:tgtEl>
                                          <p:spTgt spid="37888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a:xfrm>
            <a:off x="323850" y="333375"/>
            <a:ext cx="8640763" cy="5400675"/>
          </a:xfrm>
        </p:spPr>
        <p:txBody>
          <a:bodyPr/>
          <a:lstStyle/>
          <a:p>
            <a:pPr eaLnBrk="1" hangingPunct="1">
              <a:buFontTx/>
              <a:buNone/>
            </a:pPr>
            <a:endParaRPr lang="en-US" altLang="zh-CN" sz="2400">
              <a:solidFill>
                <a:schemeClr val="tx2"/>
              </a:solidFill>
            </a:endParaRPr>
          </a:p>
          <a:p>
            <a:pPr eaLnBrk="1" hangingPunct="1">
              <a:buFontTx/>
              <a:buNone/>
            </a:pPr>
            <a:r>
              <a:rPr lang="en-US" altLang="zh-CN" sz="3600" b="1">
                <a:solidFill>
                  <a:schemeClr val="tx2"/>
                </a:solidFill>
                <a:latin typeface="Times New Roman" panose="02020603050405020304" pitchFamily="18" charset="0"/>
              </a:rPr>
              <a:t>(2)</a:t>
            </a:r>
            <a:r>
              <a:rPr lang="en-US" altLang="zh-CN" sz="3600" b="1">
                <a:latin typeface="Times New Roman" panose="02020603050405020304" pitchFamily="18" charset="0"/>
              </a:rPr>
              <a:t> </a:t>
            </a:r>
            <a:r>
              <a:rPr lang="zh-CN" altLang="en-US" sz="3600" b="1">
                <a:solidFill>
                  <a:schemeClr val="tx2"/>
                </a:solidFill>
                <a:latin typeface="Times New Roman" panose="02020603050405020304" pitchFamily="18" charset="0"/>
              </a:rPr>
              <a:t>句型多样化</a:t>
            </a:r>
            <a:r>
              <a:rPr lang="zh-CN" altLang="en-US" sz="3600" b="1">
                <a:latin typeface="Times New Roman" panose="02020603050405020304" pitchFamily="18" charset="0"/>
              </a:rPr>
              <a:t>。</a:t>
            </a:r>
          </a:p>
          <a:p>
            <a:pPr eaLnBrk="1" hangingPunct="1">
              <a:buFontTx/>
              <a:buNone/>
            </a:pPr>
            <a:r>
              <a:rPr lang="zh-CN" altLang="en-US" sz="2800" b="1">
                <a:latin typeface="Times New Roman" panose="02020603050405020304" pitchFamily="18" charset="0"/>
              </a:rPr>
              <a:t>    用排比句、修辞疑问句、倒装句等多样化的句型能增添语言的渲染力，增加文章的艺术色彩。例如：</a:t>
            </a:r>
          </a:p>
          <a:p>
            <a:pPr eaLnBrk="1" hangingPunct="1">
              <a:buFontTx/>
              <a:buNone/>
            </a:pPr>
            <a:endParaRPr lang="zh-CN" altLang="en-US" sz="2800" b="1">
              <a:latin typeface="Times New Roman" panose="02020603050405020304" pitchFamily="18" charset="0"/>
            </a:endParaRPr>
          </a:p>
          <a:p>
            <a:pPr eaLnBrk="1" hangingPunct="1">
              <a:buFontTx/>
              <a:buNone/>
            </a:pPr>
            <a:r>
              <a:rPr lang="zh-CN" altLang="en-US" b="1">
                <a:latin typeface="Times New Roman" panose="02020603050405020304" pitchFamily="18" charset="0"/>
              </a:rPr>
              <a:t>   </a:t>
            </a:r>
            <a:r>
              <a:rPr lang="en-US" altLang="zh-CN" sz="2800" b="1">
                <a:latin typeface="Times New Roman" panose="02020603050405020304" pitchFamily="18" charset="0"/>
              </a:rPr>
              <a:t>a.  The more we get together, the happier we’ll</a:t>
            </a:r>
          </a:p>
          <a:p>
            <a:pPr eaLnBrk="1" hangingPunct="1">
              <a:buFontTx/>
              <a:buNone/>
            </a:pPr>
            <a:r>
              <a:rPr lang="en-US" altLang="zh-CN" sz="2800" b="1">
                <a:latin typeface="Times New Roman" panose="02020603050405020304" pitchFamily="18" charset="0"/>
              </a:rPr>
              <a:t>         be.</a:t>
            </a:r>
          </a:p>
          <a:p>
            <a:pPr eaLnBrk="1" hangingPunct="1">
              <a:buFontTx/>
              <a:buNone/>
            </a:pPr>
            <a:r>
              <a:rPr lang="en-US" altLang="zh-CN" sz="2800" b="1">
                <a:latin typeface="Times New Roman" panose="02020603050405020304" pitchFamily="18" charset="0"/>
              </a:rPr>
              <a:t>    b. Why is it that the more connected we get, the</a:t>
            </a:r>
          </a:p>
          <a:p>
            <a:pPr eaLnBrk="1" hangingPunct="1">
              <a:buFontTx/>
              <a:buNone/>
            </a:pPr>
            <a:r>
              <a:rPr lang="en-US" altLang="zh-CN" sz="2800" b="1">
                <a:latin typeface="Times New Roman" panose="02020603050405020304" pitchFamily="18" charset="0"/>
              </a:rPr>
              <a:t>      more disconnected I feel?  </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9908" name="AutoShape 4"/>
          <p:cNvSpPr>
            <a:spLocks noChangeArrowheads="1"/>
          </p:cNvSpPr>
          <p:nvPr/>
        </p:nvSpPr>
        <p:spPr bwMode="auto">
          <a:xfrm>
            <a:off x="684213" y="2420938"/>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79908"/>
                                        </p:tgtEl>
                                        <p:attrNameLst>
                                          <p:attrName>style.visibility</p:attrName>
                                        </p:attrNameLst>
                                      </p:cBhvr>
                                      <p:to>
                                        <p:strVal val="visible"/>
                                      </p:to>
                                    </p:set>
                                    <p:animEffect transition="in" filter="box(out)">
                                      <p:cBhvr>
                                        <p:cTn id="7" dur="1000"/>
                                        <p:tgtEl>
                                          <p:spTgt spid="379908"/>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395536" y="332656"/>
            <a:ext cx="8229600" cy="4525963"/>
          </a:xfrm>
        </p:spPr>
        <p:txBody>
          <a:bodyPr/>
          <a:lstStyle/>
          <a:p>
            <a:r>
              <a:rPr lang="zh-CN" altLang="en-US" dirty="0"/>
              <a:t>英语写作过渡性词语大全</a:t>
            </a:r>
          </a:p>
          <a:p>
            <a:r>
              <a:rPr lang="en-US" altLang="zh-CN" dirty="0"/>
              <a:t>(1)</a:t>
            </a:r>
            <a:r>
              <a:rPr lang="zh-CN" altLang="en-US" dirty="0"/>
              <a:t>表示增加的过渡词：</a:t>
            </a:r>
          </a:p>
          <a:p>
            <a:r>
              <a:rPr lang="en-US" altLang="zh-CN" dirty="0"/>
              <a:t>also, and, and then, too, in addition, furthermore, moreover, again, on top of that, another, first/second/third</a:t>
            </a:r>
            <a:r>
              <a:rPr lang="zh-CN" altLang="en-US" dirty="0"/>
              <a:t>等。</a:t>
            </a:r>
          </a:p>
          <a:p>
            <a:r>
              <a:rPr lang="en-US" altLang="zh-CN" dirty="0"/>
              <a:t>(2)</a:t>
            </a:r>
            <a:r>
              <a:rPr lang="zh-CN" altLang="en-US" dirty="0"/>
              <a:t>表示时 间顺序的过渡词：</a:t>
            </a:r>
          </a:p>
          <a:p>
            <a:r>
              <a:rPr lang="en-US" altLang="zh-CN" dirty="0"/>
              <a:t>now, then, before, after, afterwards, earlier, later, immediately, soon, next, in a few days, gradually, suddenly, finally</a:t>
            </a:r>
            <a:r>
              <a:rPr lang="zh-CN" altLang="en-US" dirty="0"/>
              <a:t>等。</a:t>
            </a:r>
          </a:p>
        </p:txBody>
      </p:sp>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819472"/>
            <a:ext cx="8229600" cy="1143000"/>
          </a:xfrm>
        </p:spPr>
        <p:txBody>
          <a:bodyPr/>
          <a:lstStyle/>
          <a:p>
            <a:r>
              <a:rPr lang="en-US" altLang="zh-CN" dirty="0"/>
              <a:t> </a:t>
            </a:r>
            <a:endParaRPr lang="zh-CN" altLang="en-US" dirty="0"/>
          </a:p>
        </p:txBody>
      </p:sp>
      <p:sp>
        <p:nvSpPr>
          <p:cNvPr id="3" name="内容占位符 2"/>
          <p:cNvSpPr>
            <a:spLocks noGrp="1"/>
          </p:cNvSpPr>
          <p:nvPr>
            <p:ph idx="1"/>
          </p:nvPr>
        </p:nvSpPr>
        <p:spPr>
          <a:xfrm>
            <a:off x="323528" y="260648"/>
            <a:ext cx="8229600" cy="4525963"/>
          </a:xfrm>
        </p:spPr>
        <p:txBody>
          <a:bodyPr/>
          <a:lstStyle/>
          <a:p>
            <a:r>
              <a:rPr lang="en-US" altLang="zh-CN" dirty="0"/>
              <a:t>(3)</a:t>
            </a:r>
            <a:r>
              <a:rPr lang="zh-CN" altLang="en-US" dirty="0"/>
              <a:t>表示空间顺序的过渡词：</a:t>
            </a:r>
          </a:p>
          <a:p>
            <a:r>
              <a:rPr lang="en-US" altLang="zh-CN" dirty="0"/>
              <a:t>near(to), far(from), in front of, behind, beside, beyond, above, below, to the right/ left, around, outside</a:t>
            </a:r>
            <a:r>
              <a:rPr lang="zh-CN" altLang="en-US" dirty="0"/>
              <a:t>等。</a:t>
            </a:r>
          </a:p>
          <a:p>
            <a:r>
              <a:rPr lang="en-US" altLang="zh-CN" dirty="0"/>
              <a:t>(4)</a:t>
            </a:r>
            <a:r>
              <a:rPr lang="zh-CN" altLang="en-US" dirty="0"/>
              <a:t>表示比较的过渡词： </a:t>
            </a:r>
            <a:r>
              <a:rPr lang="en-US" altLang="zh-CN" dirty="0"/>
              <a:t>in the same way, just like, just as</a:t>
            </a:r>
            <a:r>
              <a:rPr lang="zh-CN" altLang="en-US" dirty="0"/>
              <a:t>等。</a:t>
            </a:r>
          </a:p>
          <a:p>
            <a:r>
              <a:rPr lang="en-US" altLang="zh-CN" dirty="0"/>
              <a:t>(5)</a:t>
            </a:r>
            <a:r>
              <a:rPr lang="zh-CN" altLang="en-US" dirty="0"/>
              <a:t>表示对照的过渡词：</a:t>
            </a:r>
          </a:p>
          <a:p>
            <a:r>
              <a:rPr lang="en-US" altLang="zh-CN" dirty="0"/>
              <a:t>but, still, yet, however, on the other hand, on the contrary, in spite of, even though</a:t>
            </a:r>
            <a:r>
              <a:rPr lang="zh-CN" altLang="en-US" dirty="0"/>
              <a:t>等。</a:t>
            </a:r>
            <a:r>
              <a:rPr lang="en-US" altLang="zh-CN" dirty="0"/>
              <a:t> (6)</a:t>
            </a:r>
            <a:r>
              <a:rPr lang="zh-CN" altLang="en-US" dirty="0"/>
              <a:t>表示结果和原因的过渡词：</a:t>
            </a:r>
          </a:p>
          <a:p>
            <a:r>
              <a:rPr lang="en-US" altLang="zh-CN" dirty="0"/>
              <a:t>because, since, so, as a result, therefore, then, thus, otherwise</a:t>
            </a:r>
            <a:r>
              <a:rPr lang="zh-CN" altLang="en-US" dirty="0"/>
              <a:t>等。</a:t>
            </a:r>
          </a:p>
          <a:p>
            <a:endParaRPr lang="zh-CN" altLang="en-US" dirty="0"/>
          </a:p>
          <a:p>
            <a:endParaRPr lang="zh-CN" altLang="en-US" dirty="0"/>
          </a:p>
          <a:p>
            <a:endParaRPr lang="zh-CN" altLang="en-US" dirty="0"/>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467544" y="260648"/>
            <a:ext cx="8229600" cy="4525963"/>
          </a:xfrm>
        </p:spPr>
        <p:txBody>
          <a:bodyPr/>
          <a:lstStyle/>
          <a:p>
            <a:r>
              <a:rPr lang="en-US" altLang="zh-CN" dirty="0"/>
              <a:t>(7)</a:t>
            </a:r>
            <a:r>
              <a:rPr lang="zh-CN" altLang="en-US" dirty="0"/>
              <a:t>表示目的的过渡词： </a:t>
            </a:r>
            <a:r>
              <a:rPr lang="en-US" altLang="zh-CN" dirty="0"/>
              <a:t>for this reason, for this purpose, so that</a:t>
            </a:r>
            <a:r>
              <a:rPr lang="zh-CN" altLang="en-US" dirty="0"/>
              <a:t>等。</a:t>
            </a:r>
          </a:p>
          <a:p>
            <a:r>
              <a:rPr lang="en-US" altLang="zh-CN" dirty="0"/>
              <a:t>(8)</a:t>
            </a:r>
            <a:r>
              <a:rPr lang="zh-CN" altLang="en-US" dirty="0"/>
              <a:t>表示强调的过渡词：</a:t>
            </a:r>
          </a:p>
          <a:p>
            <a:r>
              <a:rPr lang="en-US" altLang="zh-CN" dirty="0"/>
              <a:t>in fact, indeed, surely, necessarily, certainly, without any doubt, truly, to repeat, above all, most important</a:t>
            </a:r>
            <a:r>
              <a:rPr lang="zh-CN" altLang="en-US" dirty="0"/>
              <a:t>等。</a:t>
            </a:r>
          </a:p>
          <a:p>
            <a:r>
              <a:rPr lang="en-US" altLang="zh-CN" dirty="0"/>
              <a:t>(9</a:t>
            </a:r>
            <a:r>
              <a:rPr lang="zh-CN" altLang="en-US" dirty="0"/>
              <a:t>表示解释说明的过渡词：</a:t>
            </a:r>
            <a:r>
              <a:rPr lang="en-US" altLang="zh-CN" dirty="0"/>
              <a:t>for example, in fact, in this case, for actually</a:t>
            </a:r>
            <a:r>
              <a:rPr lang="zh-CN" altLang="en-US" dirty="0"/>
              <a:t>等</a:t>
            </a:r>
          </a:p>
          <a:p>
            <a:r>
              <a:rPr lang="en-US" altLang="zh-CN" dirty="0"/>
              <a:t>10)</a:t>
            </a:r>
            <a:r>
              <a:rPr lang="zh-CN" altLang="en-US" dirty="0"/>
              <a:t>表示总结的过渡词：</a:t>
            </a:r>
          </a:p>
          <a:p>
            <a:r>
              <a:rPr lang="en-US" altLang="zh-CN" dirty="0"/>
              <a:t>finally, at last, in conclusion, as I have shown, in other word, in brief, in short, in general, on the whole, as has been stated</a:t>
            </a:r>
            <a:r>
              <a:rPr lang="zh-CN" altLang="en-US" dirty="0"/>
              <a:t>等。</a:t>
            </a:r>
          </a:p>
        </p:txBody>
      </p:sp>
    </p:spTree>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94210" name="Text Box 4"/>
          <p:cNvSpPr txBox="1">
            <a:spLocks noChangeArrowheads="1"/>
          </p:cNvSpPr>
          <p:nvPr/>
        </p:nvSpPr>
        <p:spPr bwMode="auto">
          <a:xfrm>
            <a:off x="468313" y="0"/>
            <a:ext cx="7993062" cy="6253163"/>
          </a:xfrm>
          <a:prstGeom prst="rect">
            <a:avLst/>
          </a:prstGeom>
          <a:noFill/>
          <a:ln w="9525">
            <a:noFill/>
            <a:miter lim="800000"/>
          </a:ln>
        </p:spPr>
        <p:txBody>
          <a:bodyPr>
            <a:spAutoFit/>
          </a:bodyPr>
          <a:lstStyle/>
          <a:p>
            <a:pPr algn="ctr"/>
            <a:endParaRPr lang="en-US" altLang="zh-CN" sz="3600" b="1">
              <a:latin typeface="楷体_GB2312" pitchFamily="49" charset="-122"/>
              <a:ea typeface="楷体_GB2312" pitchFamily="49" charset="-122"/>
            </a:endParaRPr>
          </a:p>
          <a:p>
            <a:pPr algn="ctr"/>
            <a:r>
              <a:rPr lang="zh-CN" altLang="en-US" sz="3200" b="1">
                <a:latin typeface="宋体" panose="02010600030101010101" pitchFamily="2" charset="-122"/>
              </a:rPr>
              <a:t>第二节 英语段落</a:t>
            </a:r>
            <a:r>
              <a:rPr lang="zh-CN" altLang="en-US" sz="2000" b="1">
                <a:latin typeface="楷体_GB2312" pitchFamily="49" charset="-122"/>
                <a:ea typeface="楷体_GB2312" pitchFamily="49" charset="-122"/>
              </a:rPr>
              <a:t> </a:t>
            </a:r>
            <a:r>
              <a:rPr lang="en-US" altLang="zh-CN" sz="2800">
                <a:latin typeface="Times New Roman" panose="02020603050405020304" pitchFamily="18" charset="0"/>
                <a:ea typeface="楷体_GB2312" pitchFamily="49" charset="-122"/>
              </a:rPr>
              <a:t>(</a:t>
            </a:r>
            <a:r>
              <a:rPr lang="en-US" altLang="zh-CN" sz="2800" b="1">
                <a:latin typeface="Times New Roman" panose="02020603050405020304" pitchFamily="18" charset="0"/>
                <a:ea typeface="楷体_GB2312" pitchFamily="49" charset="-122"/>
              </a:rPr>
              <a:t>Paragraphs)</a:t>
            </a:r>
          </a:p>
          <a:p>
            <a:pPr algn="ctr"/>
            <a:endParaRPr lang="en-US" altLang="zh-CN" sz="2800" b="1">
              <a:latin typeface="Times New Roman" panose="02020603050405020304" pitchFamily="18" charset="0"/>
              <a:ea typeface="楷体_GB2312" pitchFamily="49" charset="-122"/>
            </a:endParaRPr>
          </a:p>
          <a:p>
            <a:pPr algn="ctr"/>
            <a:r>
              <a:rPr lang="en-US" altLang="zh-CN" sz="2800" b="1">
                <a:latin typeface="Cambria" panose="02040503050406030204" charset="0"/>
              </a:rPr>
              <a:t>	</a:t>
            </a:r>
            <a:r>
              <a:rPr lang="zh-CN" altLang="en-US" sz="2800" b="1">
                <a:latin typeface="Cambria" panose="02040503050406030204" charset="0"/>
              </a:rPr>
              <a:t>语段，又叫</a:t>
            </a:r>
            <a:r>
              <a:rPr lang="zh-CN" altLang="en-US" sz="2800" b="1">
                <a:latin typeface="宋体" panose="02010600030101010101" pitchFamily="2" charset="-122"/>
              </a:rPr>
              <a:t>“</a:t>
            </a:r>
            <a:r>
              <a:rPr lang="zh-CN" altLang="en-US" sz="2800" b="1">
                <a:latin typeface="Cambria" panose="02040503050406030204" charset="0"/>
              </a:rPr>
              <a:t>句群</a:t>
            </a:r>
            <a:r>
              <a:rPr lang="zh-CN" altLang="en-US" sz="2800" b="1">
                <a:latin typeface="宋体" panose="02010600030101010101" pitchFamily="2" charset="-122"/>
              </a:rPr>
              <a:t>”</a:t>
            </a:r>
            <a:r>
              <a:rPr lang="zh-CN" altLang="en-US" sz="2800" b="1">
                <a:latin typeface="Cambria" panose="02040503050406030204" charset="0"/>
              </a:rPr>
              <a:t>，是由句子组成的语言表达单位，它是句子和语篇之间的中间层次。我们知道，句子在一定的语境中能够单独地使用，能够单独地表达相对完整的意思。但是，要表达多方面的、比较复杂的思想，往往需要把几个句子组织起来，结成更大的言语片断，以表达</a:t>
            </a:r>
            <a:r>
              <a:rPr lang="zh-CN" altLang="en-US" sz="2800" b="1">
                <a:latin typeface="宋体" panose="02010600030101010101" pitchFamily="2" charset="-122"/>
              </a:rPr>
              <a:t>“</a:t>
            </a:r>
            <a:r>
              <a:rPr lang="zh-CN" altLang="en-US" sz="2800" b="1">
                <a:latin typeface="Cambria" panose="02040503050406030204" charset="0"/>
              </a:rPr>
              <a:t>一层</a:t>
            </a:r>
            <a:r>
              <a:rPr lang="zh-CN" altLang="en-US" sz="2800" b="1">
                <a:latin typeface="宋体" panose="02010600030101010101" pitchFamily="2" charset="-122"/>
              </a:rPr>
              <a:t>”</a:t>
            </a:r>
            <a:r>
              <a:rPr lang="zh-CN" altLang="en-US" sz="2800" b="1">
                <a:latin typeface="Cambria" panose="02040503050406030204" charset="0"/>
              </a:rPr>
              <a:t>的意思。因此，语段是一个相对独立的较大语义单位，既与上下语段相关联，又与上下语段相区别。正是许多这样的语段相结合，才构成了</a:t>
            </a:r>
          </a:p>
          <a:p>
            <a:r>
              <a:rPr lang="zh-CN" altLang="en-US" sz="2800" b="1">
                <a:latin typeface="Cambria" panose="02040503050406030204" charset="0"/>
              </a:rPr>
              <a:t> 语篇。</a:t>
            </a:r>
          </a:p>
          <a:p>
            <a:endParaRPr lang="en-US" altLang="zh-CN" sz="2800">
              <a:latin typeface="Cambria" panose="02040503050406030204" charset="0"/>
            </a:endParaRPr>
          </a:p>
        </p:txBody>
      </p:sp>
    </p:spTree>
  </p:cSld>
  <p:clrMapOvr>
    <a:masterClrMapping/>
  </p:clrMapOvr>
  <p:transition advTm="1000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a:xfrm>
            <a:off x="323850" y="404813"/>
            <a:ext cx="8496300" cy="5688012"/>
          </a:xfrm>
        </p:spPr>
        <p:txBody>
          <a:bodyPr/>
          <a:lstStyle/>
          <a:p>
            <a:pPr algn="ctr" eaLnBrk="1" hangingPunct="1">
              <a:lnSpc>
                <a:spcPct val="90000"/>
              </a:lnSpc>
              <a:buFontTx/>
              <a:buNone/>
            </a:pPr>
            <a:r>
              <a:rPr lang="zh-CN" altLang="en-US" sz="2800" b="1"/>
              <a:t>段落的组成和特征</a:t>
            </a:r>
          </a:p>
          <a:p>
            <a:pPr eaLnBrk="1" hangingPunct="1">
              <a:lnSpc>
                <a:spcPct val="90000"/>
              </a:lnSpc>
              <a:buFontTx/>
              <a:buNone/>
            </a:pPr>
            <a:r>
              <a:rPr lang="en-US" altLang="zh-CN" sz="2800" b="1">
                <a:latin typeface="宋体" panose="02010600030101010101" pitchFamily="2" charset="-122"/>
              </a:rPr>
              <a:t>1.2.1.</a:t>
            </a:r>
            <a:r>
              <a:rPr lang="zh-CN" altLang="en-US" sz="2800" b="1"/>
              <a:t>段落的组成 </a:t>
            </a:r>
            <a:r>
              <a:rPr lang="en-US" altLang="zh-CN" sz="2800" b="1">
                <a:latin typeface="Times New Roman" panose="02020603050405020304" pitchFamily="18" charset="0"/>
              </a:rPr>
              <a:t>(Basic Structure of a Paragraph)</a:t>
            </a:r>
          </a:p>
          <a:p>
            <a:pPr eaLnBrk="1" hangingPunct="1">
              <a:lnSpc>
                <a:spcPct val="90000"/>
              </a:lnSpc>
              <a:buFontTx/>
              <a:buNone/>
            </a:pPr>
            <a:r>
              <a:rPr lang="en-US" altLang="zh-CN" sz="2800" b="1"/>
              <a:t>		</a:t>
            </a:r>
            <a:r>
              <a:rPr lang="zh-CN" altLang="en-US" sz="2800" b="1"/>
              <a:t>一个核心的英语段落一般由一个主题句</a:t>
            </a:r>
            <a:r>
              <a:rPr lang="en-US" altLang="zh-CN" sz="2800" b="1">
                <a:solidFill>
                  <a:schemeClr val="tx2"/>
                </a:solidFill>
                <a:latin typeface="Times New Roman" panose="02020603050405020304" pitchFamily="18" charset="0"/>
              </a:rPr>
              <a:t>(topic sentence)</a:t>
            </a:r>
            <a:r>
              <a:rPr lang="zh-CN" altLang="en-US" sz="2800" b="1">
                <a:latin typeface="Times New Roman" panose="02020603050405020304" pitchFamily="18" charset="0"/>
              </a:rPr>
              <a:t>、若干个支持句或扩展句</a:t>
            </a:r>
            <a:r>
              <a:rPr lang="en-US" altLang="zh-CN" sz="2800" b="1">
                <a:latin typeface="Times New Roman" panose="02020603050405020304" pitchFamily="18" charset="0"/>
              </a:rPr>
              <a:t>(supporting sentence</a:t>
            </a:r>
            <a:r>
              <a:rPr lang="zh-CN" altLang="en-US" sz="2800" b="1">
                <a:latin typeface="Times New Roman" panose="02020603050405020304" pitchFamily="18" charset="0"/>
              </a:rPr>
              <a:t>或</a:t>
            </a:r>
            <a:r>
              <a:rPr lang="en-US" altLang="zh-CN" sz="2800" b="1">
                <a:latin typeface="Times New Roman" panose="02020603050405020304" pitchFamily="18" charset="0"/>
              </a:rPr>
              <a:t>developing sentence)</a:t>
            </a:r>
            <a:r>
              <a:rPr lang="zh-CN" altLang="en-US" sz="2800" b="1">
                <a:latin typeface="Times New Roman" panose="02020603050405020304" pitchFamily="18" charset="0"/>
              </a:rPr>
              <a:t>构成</a:t>
            </a:r>
            <a:r>
              <a:rPr lang="en-US" altLang="zh-CN" sz="2800" b="1">
                <a:latin typeface="Times New Roman" panose="02020603050405020304" pitchFamily="18" charset="0"/>
              </a:rPr>
              <a:t>, </a:t>
            </a:r>
            <a:r>
              <a:rPr lang="zh-CN" altLang="en-US" sz="2800" b="1">
                <a:latin typeface="Times New Roman" panose="02020603050405020304" pitchFamily="18" charset="0"/>
              </a:rPr>
              <a:t>有的还有关联句（</a:t>
            </a:r>
            <a:r>
              <a:rPr lang="en-US" altLang="zh-CN" sz="2800" b="1">
                <a:latin typeface="Times New Roman" panose="02020603050405020304" pitchFamily="18" charset="0"/>
              </a:rPr>
              <a:t>transitional sentence</a:t>
            </a:r>
            <a:r>
              <a:rPr lang="zh-CN" altLang="en-US" sz="2800" b="1">
                <a:latin typeface="Times New Roman" panose="02020603050405020304" pitchFamily="18" charset="0"/>
              </a:rPr>
              <a:t>）和结论句（</a:t>
            </a:r>
            <a:r>
              <a:rPr lang="en-US" altLang="zh-CN" sz="2800" b="1">
                <a:latin typeface="Times New Roman" panose="02020603050405020304" pitchFamily="18" charset="0"/>
              </a:rPr>
              <a:t>concluding sentence</a:t>
            </a:r>
            <a:r>
              <a:rPr lang="zh-CN" altLang="en-US" sz="2800" b="1">
                <a:latin typeface="Times New Roman" panose="02020603050405020304" pitchFamily="18" charset="0"/>
              </a:rPr>
              <a:t>）。主题句</a:t>
            </a:r>
            <a:r>
              <a:rPr lang="zh-CN" altLang="en-US" sz="2800" b="1"/>
              <a:t>给出谈论的话题，或着段落的主旨即中心思想；支持句是对主题句进行的阐释、说明、例证或引申等；关联句使主题句和各支持句连贯成一个整体；结论句对全段作总结，往往照应主题句，起承上的作用。这些具体细节使中心思想的表述呈现一定的层次。例如：</a:t>
            </a:r>
          </a:p>
          <a:p>
            <a:pPr eaLnBrk="1" hangingPunct="1">
              <a:lnSpc>
                <a:spcPct val="90000"/>
              </a:lnSpc>
              <a:buFontTx/>
              <a:buNone/>
            </a:pPr>
            <a:r>
              <a:rPr lang="zh-CN" altLang="en-US" sz="2800" b="1"/>
              <a:t>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97282" name="Rectangle 4"/>
          <p:cNvSpPr>
            <a:spLocks noChangeArrowheads="1"/>
          </p:cNvSpPr>
          <p:nvPr/>
        </p:nvSpPr>
        <p:spPr bwMode="auto">
          <a:xfrm>
            <a:off x="1476375" y="404813"/>
            <a:ext cx="6408738" cy="504825"/>
          </a:xfrm>
          <a:prstGeom prst="rect">
            <a:avLst/>
          </a:prstGeom>
          <a:solidFill>
            <a:schemeClr val="accent1"/>
          </a:solidFill>
          <a:ln w="9525">
            <a:solidFill>
              <a:schemeClr val="tx1"/>
            </a:solidFill>
            <a:miter lim="800000"/>
          </a:ln>
        </p:spPr>
        <p:txBody>
          <a:bodyPr wrap="none" anchor="ctr"/>
          <a:lstStyle/>
          <a:p>
            <a:pPr algn="ctr"/>
            <a:r>
              <a:rPr lang="en-US" altLang="zh-CN" sz="2800" b="1">
                <a:latin typeface="Times New Roman" panose="02020603050405020304" pitchFamily="18" charset="0"/>
              </a:rPr>
              <a:t>Topic Sentence (general)</a:t>
            </a:r>
          </a:p>
        </p:txBody>
      </p:sp>
      <p:sp>
        <p:nvSpPr>
          <p:cNvPr id="97283" name="Rectangle 6"/>
          <p:cNvSpPr>
            <a:spLocks noChangeArrowheads="1"/>
          </p:cNvSpPr>
          <p:nvPr/>
        </p:nvSpPr>
        <p:spPr bwMode="auto">
          <a:xfrm>
            <a:off x="1476375" y="1412875"/>
            <a:ext cx="6480175" cy="792163"/>
          </a:xfrm>
          <a:prstGeom prst="rect">
            <a:avLst/>
          </a:prstGeom>
          <a:solidFill>
            <a:schemeClr val="accent1"/>
          </a:solidFill>
          <a:ln w="9525">
            <a:solidFill>
              <a:schemeClr val="tx1"/>
            </a:solidFill>
            <a:miter lim="800000"/>
          </a:ln>
        </p:spPr>
        <p:txBody>
          <a:bodyPr wrap="none" anchor="ctr"/>
          <a:lstStyle/>
          <a:p>
            <a:pPr marL="342900" indent="-342900" algn="ctr"/>
            <a:endParaRPr lang="en-US" altLang="zh-CN">
              <a:latin typeface="Cambria" panose="02040503050406030204" charset="0"/>
            </a:endParaRPr>
          </a:p>
          <a:p>
            <a:pPr marL="342900" indent="-342900" algn="ctr"/>
            <a:r>
              <a:rPr lang="en-US" altLang="zh-CN" b="1">
                <a:latin typeface="Times New Roman" panose="02020603050405020304" pitchFamily="18" charset="0"/>
              </a:rPr>
              <a:t>Supporting Sentence No.1 (specific)</a:t>
            </a:r>
          </a:p>
          <a:p>
            <a:pPr marL="342900" indent="-342900" algn="ctr"/>
            <a:r>
              <a:rPr lang="en-US" altLang="zh-CN" b="1">
                <a:latin typeface="Times New Roman" panose="02020603050405020304" pitchFamily="18" charset="0"/>
              </a:rPr>
              <a:t>(explanation, example, or more details)</a:t>
            </a:r>
          </a:p>
          <a:p>
            <a:pPr marL="342900" indent="-342900" algn="ctr"/>
            <a:endParaRPr lang="en-US" altLang="zh-CN" b="1">
              <a:latin typeface="Times New Roman" panose="02020603050405020304" pitchFamily="18" charset="0"/>
            </a:endParaRPr>
          </a:p>
        </p:txBody>
      </p:sp>
      <p:sp>
        <p:nvSpPr>
          <p:cNvPr id="97284" name="Rectangle 7"/>
          <p:cNvSpPr>
            <a:spLocks noChangeArrowheads="1"/>
          </p:cNvSpPr>
          <p:nvPr/>
        </p:nvSpPr>
        <p:spPr bwMode="auto">
          <a:xfrm>
            <a:off x="1476375" y="2708275"/>
            <a:ext cx="6480175" cy="504825"/>
          </a:xfrm>
          <a:prstGeom prst="rect">
            <a:avLst/>
          </a:prstGeom>
          <a:solidFill>
            <a:schemeClr val="accent1"/>
          </a:solidFill>
          <a:ln w="9525">
            <a:solidFill>
              <a:schemeClr val="tx1"/>
            </a:solidFill>
            <a:miter lim="800000"/>
          </a:ln>
        </p:spPr>
        <p:txBody>
          <a:bodyPr wrap="none" anchor="ctr"/>
          <a:lstStyle/>
          <a:p>
            <a:pPr algn="ctr"/>
            <a:endParaRPr lang="en-US" altLang="zh-CN" b="1">
              <a:latin typeface="Cambria" panose="02040503050406030204" charset="0"/>
            </a:endParaRPr>
          </a:p>
          <a:p>
            <a:pPr algn="ctr"/>
            <a:r>
              <a:rPr lang="en-US" altLang="zh-CN" sz="2800" b="1">
                <a:latin typeface="Times New Roman" panose="02020603050405020304" pitchFamily="18" charset="0"/>
              </a:rPr>
              <a:t> Supporting Sentence </a:t>
            </a:r>
            <a:r>
              <a:rPr lang="en-US" altLang="zh-CN" b="1">
                <a:latin typeface="Times New Roman" panose="02020603050405020304" pitchFamily="18" charset="0"/>
              </a:rPr>
              <a:t>No.2</a:t>
            </a:r>
            <a:r>
              <a:rPr lang="en-US" altLang="zh-CN" sz="2800" b="1">
                <a:latin typeface="Times New Roman" panose="02020603050405020304" pitchFamily="18" charset="0"/>
              </a:rPr>
              <a:t> (specific)</a:t>
            </a:r>
          </a:p>
          <a:p>
            <a:pPr algn="ctr"/>
            <a:endParaRPr lang="en-US" altLang="zh-CN" sz="2800" b="1">
              <a:latin typeface="Times New Roman" panose="02020603050405020304" pitchFamily="18" charset="0"/>
            </a:endParaRPr>
          </a:p>
        </p:txBody>
      </p:sp>
      <p:sp>
        <p:nvSpPr>
          <p:cNvPr id="97285" name="Rectangle 8"/>
          <p:cNvSpPr>
            <a:spLocks noChangeArrowheads="1"/>
          </p:cNvSpPr>
          <p:nvPr/>
        </p:nvSpPr>
        <p:spPr bwMode="auto">
          <a:xfrm>
            <a:off x="1403350" y="3716338"/>
            <a:ext cx="6480175" cy="649287"/>
          </a:xfrm>
          <a:prstGeom prst="rect">
            <a:avLst/>
          </a:prstGeom>
          <a:solidFill>
            <a:schemeClr val="accent1"/>
          </a:solidFill>
          <a:ln w="9525">
            <a:solidFill>
              <a:schemeClr val="tx1"/>
            </a:solidFill>
            <a:miter lim="800000"/>
          </a:ln>
        </p:spPr>
        <p:txBody>
          <a:bodyPr wrap="none" anchor="ctr"/>
          <a:lstStyle/>
          <a:p>
            <a:pPr algn="ctr"/>
            <a:endParaRPr lang="en-US" altLang="zh-CN" b="1">
              <a:latin typeface="Cambria" panose="02040503050406030204" charset="0"/>
            </a:endParaRPr>
          </a:p>
          <a:p>
            <a:pPr algn="ctr"/>
            <a:r>
              <a:rPr lang="en-US" altLang="zh-CN" sz="2800" b="1">
                <a:latin typeface="Times New Roman" panose="02020603050405020304" pitchFamily="18" charset="0"/>
              </a:rPr>
              <a:t>Supporting Sentence </a:t>
            </a:r>
            <a:r>
              <a:rPr lang="en-US" altLang="zh-CN" b="1">
                <a:latin typeface="Times New Roman" panose="02020603050405020304" pitchFamily="18" charset="0"/>
              </a:rPr>
              <a:t>No.3</a:t>
            </a:r>
            <a:r>
              <a:rPr lang="en-US" altLang="zh-CN">
                <a:latin typeface="Cambria" panose="02040503050406030204" charset="0"/>
              </a:rPr>
              <a:t> </a:t>
            </a:r>
            <a:r>
              <a:rPr lang="en-US" altLang="zh-CN" sz="2800" b="1">
                <a:latin typeface="Times New Roman" panose="02020603050405020304" pitchFamily="18" charset="0"/>
              </a:rPr>
              <a:t>(specific)</a:t>
            </a:r>
          </a:p>
          <a:p>
            <a:pPr algn="ctr"/>
            <a:endParaRPr lang="en-US" altLang="zh-CN" sz="2800" b="1">
              <a:latin typeface="Times New Roman" panose="02020603050405020304" pitchFamily="18" charset="0"/>
            </a:endParaRPr>
          </a:p>
        </p:txBody>
      </p:sp>
      <p:sp>
        <p:nvSpPr>
          <p:cNvPr id="97286" name="Rectangle 9"/>
          <p:cNvSpPr>
            <a:spLocks noChangeArrowheads="1"/>
          </p:cNvSpPr>
          <p:nvPr/>
        </p:nvSpPr>
        <p:spPr bwMode="auto">
          <a:xfrm>
            <a:off x="1476375" y="4868863"/>
            <a:ext cx="6480175" cy="504825"/>
          </a:xfrm>
          <a:prstGeom prst="rect">
            <a:avLst/>
          </a:prstGeom>
          <a:solidFill>
            <a:schemeClr val="accent1"/>
          </a:solidFill>
          <a:ln w="9525">
            <a:solidFill>
              <a:schemeClr val="tx1"/>
            </a:solidFill>
            <a:miter lim="800000"/>
          </a:ln>
        </p:spPr>
        <p:txBody>
          <a:bodyPr wrap="none" anchor="ctr"/>
          <a:lstStyle/>
          <a:p>
            <a:pPr algn="ctr"/>
            <a:endParaRPr lang="en-US" altLang="zh-CN" sz="2800" b="1">
              <a:latin typeface="Times New Roman" panose="02020603050405020304" pitchFamily="18" charset="0"/>
            </a:endParaRPr>
          </a:p>
          <a:p>
            <a:pPr algn="ctr"/>
            <a:r>
              <a:rPr lang="en-US" altLang="zh-CN" sz="2800" b="1">
                <a:latin typeface="Times New Roman" panose="02020603050405020304" pitchFamily="18" charset="0"/>
              </a:rPr>
              <a:t>Concluding Sentence (general)</a:t>
            </a:r>
          </a:p>
          <a:p>
            <a:pPr algn="ctr"/>
            <a:endParaRPr lang="en-US" altLang="zh-CN" sz="2800" b="1">
              <a:latin typeface="Times New Roman" panose="02020603050405020304" pitchFamily="18" charset="0"/>
            </a:endParaRPr>
          </a:p>
        </p:txBody>
      </p:sp>
      <p:sp>
        <p:nvSpPr>
          <p:cNvPr id="97287" name="AutoShape 17"/>
          <p:cNvSpPr>
            <a:spLocks noChangeArrowheads="1"/>
          </p:cNvSpPr>
          <p:nvPr/>
        </p:nvSpPr>
        <p:spPr bwMode="auto">
          <a:xfrm>
            <a:off x="4643438" y="908050"/>
            <a:ext cx="144462" cy="504825"/>
          </a:xfrm>
          <a:prstGeom prst="downArrow">
            <a:avLst>
              <a:gd name="adj1" fmla="val 50000"/>
              <a:gd name="adj2" fmla="val 87363"/>
            </a:avLst>
          </a:prstGeom>
          <a:solidFill>
            <a:schemeClr val="bg1"/>
          </a:solidFill>
          <a:ln w="9525">
            <a:solidFill>
              <a:schemeClr val="hlink"/>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
        <p:nvSpPr>
          <p:cNvPr id="97288" name="AutoShape 18"/>
          <p:cNvSpPr>
            <a:spLocks noChangeArrowheads="1"/>
          </p:cNvSpPr>
          <p:nvPr/>
        </p:nvSpPr>
        <p:spPr bwMode="auto">
          <a:xfrm>
            <a:off x="4643438" y="3213100"/>
            <a:ext cx="144462" cy="504825"/>
          </a:xfrm>
          <a:prstGeom prst="downArrow">
            <a:avLst>
              <a:gd name="adj1" fmla="val 50000"/>
              <a:gd name="adj2" fmla="val 87363"/>
            </a:avLst>
          </a:prstGeom>
          <a:solidFill>
            <a:schemeClr val="bg1"/>
          </a:solidFill>
          <a:ln w="9525">
            <a:solidFill>
              <a:schemeClr val="tx1"/>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
        <p:nvSpPr>
          <p:cNvPr id="97289" name="AutoShape 19"/>
          <p:cNvSpPr>
            <a:spLocks noChangeArrowheads="1"/>
          </p:cNvSpPr>
          <p:nvPr/>
        </p:nvSpPr>
        <p:spPr bwMode="auto">
          <a:xfrm>
            <a:off x="4643438" y="2205038"/>
            <a:ext cx="144462" cy="504825"/>
          </a:xfrm>
          <a:prstGeom prst="downArrow">
            <a:avLst>
              <a:gd name="adj1" fmla="val 50000"/>
              <a:gd name="adj2" fmla="val 87363"/>
            </a:avLst>
          </a:prstGeom>
          <a:solidFill>
            <a:schemeClr val="bg1"/>
          </a:solidFill>
          <a:ln w="9525">
            <a:solidFill>
              <a:schemeClr val="tx1"/>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
        <p:nvSpPr>
          <p:cNvPr id="97290" name="AutoShape 20"/>
          <p:cNvSpPr>
            <a:spLocks noChangeArrowheads="1"/>
          </p:cNvSpPr>
          <p:nvPr/>
        </p:nvSpPr>
        <p:spPr bwMode="auto">
          <a:xfrm>
            <a:off x="4716463" y="4365625"/>
            <a:ext cx="142875" cy="504825"/>
          </a:xfrm>
          <a:prstGeom prst="downArrow">
            <a:avLst>
              <a:gd name="adj1" fmla="val 50000"/>
              <a:gd name="adj2" fmla="val 88333"/>
            </a:avLst>
          </a:prstGeom>
          <a:solidFill>
            <a:schemeClr val="bg1"/>
          </a:solidFill>
          <a:ln w="9525">
            <a:solidFill>
              <a:schemeClr val="tx1"/>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Tree>
  </p:cSld>
  <p:clrMapOvr>
    <a:masterClrMapping/>
  </p:clrMapOvr>
  <p:transition advTm="10000"/>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支持句与主题句关系</a:t>
            </a:r>
          </a:p>
        </p:txBody>
      </p:sp>
      <p:sp>
        <p:nvSpPr>
          <p:cNvPr id="3" name="内容占位符 2"/>
          <p:cNvSpPr>
            <a:spLocks noGrp="1"/>
          </p:cNvSpPr>
          <p:nvPr>
            <p:ph idx="1"/>
          </p:nvPr>
        </p:nvSpPr>
        <p:spPr/>
        <p:txBody>
          <a:bodyPr/>
          <a:lstStyle/>
          <a:p>
            <a:r>
              <a:rPr lang="zh-CN" altLang="en-US" dirty="0"/>
              <a:t>总分，原因，一般到具体，正反论证，例证，递进，下定义，时间，空间，步骤</a:t>
            </a:r>
          </a:p>
        </p:txBody>
      </p:sp>
    </p:spTree>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147248" cy="202034"/>
          </a:xfrm>
        </p:spPr>
        <p:txBody>
          <a:bodyPr/>
          <a:lstStyle/>
          <a:p>
            <a:r>
              <a:rPr lang="zh-CN" altLang="en-US" dirty="0"/>
              <a:t> </a:t>
            </a:r>
          </a:p>
        </p:txBody>
      </p:sp>
      <p:sp>
        <p:nvSpPr>
          <p:cNvPr id="3" name="内容占位符 2"/>
          <p:cNvSpPr>
            <a:spLocks noGrp="1"/>
          </p:cNvSpPr>
          <p:nvPr>
            <p:ph idx="1"/>
          </p:nvPr>
        </p:nvSpPr>
        <p:spPr>
          <a:xfrm>
            <a:off x="539552" y="404664"/>
            <a:ext cx="8496944" cy="5976664"/>
          </a:xfrm>
        </p:spPr>
        <p:txBody>
          <a:bodyPr/>
          <a:lstStyle/>
          <a:p>
            <a:r>
              <a:rPr lang="zh-CN" altLang="en-US" dirty="0"/>
              <a:t>　</a:t>
            </a:r>
            <a:r>
              <a:rPr lang="en-US" altLang="zh-CN" sz="2400" dirty="0"/>
              <a:t>We learn from the bar chart that people in mounting numbers would like to choose electronic books, while less people like paper books. What might account for this phenomenon? Reasons can be listed as follows: for one </a:t>
            </a:r>
            <a:r>
              <a:rPr lang="en-US" altLang="zh-CN" sz="2400" b="1" dirty="0"/>
              <a:t>thing</a:t>
            </a:r>
            <a:r>
              <a:rPr lang="en-US" altLang="zh-CN" sz="2400" dirty="0"/>
              <a:t>, with the widespread availability of electronic devices such as </a:t>
            </a:r>
            <a:r>
              <a:rPr lang="en-US" altLang="zh-CN" sz="2400" dirty="0" err="1"/>
              <a:t>smartphones</a:t>
            </a:r>
            <a:r>
              <a:rPr lang="zh-CN" altLang="en-US" sz="2400" dirty="0"/>
              <a:t>，</a:t>
            </a:r>
            <a:r>
              <a:rPr lang="en-US" altLang="zh-CN" sz="2400" dirty="0"/>
              <a:t>tablet PC and Electronic Reader</a:t>
            </a:r>
            <a:r>
              <a:rPr lang="zh-CN" altLang="en-US" sz="2400" dirty="0"/>
              <a:t>，</a:t>
            </a:r>
            <a:r>
              <a:rPr lang="en-US" altLang="zh-CN" sz="2400" dirty="0"/>
              <a:t>it is much easier for electronic books to be applied and popularized</a:t>
            </a:r>
            <a:r>
              <a:rPr lang="en-US" altLang="zh-CN" sz="2400" b="1" dirty="0"/>
              <a:t>. Secondly, </a:t>
            </a:r>
            <a:r>
              <a:rPr lang="en-US" altLang="zh-CN" sz="2400" dirty="0"/>
              <a:t>compared with paper books, electronic books are characterized by convenience in terms of carrying and saving spaces. </a:t>
            </a:r>
            <a:r>
              <a:rPr lang="en-US" altLang="zh-CN" sz="2400" b="1" dirty="0"/>
              <a:t>Furthermore</a:t>
            </a:r>
            <a:r>
              <a:rPr lang="en-US" altLang="zh-CN" sz="2400" dirty="0"/>
              <a:t>, the costs of purchasing and downloading electronic books are lower than that of paper books, which enables readers to save a great deal of money. </a:t>
            </a:r>
            <a:r>
              <a:rPr lang="en-US" altLang="zh-CN" sz="2400" b="1" dirty="0"/>
              <a:t>Last but not least</a:t>
            </a:r>
            <a:r>
              <a:rPr lang="en-US" altLang="zh-CN" sz="2400" dirty="0"/>
              <a:t>, electronic books sometimes stand for high fashion and efficiency.</a:t>
            </a:r>
            <a:endParaRPr lang="zh-CN" altLang="en-US" sz="2400" dirty="0"/>
          </a:p>
        </p:txBody>
      </p:sp>
    </p:spTree>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t>
            </a:r>
          </a:p>
        </p:txBody>
      </p:sp>
      <p:sp>
        <p:nvSpPr>
          <p:cNvPr id="3" name="内容占位符 2"/>
          <p:cNvSpPr>
            <a:spLocks noGrp="1"/>
          </p:cNvSpPr>
          <p:nvPr>
            <p:ph idx="1"/>
          </p:nvPr>
        </p:nvSpPr>
        <p:spPr>
          <a:xfrm>
            <a:off x="395536" y="836712"/>
            <a:ext cx="8291264" cy="5289451"/>
          </a:xfrm>
        </p:spPr>
        <p:txBody>
          <a:bodyPr/>
          <a:lstStyle/>
          <a:p>
            <a:r>
              <a:rPr lang="en-US" altLang="zh-CN" dirty="0"/>
              <a:t>With the gloomy prospect of returning to school, many students could suffer from post-holiday syndrome, which refers to a general feeling of depression before returning to campus life, which is caused by irregular lifestyles during the holiday. Symptoms include fatigue, lack of appetite and concentration, irritability and a feeling of helplessness.</a:t>
            </a:r>
            <a:r>
              <a:rPr lang="zh-CN" altLang="en-US" dirty="0"/>
              <a:t> </a:t>
            </a:r>
          </a:p>
        </p:txBody>
      </p:sp>
    </p:spTree>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a:xfrm>
            <a:off x="395288" y="765175"/>
            <a:ext cx="7993062" cy="3657600"/>
          </a:xfrm>
        </p:spPr>
        <p:txBody>
          <a:bodyPr/>
          <a:lstStyle/>
          <a:p>
            <a:pPr algn="ctr" eaLnBrk="1" hangingPunct="1">
              <a:lnSpc>
                <a:spcPct val="90000"/>
              </a:lnSpc>
              <a:buFontTx/>
              <a:buNone/>
            </a:pPr>
            <a:r>
              <a:rPr lang="zh-CN" altLang="en-US" b="1" dirty="0">
                <a:solidFill>
                  <a:schemeClr val="hlink"/>
                </a:solidFill>
                <a:latin typeface="Times New Roman" panose="02020603050405020304" pitchFamily="18" charset="0"/>
              </a:rPr>
              <a:t>主题句 </a:t>
            </a:r>
            <a:r>
              <a:rPr lang="en-US" altLang="zh-CN" b="1" dirty="0">
                <a:solidFill>
                  <a:schemeClr val="hlink"/>
                </a:solidFill>
                <a:latin typeface="Times New Roman" panose="02020603050405020304" pitchFamily="18" charset="0"/>
              </a:rPr>
              <a:t>(Topic Sentence)</a:t>
            </a:r>
          </a:p>
          <a:p>
            <a:pPr algn="ctr" eaLnBrk="1" hangingPunct="1">
              <a:lnSpc>
                <a:spcPct val="90000"/>
              </a:lnSpc>
              <a:buFontTx/>
              <a:buNone/>
            </a:pPr>
            <a:endParaRPr lang="en-US" altLang="zh-CN" b="1" dirty="0">
              <a:latin typeface="Times New Roman" panose="02020603050405020304" pitchFamily="18" charset="0"/>
            </a:endParaRPr>
          </a:p>
          <a:p>
            <a:pPr eaLnBrk="1" hangingPunct="1">
              <a:lnSpc>
                <a:spcPct val="90000"/>
              </a:lnSpc>
              <a:buFontTx/>
              <a:buNone/>
            </a:pPr>
            <a:r>
              <a:rPr lang="en-US" altLang="zh-CN" b="1" dirty="0">
                <a:latin typeface="Times New Roman" panose="02020603050405020304" pitchFamily="18" charset="0"/>
              </a:rPr>
              <a:t>		</a:t>
            </a:r>
            <a:r>
              <a:rPr lang="zh-CN" altLang="en-US" b="1" dirty="0">
                <a:latin typeface="Times New Roman" panose="02020603050405020304" pitchFamily="18" charset="0"/>
              </a:rPr>
              <a:t>主题句在英语段落中起着举足轻重的作用。英语段落的主题句大多位于段首，但也有居于中间或末尾的。主题</a:t>
            </a:r>
            <a:r>
              <a:rPr lang="zh-CN" altLang="en-US" b="1">
                <a:latin typeface="Times New Roman" panose="02020603050405020304" pitchFamily="18" charset="0"/>
              </a:rPr>
              <a:t>句位于段首</a:t>
            </a:r>
            <a:r>
              <a:rPr lang="zh-CN" altLang="en-US" b="1" dirty="0">
                <a:latin typeface="Times New Roman" panose="02020603050405020304" pitchFamily="18" charset="0"/>
              </a:rPr>
              <a:t>，开段明义，让读者很快就能了解作者要说明的问题。例如：</a:t>
            </a:r>
          </a:p>
          <a:p>
            <a:pPr eaLnBrk="1" hangingPunct="1">
              <a:lnSpc>
                <a:spcPct val="90000"/>
              </a:lnSpc>
            </a:pPr>
            <a:endParaRPr lang="en-US" altLang="zh-CN" dirty="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idx="1"/>
          </p:nvPr>
        </p:nvSpPr>
        <p:spPr>
          <a:xfrm>
            <a:off x="179388" y="476250"/>
            <a:ext cx="7696200" cy="3657600"/>
          </a:xfrm>
        </p:spPr>
        <p:txBody>
          <a:bodyPr/>
          <a:lstStyle/>
          <a:p>
            <a:pPr eaLnBrk="1" hangingPunct="1">
              <a:lnSpc>
                <a:spcPct val="80000"/>
              </a:lnSpc>
              <a:buFontTx/>
              <a:buNone/>
            </a:pPr>
            <a:r>
              <a:rPr lang="en-US" altLang="zh-CN" sz="2400" b="1" dirty="0">
                <a:latin typeface="Times New Roman" panose="02020603050405020304" pitchFamily="18" charset="0"/>
              </a:rPr>
              <a:t>	</a:t>
            </a:r>
          </a:p>
          <a:p>
            <a:pPr eaLnBrk="1" hangingPunct="1">
              <a:lnSpc>
                <a:spcPct val="80000"/>
              </a:lnSpc>
              <a:buFontTx/>
              <a:buNone/>
            </a:pPr>
            <a:r>
              <a:rPr lang="en-US" altLang="zh-CN" sz="2400" b="1" dirty="0">
                <a:solidFill>
                  <a:schemeClr val="tx2"/>
                </a:solidFill>
                <a:latin typeface="Times New Roman" panose="02020603050405020304" pitchFamily="18" charset="0"/>
              </a:rPr>
              <a:t>     </a:t>
            </a:r>
            <a:r>
              <a:rPr lang="en-US" altLang="zh-CN" sz="2400" b="1" u="sng" dirty="0">
                <a:solidFill>
                  <a:schemeClr val="tx2"/>
                </a:solidFill>
                <a:latin typeface="Times New Roman" panose="02020603050405020304" pitchFamily="18" charset="0"/>
              </a:rPr>
              <a:t>Although working is good for us, as it helps train our body and mind, yet there should be a limit.</a:t>
            </a:r>
            <a:r>
              <a:rPr lang="en-US" altLang="zh-CN" sz="2400" b="1" dirty="0">
                <a:latin typeface="Times New Roman" panose="02020603050405020304" pitchFamily="18" charset="0"/>
              </a:rPr>
              <a:t> Too much work will use up our energy, and we shall feel tired. We should know that our capacity</a:t>
            </a:r>
            <a:r>
              <a:rPr lang="en-US" altLang="zh-CN" sz="1800" b="1" dirty="0">
                <a:latin typeface="楷体_GB2312" pitchFamily="49" charset="-122"/>
                <a:ea typeface="楷体_GB2312" pitchFamily="49" charset="-122"/>
              </a:rPr>
              <a:t>(</a:t>
            </a:r>
            <a:r>
              <a:rPr lang="zh-CN" altLang="en-US" sz="1800" b="1" dirty="0">
                <a:latin typeface="楷体_GB2312" pitchFamily="49" charset="-122"/>
                <a:ea typeface="楷体_GB2312" pitchFamily="49" charset="-122"/>
              </a:rPr>
              <a:t>容量</a:t>
            </a:r>
            <a:r>
              <a:rPr lang="en-US" altLang="zh-CN" sz="1800" b="1" dirty="0">
                <a:latin typeface="楷体_GB2312" pitchFamily="49" charset="-122"/>
                <a:ea typeface="楷体_GB2312" pitchFamily="49" charset="-122"/>
              </a:rPr>
              <a:t>)</a:t>
            </a:r>
            <a:r>
              <a:rPr lang="en-US" altLang="zh-CN" sz="1800" b="1" dirty="0">
                <a:latin typeface="Times New Roman" panose="02020603050405020304" pitchFamily="18" charset="0"/>
              </a:rPr>
              <a:t> </a:t>
            </a:r>
            <a:r>
              <a:rPr lang="en-US" altLang="zh-CN" sz="2400" b="1" dirty="0">
                <a:latin typeface="Times New Roman" panose="02020603050405020304" pitchFamily="18" charset="0"/>
              </a:rPr>
              <a:t>is limited. Our mind also needs relaxation, without which we could become sluggish</a:t>
            </a:r>
            <a:r>
              <a:rPr lang="en-US" altLang="zh-CN" sz="1800" b="1" dirty="0">
                <a:latin typeface="Times New Roman" panose="02020603050405020304" pitchFamily="18" charset="0"/>
              </a:rPr>
              <a:t>(</a:t>
            </a:r>
            <a:r>
              <a:rPr lang="zh-CN" altLang="en-US" sz="1800" b="1" dirty="0">
                <a:latin typeface="楷体_GB2312" pitchFamily="49" charset="-122"/>
                <a:ea typeface="楷体_GB2312" pitchFamily="49" charset="-122"/>
              </a:rPr>
              <a:t>行动迟缓的</a:t>
            </a:r>
            <a:r>
              <a:rPr lang="en-US" altLang="zh-CN" sz="1800" b="1" dirty="0">
                <a:latin typeface="楷体_GB2312" pitchFamily="49" charset="-122"/>
                <a:ea typeface="楷体_GB2312" pitchFamily="49" charset="-122"/>
              </a:rPr>
              <a:t>).</a:t>
            </a:r>
            <a:r>
              <a:rPr lang="en-US" altLang="zh-CN" sz="2400" b="1" dirty="0">
                <a:latin typeface="Times New Roman" panose="02020603050405020304" pitchFamily="18" charset="0"/>
              </a:rPr>
              <a:t> We should always remember that we are human beings, and that we need playing and amusements to make our life fuller.</a:t>
            </a:r>
          </a:p>
          <a:p>
            <a:pPr eaLnBrk="1" hangingPunct="1">
              <a:lnSpc>
                <a:spcPct val="80000"/>
              </a:lnSpc>
              <a:buFontTx/>
              <a:buNone/>
            </a:pPr>
            <a:endParaRPr lang="en-US" altLang="zh-CN" sz="2400" b="1" dirty="0">
              <a:latin typeface="Times New Roman" panose="02020603050405020304" pitchFamily="18" charset="0"/>
            </a:endParaRPr>
          </a:p>
          <a:p>
            <a:pPr eaLnBrk="1" hangingPunct="1">
              <a:lnSpc>
                <a:spcPct val="80000"/>
              </a:lnSpc>
              <a:buFontTx/>
              <a:buNone/>
            </a:pPr>
            <a:r>
              <a:rPr lang="en-US" altLang="zh-CN" sz="2400" b="1" dirty="0">
                <a:latin typeface="Times New Roman" panose="02020603050405020304" pitchFamily="18" charset="0"/>
              </a:rPr>
              <a:t> </a:t>
            </a: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04517" name="Text Box 5"/>
          <p:cNvSpPr txBox="1">
            <a:spLocks noChangeArrowheads="1"/>
          </p:cNvSpPr>
          <p:nvPr/>
        </p:nvSpPr>
        <p:spPr bwMode="auto">
          <a:xfrm>
            <a:off x="539750" y="3644900"/>
            <a:ext cx="8148638" cy="1552575"/>
          </a:xfrm>
          <a:prstGeom prst="rect">
            <a:avLst/>
          </a:prstGeom>
          <a:noFill/>
          <a:ln w="9525">
            <a:noFill/>
            <a:miter lim="800000"/>
          </a:ln>
        </p:spPr>
        <p:txBody>
          <a:bodyPr wrap="none">
            <a:spAutoFit/>
          </a:bodyPr>
          <a:lstStyle/>
          <a:p>
            <a:r>
              <a:rPr lang="en-US" altLang="zh-CN" b="1">
                <a:latin typeface="Times New Roman" panose="02020603050405020304" pitchFamily="18" charset="0"/>
              </a:rPr>
              <a:t>This paragraph is about the limit of working.</a:t>
            </a:r>
            <a:r>
              <a:rPr lang="zh-CN" altLang="en-US" b="1">
                <a:latin typeface="楷体_GB2312" pitchFamily="49" charset="-122"/>
                <a:ea typeface="楷体_GB2312" pitchFamily="49" charset="-122"/>
              </a:rPr>
              <a:t>本段的段首句</a:t>
            </a:r>
          </a:p>
          <a:p>
            <a:r>
              <a:rPr lang="zh-CN" altLang="en-US" b="1">
                <a:latin typeface="楷体_GB2312" pitchFamily="49" charset="-122"/>
                <a:ea typeface="楷体_GB2312" pitchFamily="49" charset="-122"/>
              </a:rPr>
              <a:t>是</a:t>
            </a:r>
            <a:r>
              <a:rPr lang="en-US" altLang="zh-CN" b="1">
                <a:latin typeface="Times New Roman" panose="02020603050405020304" pitchFamily="18" charset="0"/>
                <a:ea typeface="楷体_GB2312" pitchFamily="49" charset="-122"/>
              </a:rPr>
              <a:t>Topic Sentence</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主题句位于句首。后面的句子便是</a:t>
            </a:r>
          </a:p>
          <a:p>
            <a:r>
              <a:rPr lang="zh-CN" altLang="en-US" b="1">
                <a:latin typeface="楷体_GB2312" pitchFamily="49" charset="-122"/>
                <a:ea typeface="楷体_GB2312" pitchFamily="49" charset="-122"/>
              </a:rPr>
              <a:t>支持句（</a:t>
            </a:r>
            <a:r>
              <a:rPr lang="en-US" altLang="zh-CN" b="1">
                <a:latin typeface="Times New Roman" panose="02020603050405020304" pitchFamily="18" charset="0"/>
                <a:ea typeface="楷体_GB2312" pitchFamily="49" charset="-122"/>
              </a:rPr>
              <a:t>Supporting Sentences</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 为主题句所表达的</a:t>
            </a:r>
          </a:p>
          <a:p>
            <a:r>
              <a:rPr lang="zh-CN" altLang="en-US" b="1">
                <a:latin typeface="楷体_GB2312" pitchFamily="49" charset="-122"/>
                <a:ea typeface="楷体_GB2312" pitchFamily="49" charset="-122"/>
              </a:rPr>
              <a:t>思想提供支持。作者采用的是</a:t>
            </a:r>
            <a:r>
              <a:rPr lang="zh-CN" altLang="en-US" b="1">
                <a:ea typeface="楷体_GB2312" pitchFamily="49" charset="-122"/>
              </a:rPr>
              <a:t>“</a:t>
            </a:r>
            <a:r>
              <a:rPr lang="zh-CN" altLang="en-US" b="1">
                <a:latin typeface="楷体_GB2312" pitchFamily="49" charset="-122"/>
                <a:ea typeface="楷体_GB2312" pitchFamily="49" charset="-122"/>
              </a:rPr>
              <a:t>从一般到具体</a:t>
            </a:r>
            <a:r>
              <a:rPr lang="zh-CN" altLang="en-US" b="1">
                <a:ea typeface="楷体_GB2312" pitchFamily="49" charset="-122"/>
              </a:rPr>
              <a:t>”</a:t>
            </a:r>
            <a:r>
              <a:rPr lang="zh-CN" altLang="en-US" b="1">
                <a:latin typeface="楷体_GB2312" pitchFamily="49" charset="-122"/>
                <a:ea typeface="楷体_GB2312" pitchFamily="49" charset="-122"/>
              </a:rPr>
              <a:t>的写作方法。</a:t>
            </a:r>
            <a:endParaRPr lang="zh-CN" altLang="en-US">
              <a:latin typeface="楷体_GB2312" pitchFamily="49" charset="-122"/>
              <a:ea typeface="楷体_GB2312" pitchFamily="49" charset="-122"/>
            </a:endParaRPr>
          </a:p>
        </p:txBody>
      </p:sp>
      <p:sp>
        <p:nvSpPr>
          <p:cNvPr id="704518" name="AutoShape 6"/>
          <p:cNvSpPr>
            <a:spLocks noChangeArrowheads="1"/>
          </p:cNvSpPr>
          <p:nvPr/>
        </p:nvSpPr>
        <p:spPr bwMode="auto">
          <a:xfrm>
            <a:off x="611188" y="2603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4517">
                                            <p:txEl>
                                              <p:pRg st="0" end="0"/>
                                            </p:txEl>
                                          </p:spTgt>
                                        </p:tgtEl>
                                        <p:attrNameLst>
                                          <p:attrName>style.visibility</p:attrName>
                                        </p:attrNameLst>
                                      </p:cBhvr>
                                      <p:to>
                                        <p:strVal val="visible"/>
                                      </p:to>
                                    </p:set>
                                    <p:animEffect transition="in" filter="blinds(horizontal)">
                                      <p:cBhvr>
                                        <p:cTn id="7" dur="500"/>
                                        <p:tgtEl>
                                          <p:spTgt spid="70451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04517">
                                            <p:txEl>
                                              <p:pRg st="1" end="1"/>
                                            </p:txEl>
                                          </p:spTgt>
                                        </p:tgtEl>
                                        <p:attrNameLst>
                                          <p:attrName>style.visibility</p:attrName>
                                        </p:attrNameLst>
                                      </p:cBhvr>
                                      <p:to>
                                        <p:strVal val="visible"/>
                                      </p:to>
                                    </p:set>
                                    <p:animEffect transition="in" filter="blinds(horizontal)">
                                      <p:cBhvr>
                                        <p:cTn id="10" dur="500"/>
                                        <p:tgtEl>
                                          <p:spTgt spid="70451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04517">
                                            <p:txEl>
                                              <p:pRg st="2" end="2"/>
                                            </p:txEl>
                                          </p:spTgt>
                                        </p:tgtEl>
                                        <p:attrNameLst>
                                          <p:attrName>style.visibility</p:attrName>
                                        </p:attrNameLst>
                                      </p:cBhvr>
                                      <p:to>
                                        <p:strVal val="visible"/>
                                      </p:to>
                                    </p:set>
                                    <p:animEffect transition="in" filter="blinds(horizontal)">
                                      <p:cBhvr>
                                        <p:cTn id="13" dur="500"/>
                                        <p:tgtEl>
                                          <p:spTgt spid="70451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04517">
                                            <p:txEl>
                                              <p:pRg st="3" end="3"/>
                                            </p:txEl>
                                          </p:spTgt>
                                        </p:tgtEl>
                                        <p:attrNameLst>
                                          <p:attrName>style.visibility</p:attrName>
                                        </p:attrNameLst>
                                      </p:cBhvr>
                                      <p:to>
                                        <p:strVal val="visible"/>
                                      </p:to>
                                    </p:set>
                                    <p:animEffect transition="in" filter="blinds(horizontal)">
                                      <p:cBhvr>
                                        <p:cTn id="16" dur="500"/>
                                        <p:tgtEl>
                                          <p:spTgt spid="704517">
                                            <p:txEl>
                                              <p:pRg st="3" end="3"/>
                                            </p:txEl>
                                          </p:spTgt>
                                        </p:tgtEl>
                                      </p:cBhvr>
                                    </p:animEffect>
                                  </p:childTnLst>
                                </p:cTn>
                              </p:par>
                            </p:childTnLst>
                          </p:cTn>
                        </p:par>
                        <p:par>
                          <p:cTn id="17" fill="hold">
                            <p:stCondLst>
                              <p:cond delay="500"/>
                            </p:stCondLst>
                            <p:childTnLst>
                              <p:par>
                                <p:cTn id="18" presetID="4" presetClass="entr" presetSubtype="32" fill="hold" grpId="0" nodeType="afterEffect">
                                  <p:stCondLst>
                                    <p:cond delay="0"/>
                                  </p:stCondLst>
                                  <p:childTnLst>
                                    <p:set>
                                      <p:cBhvr>
                                        <p:cTn id="19" dur="1" fill="hold">
                                          <p:stCondLst>
                                            <p:cond delay="0"/>
                                          </p:stCondLst>
                                        </p:cTn>
                                        <p:tgtEl>
                                          <p:spTgt spid="704518"/>
                                        </p:tgtEl>
                                        <p:attrNameLst>
                                          <p:attrName>style.visibility</p:attrName>
                                        </p:attrNameLst>
                                      </p:cBhvr>
                                      <p:to>
                                        <p:strVal val="visible"/>
                                      </p:to>
                                    </p:set>
                                    <p:animEffect transition="in" filter="box(out)">
                                      <p:cBhvr>
                                        <p:cTn id="20" dur="1000"/>
                                        <p:tgtEl>
                                          <p:spTgt spid="704518"/>
                                        </p:tgtEl>
                                      </p:cBhvr>
                                    </p:animEffect>
                                  </p:childTnLst>
                                  <p:subTnLst>
                                    <p:audio>
                                      <p:cMediaNode>
                                        <p:cTn display="0" masterRel="sameClick">
                                          <p:stCondLst>
                                            <p:cond evt="begin" delay="0">
                                              <p:tn val="18"/>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Grp="1" noChangeArrowheads="1"/>
          </p:cNvSpPr>
          <p:nvPr>
            <p:ph idx="1"/>
          </p:nvPr>
        </p:nvSpPr>
        <p:spPr>
          <a:xfrm>
            <a:off x="684213" y="1268413"/>
            <a:ext cx="7696200" cy="3384550"/>
          </a:xfrm>
        </p:spPr>
        <p:txBody>
          <a:bodyPr/>
          <a:lstStyle/>
          <a:p>
            <a:pPr eaLnBrk="1" hangingPunct="1">
              <a:buFontTx/>
              <a:buNone/>
            </a:pPr>
            <a:r>
              <a:rPr lang="en-US" altLang="zh-CN" sz="2800"/>
              <a:t>   </a:t>
            </a:r>
            <a:r>
              <a:rPr lang="zh-CN" altLang="en-US" sz="2800" b="1">
                <a:latin typeface="楷体_GB2312" pitchFamily="49" charset="-122"/>
                <a:ea typeface="楷体_GB2312" pitchFamily="49" charset="-122"/>
              </a:rPr>
              <a:t>段落的第一句是主题句，清楚地表述了中心思想，其他句子都与中心思想有关，具体的例子和理由对中心思想提供了支持。段落通过词汇（如</a:t>
            </a:r>
            <a:r>
              <a:rPr lang="en-US" altLang="zh-CN" sz="2800" b="1">
                <a:latin typeface="Times New Roman" panose="02020603050405020304" pitchFamily="18" charset="0"/>
                <a:ea typeface="楷体_GB2312" pitchFamily="49" charset="-122"/>
              </a:rPr>
              <a:t>feeling, cards, words</a:t>
            </a:r>
            <a:r>
              <a:rPr lang="zh-CN" altLang="en-US" sz="2800" b="1">
                <a:latin typeface="楷体_GB2312" pitchFamily="49" charset="-122"/>
                <a:ea typeface="楷体_GB2312" pitchFamily="49" charset="-122"/>
              </a:rPr>
              <a:t>等）和意义上的重复，代词的使用，以及过渡词（如</a:t>
            </a:r>
            <a:r>
              <a:rPr lang="en-US" altLang="zh-CN" sz="2800" b="1">
                <a:latin typeface="Times New Roman" panose="02020603050405020304" pitchFamily="18" charset="0"/>
                <a:ea typeface="楷体_GB2312" pitchFamily="49" charset="-122"/>
              </a:rPr>
              <a:t>instead of, </a:t>
            </a:r>
          </a:p>
          <a:p>
            <a:pPr eaLnBrk="1" hangingPunct="1">
              <a:buFontTx/>
              <a:buNone/>
            </a:pPr>
            <a:r>
              <a:rPr lang="en-US" altLang="zh-CN" sz="2800" b="1">
                <a:latin typeface="Times New Roman" panose="02020603050405020304" pitchFamily="18" charset="0"/>
                <a:ea typeface="楷体_GB2312" pitchFamily="49" charset="-122"/>
              </a:rPr>
              <a:t>     if, or, but</a:t>
            </a:r>
            <a:r>
              <a:rPr lang="zh-CN" altLang="en-US" sz="2800" b="1">
                <a:latin typeface="Times New Roman" panose="02020603050405020304" pitchFamily="18" charset="0"/>
                <a:ea typeface="楷体_GB2312" pitchFamily="49" charset="-122"/>
              </a:rPr>
              <a:t>）达到连贯，最后是强有力的结尾。</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idx="1"/>
          </p:nvPr>
        </p:nvSpPr>
        <p:spPr>
          <a:xfrm>
            <a:off x="142875" y="260350"/>
            <a:ext cx="9001125" cy="5256213"/>
          </a:xfrm>
        </p:spPr>
        <p:txBody>
          <a:bodyPr/>
          <a:lstStyle/>
          <a:p>
            <a:pPr eaLnBrk="1" hangingPunct="1">
              <a:buFontTx/>
              <a:buNone/>
            </a:pPr>
            <a:endParaRPr lang="en-US" altLang="zh-CN" b="1"/>
          </a:p>
          <a:p>
            <a:pPr eaLnBrk="1" hangingPunct="1">
              <a:buFontTx/>
              <a:buNone/>
            </a:pPr>
            <a:r>
              <a:rPr lang="en-US" altLang="zh-CN" b="1"/>
              <a:t>1.2.2  </a:t>
            </a:r>
            <a:r>
              <a:rPr lang="zh-CN" altLang="en-US" b="1"/>
              <a:t>段落的特征</a:t>
            </a:r>
          </a:p>
          <a:p>
            <a:pPr eaLnBrk="1" hangingPunct="1">
              <a:buFontTx/>
              <a:buNone/>
            </a:pPr>
            <a:r>
              <a:rPr lang="zh-CN" altLang="en-US" b="1"/>
              <a:t>       （</a:t>
            </a:r>
            <a:r>
              <a:rPr lang="en-US" altLang="zh-CN" b="1">
                <a:latin typeface="Times New Roman" panose="02020603050405020304" pitchFamily="18" charset="0"/>
              </a:rPr>
              <a:t>Qualities of Effective Paragraph</a:t>
            </a:r>
            <a:r>
              <a:rPr lang="zh-CN" altLang="en-US" b="1">
                <a:latin typeface="Times New Roman" panose="02020603050405020304" pitchFamily="18" charset="0"/>
              </a:rPr>
              <a:t>）</a:t>
            </a:r>
          </a:p>
          <a:p>
            <a:pPr eaLnBrk="1" hangingPunct="1">
              <a:buFontTx/>
              <a:buNone/>
            </a:pPr>
            <a:r>
              <a:rPr lang="zh-CN" altLang="en-US"/>
              <a:t>  	</a:t>
            </a:r>
            <a:r>
              <a:rPr lang="en-US" altLang="zh-CN"/>
              <a:t>1. </a:t>
            </a:r>
            <a:r>
              <a:rPr lang="zh-CN" altLang="en-US" b="1">
                <a:latin typeface="Times New Roman" panose="02020603050405020304" pitchFamily="18" charset="0"/>
              </a:rPr>
              <a:t>段落的统一性</a:t>
            </a:r>
            <a:r>
              <a:rPr lang="en-US" altLang="zh-CN" b="1">
                <a:latin typeface="Times New Roman" panose="02020603050405020304" pitchFamily="18" charset="0"/>
              </a:rPr>
              <a:t>(Unity)</a:t>
            </a:r>
            <a:r>
              <a:rPr lang="zh-CN" altLang="en-US" b="1">
                <a:latin typeface="Times New Roman" panose="02020603050405020304" pitchFamily="18" charset="0"/>
              </a:rPr>
              <a:t>。</a:t>
            </a:r>
          </a:p>
          <a:p>
            <a:pPr eaLnBrk="1" hangingPunct="1">
              <a:buFontTx/>
              <a:buNone/>
            </a:pPr>
            <a:r>
              <a:rPr lang="zh-CN" altLang="en-US" b="1">
                <a:latin typeface="Times New Roman" panose="02020603050405020304" pitchFamily="18" charset="0"/>
              </a:rPr>
              <a:t>  	</a:t>
            </a:r>
            <a:r>
              <a:rPr lang="en-US" altLang="zh-CN" b="1">
                <a:latin typeface="Times New Roman" panose="02020603050405020304" pitchFamily="18" charset="0"/>
              </a:rPr>
              <a:t>2. </a:t>
            </a:r>
            <a:r>
              <a:rPr lang="zh-CN" altLang="en-US" b="1">
                <a:latin typeface="Times New Roman" panose="02020603050405020304" pitchFamily="18" charset="0"/>
              </a:rPr>
              <a:t>段落的连贯性</a:t>
            </a:r>
            <a:r>
              <a:rPr lang="en-US" altLang="zh-CN" b="1">
                <a:latin typeface="Times New Roman" panose="02020603050405020304" pitchFamily="18" charset="0"/>
              </a:rPr>
              <a:t>(Coherence)</a:t>
            </a:r>
            <a:r>
              <a:rPr lang="zh-CN" altLang="en-US" b="1">
                <a:latin typeface="Times New Roman" panose="02020603050405020304" pitchFamily="18" charset="0"/>
              </a:rPr>
              <a:t>。</a:t>
            </a:r>
          </a:p>
          <a:p>
            <a:pPr eaLnBrk="1" hangingPunct="1">
              <a:buFontTx/>
              <a:buNone/>
            </a:pPr>
            <a:r>
              <a:rPr lang="zh-CN" altLang="en-US" sz="3600" b="1">
                <a:latin typeface="Times New Roman" panose="02020603050405020304" pitchFamily="18" charset="0"/>
              </a:rPr>
              <a:t> 	</a:t>
            </a:r>
            <a:r>
              <a:rPr lang="en-US" altLang="zh-CN" sz="3600" b="1">
                <a:latin typeface="Times New Roman" panose="02020603050405020304" pitchFamily="18" charset="0"/>
              </a:rPr>
              <a:t>3. </a:t>
            </a:r>
            <a:r>
              <a:rPr lang="zh-CN" altLang="en-US" b="1">
                <a:latin typeface="Times New Roman" panose="02020603050405020304" pitchFamily="18" charset="0"/>
              </a:rPr>
              <a:t>段落的完整性</a:t>
            </a:r>
            <a:r>
              <a:rPr lang="en-US" altLang="zh-CN">
                <a:latin typeface="Times New Roman" panose="02020603050405020304" pitchFamily="18" charset="0"/>
              </a:rPr>
              <a:t>(</a:t>
            </a:r>
            <a:r>
              <a:rPr lang="en-US" altLang="zh-CN" b="1">
                <a:latin typeface="Times New Roman" panose="02020603050405020304" pitchFamily="18" charset="0"/>
              </a:rPr>
              <a:t>Completeness</a:t>
            </a:r>
            <a:r>
              <a:rPr lang="en-US" altLang="zh-CN">
                <a:latin typeface="Times New Roman" panose="02020603050405020304" pitchFamily="18" charset="0"/>
              </a:rPr>
              <a:t>)</a:t>
            </a:r>
            <a:r>
              <a:rPr lang="zh-CN" altLang="en-US">
                <a:latin typeface="Times New Roman" panose="02020603050405020304" pitchFamily="18" charset="0"/>
              </a:rPr>
              <a:t>。</a:t>
            </a:r>
          </a:p>
          <a:p>
            <a:pPr eaLnBrk="1" hangingPunct="1">
              <a:buFontTx/>
              <a:buNone/>
            </a:pPr>
            <a:r>
              <a:rPr lang="zh-CN" altLang="en-US">
                <a:latin typeface="Times New Roman" panose="02020603050405020304" pitchFamily="18" charset="0"/>
              </a:rPr>
              <a:t>	</a:t>
            </a:r>
            <a:endParaRPr lang="zh-CN" altLang="en-US" b="1"/>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idx="1"/>
          </p:nvPr>
        </p:nvSpPr>
        <p:spPr>
          <a:xfrm>
            <a:off x="323850" y="908050"/>
            <a:ext cx="7696200" cy="3657600"/>
          </a:xfrm>
        </p:spPr>
        <p:txBody>
          <a:bodyPr/>
          <a:lstStyle/>
          <a:p>
            <a:pPr algn="ctr" eaLnBrk="1" hangingPunct="1">
              <a:buFontTx/>
              <a:buNone/>
            </a:pPr>
            <a:r>
              <a:rPr lang="en-US" altLang="zh-CN" sz="3600" b="1">
                <a:latin typeface="Times New Roman" panose="02020603050405020304" pitchFamily="18" charset="0"/>
              </a:rPr>
              <a:t>1.</a:t>
            </a:r>
            <a:r>
              <a:rPr lang="zh-CN" altLang="en-US" sz="3600" b="1">
                <a:latin typeface="Times New Roman" panose="02020603050405020304" pitchFamily="18" charset="0"/>
              </a:rPr>
              <a:t>段落的统一性 </a:t>
            </a:r>
            <a:r>
              <a:rPr lang="en-US" altLang="zh-CN" sz="3600" b="1">
                <a:latin typeface="Times New Roman" panose="02020603050405020304" pitchFamily="18" charset="0"/>
              </a:rPr>
              <a:t>(Unity)</a:t>
            </a:r>
            <a:endParaRPr lang="en-US" altLang="zh-CN" sz="3600">
              <a:latin typeface="Times New Roman" panose="02020603050405020304" pitchFamily="18" charset="0"/>
            </a:endParaRPr>
          </a:p>
          <a:p>
            <a:pPr eaLnBrk="1" hangingPunct="1">
              <a:buFontTx/>
              <a:buNone/>
            </a:pPr>
            <a:endParaRPr lang="en-US" altLang="zh-CN" b="1">
              <a:latin typeface="Times New Roman" panose="02020603050405020304" pitchFamily="18" charset="0"/>
            </a:endParaRPr>
          </a:p>
          <a:p>
            <a:pPr eaLnBrk="1" hangingPunct="1">
              <a:buFontTx/>
              <a:buNone/>
            </a:pPr>
            <a:r>
              <a:rPr lang="en-US" altLang="zh-CN" b="1">
                <a:latin typeface="Times New Roman" panose="02020603050405020304" pitchFamily="18" charset="0"/>
              </a:rPr>
              <a:t>          </a:t>
            </a:r>
            <a:r>
              <a:rPr lang="zh-CN" altLang="en-US" sz="2800" b="1">
                <a:latin typeface="Times New Roman" panose="02020603050405020304" pitchFamily="18" charset="0"/>
              </a:rPr>
              <a:t>一个好的段落通常只有一个中心思想。段落的统一性体现在用这个中心思想来统帅全段内容，段落中的其他句子则都应围绕这一主题，一切与主题无直接关系的句子都必须删除</a:t>
            </a:r>
            <a:r>
              <a:rPr lang="zh-CN" altLang="en-US" sz="2800" b="1"/>
              <a:t>例如：</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1" name="Rectangle 3"/>
          <p:cNvSpPr>
            <a:spLocks noGrp="1" noChangeArrowheads="1"/>
          </p:cNvSpPr>
          <p:nvPr>
            <p:ph idx="1"/>
          </p:nvPr>
        </p:nvSpPr>
        <p:spPr>
          <a:xfrm>
            <a:off x="323850" y="404813"/>
            <a:ext cx="8135938" cy="5400675"/>
          </a:xfrm>
        </p:spPr>
        <p:txBody>
          <a:bodyPr/>
          <a:lstStyle/>
          <a:p>
            <a:pPr eaLnBrk="1" hangingPunct="1">
              <a:buFontTx/>
              <a:buNone/>
            </a:pPr>
            <a:r>
              <a:rPr lang="en-US" altLang="zh-CN" sz="2800" b="1">
                <a:solidFill>
                  <a:schemeClr val="tx2"/>
                </a:solidFill>
                <a:latin typeface="Times New Roman" panose="02020603050405020304" pitchFamily="18" charset="0"/>
              </a:rPr>
              <a:t>    Sample 1:</a:t>
            </a:r>
          </a:p>
          <a:p>
            <a:pPr eaLnBrk="1" hangingPunct="1">
              <a:buFontTx/>
              <a:buNone/>
            </a:pPr>
            <a:r>
              <a:rPr lang="en-US" altLang="zh-CN" sz="2400" b="1">
                <a:latin typeface="Times New Roman" panose="02020603050405020304" pitchFamily="18" charset="0"/>
              </a:rPr>
              <a:t>    </a:t>
            </a:r>
            <a:r>
              <a:rPr lang="en-US" altLang="zh-CN" sz="2800" b="1" u="sng">
                <a:latin typeface="Times New Roman" panose="02020603050405020304" pitchFamily="18" charset="0"/>
              </a:rPr>
              <a:t>Television is not only a convenient source of entertainment, but also a comparatively cheap one.</a:t>
            </a:r>
            <a:r>
              <a:rPr lang="en-US" altLang="zh-CN" sz="2800" b="1">
                <a:latin typeface="Times New Roman" panose="02020603050405020304" pitchFamily="18" charset="0"/>
              </a:rPr>
              <a:t> With a TV set in the family, people don’t have to pay for expensive seats at the theatre, the movies, or the opera. All they have to is to push a button or turn on a knob, and they can see plays, films, operas and shows of every kind.</a:t>
            </a:r>
          </a:p>
          <a:p>
            <a:pPr eaLnBrk="1" hangingPunct="1">
              <a:buFontTx/>
              <a:buNone/>
            </a:pPr>
            <a:r>
              <a:rPr lang="en-US" altLang="zh-CN" sz="2400" b="1">
                <a:latin typeface="Times New Roman" panose="02020603050405020304" pitchFamily="18" charset="0"/>
              </a:rPr>
              <a:t>    </a:t>
            </a:r>
            <a:r>
              <a:rPr lang="zh-CN" altLang="en-US" sz="2400" b="1">
                <a:latin typeface="Times New Roman" panose="02020603050405020304" pitchFamily="18" charset="0"/>
                <a:ea typeface="楷体_GB2312" pitchFamily="49" charset="-122"/>
              </a:rPr>
              <a:t>此段的主题句即段首句是本段的中心</a:t>
            </a:r>
            <a:r>
              <a:rPr lang="zh-CN" altLang="en-US" sz="2400" b="1">
                <a:latin typeface="Times New Roman" panose="02020603050405020304" pitchFamily="18" charset="0"/>
              </a:rPr>
              <a:t>（</a:t>
            </a:r>
            <a:r>
              <a:rPr lang="en-US" altLang="zh-CN" sz="2400" b="1">
                <a:latin typeface="Times New Roman" panose="02020603050405020304" pitchFamily="18" charset="0"/>
              </a:rPr>
              <a:t>This paragraph is about the convenience and cheapness of television</a:t>
            </a:r>
            <a:r>
              <a:rPr lang="zh-CN" altLang="en-US" sz="2400" b="1">
                <a:latin typeface="Times New Roman" panose="02020603050405020304" pitchFamily="18" charset="0"/>
              </a:rPr>
              <a:t>）</a:t>
            </a:r>
            <a:r>
              <a:rPr lang="zh-CN" altLang="en-US" sz="2400" b="1">
                <a:latin typeface="Times New Roman" panose="02020603050405020304" pitchFamily="18" charset="0"/>
                <a:ea typeface="楷体_GB2312" pitchFamily="49" charset="-122"/>
              </a:rPr>
              <a:t>全段围绕这一中心展开，符合段落的统一性原则。再如：</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23973" name="AutoShape 5"/>
          <p:cNvSpPr>
            <a:spLocks noChangeArrowheads="1"/>
          </p:cNvSpPr>
          <p:nvPr/>
        </p:nvSpPr>
        <p:spPr bwMode="auto">
          <a:xfrm>
            <a:off x="755650" y="4762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Sample 1</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3971">
                                            <p:txEl>
                                              <p:pRg st="2" end="2"/>
                                            </p:txEl>
                                          </p:spTgt>
                                        </p:tgtEl>
                                        <p:attrNameLst>
                                          <p:attrName>style.visibility</p:attrName>
                                        </p:attrNameLst>
                                      </p:cBhvr>
                                      <p:to>
                                        <p:strVal val="visible"/>
                                      </p:to>
                                    </p:set>
                                    <p:animEffect transition="in" filter="blinds(horizontal)">
                                      <p:cBhvr>
                                        <p:cTn id="7" dur="500"/>
                                        <p:tgtEl>
                                          <p:spTgt spid="723971">
                                            <p:txEl>
                                              <p:pRg st="2" end="2"/>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723973"/>
                                        </p:tgtEl>
                                        <p:attrNameLst>
                                          <p:attrName>style.visibility</p:attrName>
                                        </p:attrNameLst>
                                      </p:cBhvr>
                                      <p:to>
                                        <p:strVal val="visible"/>
                                      </p:to>
                                    </p:set>
                                    <p:animEffect transition="in" filter="box(out)">
                                      <p:cBhvr>
                                        <p:cTn id="11" dur="1000"/>
                                        <p:tgtEl>
                                          <p:spTgt spid="723973"/>
                                        </p:tgtEl>
                                      </p:cBhvr>
                                    </p:animEffect>
                                  </p:childTnLst>
                                  <p:subTnLst>
                                    <p:audio>
                                      <p:cMediaNode>
                                        <p:cTn display="0" masterRel="sameClick">
                                          <p:stCondLst>
                                            <p:cond evt="begin" delay="0">
                                              <p:tn val="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idx="1"/>
          </p:nvPr>
        </p:nvSpPr>
        <p:spPr>
          <a:xfrm>
            <a:off x="323850" y="404813"/>
            <a:ext cx="8029575" cy="5472112"/>
          </a:xfrm>
        </p:spPr>
        <p:txBody>
          <a:bodyPr/>
          <a:lstStyle/>
          <a:p>
            <a:pPr eaLnBrk="1" hangingPunct="1">
              <a:lnSpc>
                <a:spcPct val="90000"/>
              </a:lnSpc>
              <a:buFontTx/>
              <a:buNone/>
            </a:pPr>
            <a:r>
              <a:rPr lang="en-US" altLang="zh-CN" sz="2800" b="1">
                <a:solidFill>
                  <a:schemeClr val="tx2"/>
                </a:solidFill>
                <a:latin typeface="Times New Roman" panose="02020603050405020304" pitchFamily="18" charset="0"/>
              </a:rPr>
              <a:t>   </a:t>
            </a:r>
          </a:p>
          <a:p>
            <a:pPr eaLnBrk="1" hangingPunct="1">
              <a:lnSpc>
                <a:spcPct val="90000"/>
              </a:lnSpc>
              <a:buFontTx/>
              <a:buNone/>
            </a:pPr>
            <a:r>
              <a:rPr lang="en-US" altLang="zh-CN" sz="2800"/>
              <a:t>       </a:t>
            </a:r>
            <a:r>
              <a:rPr lang="en-US" altLang="zh-CN" sz="2800" b="1" u="sng">
                <a:latin typeface="Times New Roman" panose="02020603050405020304" pitchFamily="18" charset="0"/>
              </a:rPr>
              <a:t>An educated man is a tolerant</a:t>
            </a:r>
            <a:r>
              <a:rPr lang="zh-CN" altLang="en-US" sz="2800" b="1" u="sng">
                <a:latin typeface="Times New Roman" panose="02020603050405020304" pitchFamily="18" charset="0"/>
              </a:rPr>
              <a:t>宽容的</a:t>
            </a:r>
            <a:r>
              <a:rPr lang="en-US" altLang="zh-CN" sz="2800" b="1" u="sng">
                <a:latin typeface="Times New Roman" panose="02020603050405020304" pitchFamily="18" charset="0"/>
              </a:rPr>
              <a:t>man</a:t>
            </a:r>
            <a:r>
              <a:rPr lang="en-US" altLang="zh-CN" sz="2800" b="1">
                <a:latin typeface="Times New Roman" panose="02020603050405020304" pitchFamily="18" charset="0"/>
              </a:rPr>
              <a:t>. He respects the opinions of his friends. For example, Dr. Reynolds likes old things. He likes old paintings.He enjoys old books. He owns old furniture. Some people don’t like any old thing . They don’t like old paintings. They don’t  enjoy old books. They always buy modern furniture. Dr. Reynolds never criticizes them. He respects people’s differences. He understands human nature. He is a wise and kind man.</a:t>
            </a:r>
          </a:p>
          <a:p>
            <a:pPr eaLnBrk="1" hangingPunct="1">
              <a:lnSpc>
                <a:spcPct val="90000"/>
              </a:lnSpc>
              <a:buFontTx/>
              <a:buNone/>
            </a:pPr>
            <a:r>
              <a:rPr lang="en-US" altLang="zh-CN" sz="2800" b="1">
                <a:latin typeface="Times New Roman" panose="02020603050405020304" pitchFamily="18" charset="0"/>
              </a:rPr>
              <a:t>   </a:t>
            </a:r>
            <a:r>
              <a:rPr lang="zh-CN" altLang="en-US" sz="2800" b="1">
                <a:latin typeface="Times New Roman" panose="02020603050405020304" pitchFamily="18" charset="0"/>
              </a:rPr>
              <a:t>这种“主题句加例证” 的写作格式是取得统一性的常用方法。</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09282" name="AutoShape 2"/>
          <p:cNvSpPr>
            <a:spLocks noChangeArrowheads="1"/>
          </p:cNvSpPr>
          <p:nvPr/>
        </p:nvSpPr>
        <p:spPr bwMode="auto">
          <a:xfrm>
            <a:off x="900113" y="2603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Sample 2</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09282"/>
                                        </p:tgtEl>
                                        <p:attrNameLst>
                                          <p:attrName>style.visibility</p:attrName>
                                        </p:attrNameLst>
                                      </p:cBhvr>
                                      <p:to>
                                        <p:strVal val="visible"/>
                                      </p:to>
                                    </p:set>
                                    <p:animEffect transition="in" filter="box(out)">
                                      <p:cBhvr>
                                        <p:cTn id="7" dur="1000"/>
                                        <p:tgtEl>
                                          <p:spTgt spid="609282"/>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a:xfrm>
            <a:off x="611188" y="549275"/>
            <a:ext cx="7696200" cy="4679950"/>
          </a:xfrm>
        </p:spPr>
        <p:txBody>
          <a:bodyPr/>
          <a:lstStyle/>
          <a:p>
            <a:pPr eaLnBrk="1" hangingPunct="1">
              <a:lnSpc>
                <a:spcPct val="90000"/>
              </a:lnSpc>
              <a:buFontTx/>
              <a:buNone/>
            </a:pPr>
            <a:r>
              <a:rPr lang="en-US" altLang="zh-CN"/>
              <a:t>2. </a:t>
            </a:r>
            <a:r>
              <a:rPr lang="zh-CN" altLang="en-US" b="1"/>
              <a:t>段落的连贯性</a:t>
            </a:r>
            <a:r>
              <a:rPr lang="en-US" altLang="zh-CN" b="1">
                <a:latin typeface="Times New Roman" panose="02020603050405020304" pitchFamily="18" charset="0"/>
              </a:rPr>
              <a:t>(Coherence)</a:t>
            </a:r>
            <a:r>
              <a:rPr lang="zh-CN" altLang="en-US">
                <a:latin typeface="Times New Roman" panose="02020603050405020304" pitchFamily="18" charset="0"/>
              </a:rPr>
              <a:t>。</a:t>
            </a:r>
          </a:p>
          <a:p>
            <a:pPr eaLnBrk="1" hangingPunct="1">
              <a:lnSpc>
                <a:spcPct val="90000"/>
              </a:lnSpc>
              <a:buFontTx/>
              <a:buNone/>
            </a:pPr>
            <a:r>
              <a:rPr lang="zh-CN" altLang="en-US" b="1"/>
              <a:t>  一个好的段落除了内容要统一、完整外，还要结构连贯。连贯性指的是段落的结构是否有条理。一个段落内的各句应该有逻辑地、自然地衔接在一起，成为一个完整的整体。只有这样，读者才能跟上作者的思路，明白他讲的意思。达到连贯性的一个重要策略是使用合适的连接词。</a:t>
            </a:r>
          </a:p>
          <a:p>
            <a:pPr eaLnBrk="1" hangingPunct="1">
              <a:lnSpc>
                <a:spcPct val="90000"/>
              </a:lnSpc>
              <a:buFontTx/>
              <a:buNone/>
            </a:pPr>
            <a:r>
              <a:rPr lang="zh-CN" altLang="en-US" b="1"/>
              <a:t>  例如：</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idx="1"/>
          </p:nvPr>
        </p:nvSpPr>
        <p:spPr>
          <a:xfrm>
            <a:off x="611188" y="549275"/>
            <a:ext cx="7921625" cy="3657600"/>
          </a:xfrm>
        </p:spPr>
        <p:txBody>
          <a:bodyPr/>
          <a:lstStyle/>
          <a:p>
            <a:pPr eaLnBrk="1" hangingPunct="1">
              <a:lnSpc>
                <a:spcPct val="90000"/>
              </a:lnSpc>
              <a:buFontTx/>
              <a:buNone/>
            </a:pPr>
            <a:r>
              <a:rPr lang="en-US" altLang="zh-CN" sz="2800">
                <a:latin typeface="Times New Roman" panose="02020603050405020304" pitchFamily="18" charset="0"/>
              </a:rPr>
              <a:t>  </a:t>
            </a:r>
            <a:r>
              <a:rPr lang="en-US" altLang="zh-CN" sz="2800" b="1">
                <a:solidFill>
                  <a:schemeClr val="tx2"/>
                </a:solidFill>
                <a:latin typeface="Times New Roman" panose="02020603050405020304" pitchFamily="18" charset="0"/>
              </a:rPr>
              <a:t>Sample 1:</a:t>
            </a:r>
          </a:p>
          <a:p>
            <a:pPr eaLnBrk="1" hangingPunct="1">
              <a:lnSpc>
                <a:spcPct val="90000"/>
              </a:lnSpc>
              <a:buFontTx/>
              <a:buNone/>
            </a:pPr>
            <a:r>
              <a:rPr lang="en-US" altLang="zh-CN" sz="2800">
                <a:latin typeface="Times New Roman" panose="02020603050405020304" pitchFamily="18" charset="0"/>
              </a:rPr>
              <a:t>   </a:t>
            </a:r>
            <a:r>
              <a:rPr lang="en-US" altLang="zh-CN" sz="2800" b="1">
                <a:latin typeface="Times New Roman" panose="02020603050405020304" pitchFamily="18" charset="0"/>
              </a:rPr>
              <a:t>The moon has always been an object of interest to human beings. Until the 1960s, getting there was only a dream. Some thought that people could never reach the moon. Neil Armstrong stepped onto the lunar</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月亮的</a:t>
            </a:r>
            <a:r>
              <a:rPr lang="en-US" altLang="zh-CN" sz="2400" b="1">
                <a:latin typeface="楷体_GB2312" pitchFamily="49" charset="-122"/>
                <a:ea typeface="楷体_GB2312" pitchFamily="49" charset="-122"/>
              </a:rPr>
              <a:t>)</a:t>
            </a:r>
            <a:r>
              <a:rPr lang="en-US" altLang="zh-CN" sz="2800" b="1">
                <a:latin typeface="Times New Roman" panose="02020603050405020304" pitchFamily="18" charset="0"/>
              </a:rPr>
              <a:t>surface in 1969. Moon landings have become routine</a:t>
            </a:r>
            <a:r>
              <a:rPr lang="en-US" altLang="zh-CN" sz="1800" b="1">
                <a:latin typeface="宋体" panose="02010600030101010101" pitchFamily="2" charset="-122"/>
              </a:rPr>
              <a:t>(</a:t>
            </a:r>
            <a:r>
              <a:rPr lang="zh-CN" altLang="en-US" sz="2400" b="1">
                <a:latin typeface="楷体_GB2312" pitchFamily="49" charset="-122"/>
                <a:ea typeface="楷体_GB2312" pitchFamily="49" charset="-122"/>
              </a:rPr>
              <a:t>日常事务</a:t>
            </a:r>
            <a:r>
              <a:rPr lang="en-US" altLang="zh-CN" sz="1800" b="1">
                <a:latin typeface="宋体" panose="02010600030101010101" pitchFamily="2" charset="-122"/>
              </a:rPr>
              <a:t>)</a:t>
            </a:r>
          </a:p>
          <a:p>
            <a:pPr eaLnBrk="1" hangingPunct="1">
              <a:lnSpc>
                <a:spcPct val="90000"/>
              </a:lnSpc>
              <a:buFontTx/>
              <a:buNone/>
            </a:pPr>
            <a:r>
              <a:rPr lang="en-US" altLang="zh-CN" sz="2800" b="1">
                <a:latin typeface="Times New Roman" panose="02020603050405020304" pitchFamily="18" charset="0"/>
              </a:rPr>
              <a:t>   to the general public.</a:t>
            </a:r>
          </a:p>
          <a:p>
            <a:pPr eaLnBrk="1" hangingPunct="1">
              <a:lnSpc>
                <a:spcPct val="90000"/>
              </a:lnSpc>
              <a:buFontTx/>
              <a:buNone/>
            </a:pPr>
            <a:endParaRPr lang="en-US" altLang="zh-CN" sz="2800" b="1">
              <a:latin typeface="Times New Roman" panose="02020603050405020304" pitchFamily="18" charset="0"/>
            </a:endParaRP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112643" name="Text Box 4"/>
          <p:cNvSpPr txBox="1">
            <a:spLocks noChangeArrowheads="1"/>
          </p:cNvSpPr>
          <p:nvPr/>
        </p:nvSpPr>
        <p:spPr bwMode="auto">
          <a:xfrm>
            <a:off x="900113" y="4384675"/>
            <a:ext cx="7634287" cy="519113"/>
          </a:xfrm>
          <a:prstGeom prst="rect">
            <a:avLst/>
          </a:prstGeom>
          <a:noFill/>
          <a:ln w="9525">
            <a:noFill/>
            <a:miter lim="800000"/>
          </a:ln>
        </p:spPr>
        <p:txBody>
          <a:bodyPr wrap="none">
            <a:spAutoFit/>
          </a:bodyPr>
          <a:lstStyle/>
          <a:p>
            <a:r>
              <a:rPr lang="zh-CN" altLang="en-US" sz="2800" b="1">
                <a:latin typeface="Cambria" panose="02040503050406030204" charset="0"/>
                <a:ea typeface="楷体_GB2312" pitchFamily="49" charset="-122"/>
              </a:rPr>
              <a:t>本段没有加连接词，比较下段加连接词的效果</a:t>
            </a:r>
            <a:r>
              <a:rPr lang="zh-CN" altLang="en-US" b="1">
                <a:latin typeface="Cambria" panose="02040503050406030204" charset="0"/>
              </a:rPr>
              <a:t>。</a:t>
            </a:r>
          </a:p>
        </p:txBody>
      </p:sp>
      <p:sp>
        <p:nvSpPr>
          <p:cNvPr id="705541" name="AutoShape 5"/>
          <p:cNvSpPr>
            <a:spLocks noChangeArrowheads="1"/>
          </p:cNvSpPr>
          <p:nvPr/>
        </p:nvSpPr>
        <p:spPr bwMode="auto">
          <a:xfrm>
            <a:off x="900113" y="4762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05541"/>
                                        </p:tgtEl>
                                        <p:attrNameLst>
                                          <p:attrName>style.visibility</p:attrName>
                                        </p:attrNameLst>
                                      </p:cBhvr>
                                      <p:to>
                                        <p:strVal val="visible"/>
                                      </p:to>
                                    </p:set>
                                    <p:animEffect transition="in" filter="box(out)">
                                      <p:cBhvr>
                                        <p:cTn id="7" dur="1000"/>
                                        <p:tgtEl>
                                          <p:spTgt spid="705541"/>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1"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idx="1"/>
          </p:nvPr>
        </p:nvSpPr>
        <p:spPr>
          <a:xfrm>
            <a:off x="468313" y="620713"/>
            <a:ext cx="7920037" cy="5472112"/>
          </a:xfrm>
        </p:spPr>
        <p:txBody>
          <a:bodyPr/>
          <a:lstStyle/>
          <a:p>
            <a:pPr eaLnBrk="1" hangingPunct="1">
              <a:buFontTx/>
              <a:buNone/>
            </a:pPr>
            <a:r>
              <a:rPr lang="en-US" altLang="zh-CN" sz="2400">
                <a:latin typeface="Times New Roman" panose="02020603050405020304" pitchFamily="18" charset="0"/>
              </a:rPr>
              <a:t>    </a:t>
            </a:r>
            <a:r>
              <a:rPr lang="en-US" altLang="zh-CN" sz="2800" b="1">
                <a:latin typeface="Times New Roman" panose="02020603050405020304" pitchFamily="18" charset="0"/>
              </a:rPr>
              <a:t>The moon has always been an object of interest to human beings</a:t>
            </a:r>
            <a:r>
              <a:rPr lang="zh-CN" altLang="en-US" sz="2800" b="1">
                <a:latin typeface="Times New Roman" panose="02020603050405020304" pitchFamily="18" charset="0"/>
              </a:rPr>
              <a:t>；</a:t>
            </a:r>
            <a:r>
              <a:rPr lang="en-US" altLang="zh-CN" sz="2800" b="1" u="sng">
                <a:solidFill>
                  <a:schemeClr val="tx2"/>
                </a:solidFill>
                <a:latin typeface="Times New Roman" panose="02020603050405020304" pitchFamily="18" charset="0"/>
              </a:rPr>
              <a:t>however</a:t>
            </a:r>
            <a:r>
              <a:rPr lang="en-US" altLang="zh-CN" sz="2800" b="1">
                <a:latin typeface="Times New Roman" panose="02020603050405020304" pitchFamily="18" charset="0"/>
              </a:rPr>
              <a:t> until the 1960s, getting there was only a dream. </a:t>
            </a:r>
            <a:r>
              <a:rPr lang="en-US" altLang="zh-CN" sz="2800" b="1" u="sng">
                <a:solidFill>
                  <a:schemeClr val="tx2"/>
                </a:solidFill>
                <a:latin typeface="Times New Roman" panose="02020603050405020304" pitchFamily="18" charset="0"/>
              </a:rPr>
              <a:t>Although</a:t>
            </a:r>
            <a:r>
              <a:rPr lang="en-US" altLang="zh-CN" sz="2800" b="1">
                <a:latin typeface="Times New Roman" panose="02020603050405020304" pitchFamily="18" charset="0"/>
              </a:rPr>
              <a:t> some thought that people could never reach the moon, Neil Armstrong stepped onto the lunar</a:t>
            </a:r>
            <a:r>
              <a:rPr lang="en-US" altLang="zh-CN" sz="2400" b="1">
                <a:latin typeface="宋体" panose="02010600030101010101" pitchFamily="2" charset="-122"/>
              </a:rPr>
              <a:t>(</a:t>
            </a:r>
            <a:r>
              <a:rPr lang="zh-CN" altLang="en-US" sz="2400" b="1">
                <a:latin typeface="宋体" panose="02010600030101010101" pitchFamily="2" charset="-122"/>
              </a:rPr>
              <a:t>月亮的</a:t>
            </a:r>
            <a:r>
              <a:rPr lang="en-US" altLang="zh-CN" sz="1800" b="1">
                <a:latin typeface="宋体" panose="02010600030101010101" pitchFamily="2" charset="-122"/>
              </a:rPr>
              <a:t>)</a:t>
            </a:r>
            <a:r>
              <a:rPr lang="en-US" altLang="zh-CN" sz="2800" b="1">
                <a:latin typeface="Times New Roman" panose="02020603050405020304" pitchFamily="18" charset="0"/>
              </a:rPr>
              <a:t>surface in 1969. </a:t>
            </a:r>
            <a:r>
              <a:rPr lang="en-US" altLang="zh-CN" sz="2800" b="1" u="sng">
                <a:solidFill>
                  <a:schemeClr val="tx2"/>
                </a:solidFill>
                <a:latin typeface="Times New Roman" panose="02020603050405020304" pitchFamily="18" charset="0"/>
              </a:rPr>
              <a:t>After that</a:t>
            </a:r>
            <a:r>
              <a:rPr lang="en-US" altLang="zh-CN" sz="2800" b="1">
                <a:latin typeface="Times New Roman" panose="02020603050405020304" pitchFamily="18" charset="0"/>
              </a:rPr>
              <a:t> moon landings have become routine</a:t>
            </a:r>
            <a:r>
              <a:rPr lang="en-US" altLang="zh-CN" sz="2400" b="1">
                <a:latin typeface="宋体" panose="02010600030101010101" pitchFamily="2" charset="-122"/>
              </a:rPr>
              <a:t>(</a:t>
            </a:r>
            <a:r>
              <a:rPr lang="zh-CN" altLang="en-US" sz="2400" b="1">
                <a:latin typeface="宋体" panose="02010600030101010101" pitchFamily="2" charset="-122"/>
              </a:rPr>
              <a:t>日常事务</a:t>
            </a:r>
            <a:r>
              <a:rPr lang="en-US" altLang="zh-CN" sz="2400" b="1">
                <a:latin typeface="宋体" panose="02010600030101010101" pitchFamily="2" charset="-122"/>
              </a:rPr>
              <a:t>)</a:t>
            </a:r>
            <a:r>
              <a:rPr lang="en-US" altLang="zh-CN" sz="2800" b="1">
                <a:latin typeface="Times New Roman" panose="02020603050405020304" pitchFamily="18" charset="0"/>
              </a:rPr>
              <a:t>to the general public.</a:t>
            </a:r>
          </a:p>
          <a:p>
            <a:pPr eaLnBrk="1" hangingPunct="1">
              <a:buFontTx/>
              <a:buNone/>
            </a:pPr>
            <a:r>
              <a:rPr lang="en-US" altLang="zh-CN" sz="2400" b="1">
                <a:latin typeface="Times New Roman" panose="02020603050405020304" pitchFamily="18" charset="0"/>
                <a:ea typeface="楷体_GB2312" pitchFamily="49" charset="-122"/>
              </a:rPr>
              <a:t>            </a:t>
            </a:r>
            <a:r>
              <a:rPr lang="zh-CN" altLang="en-US" sz="2400" b="1">
                <a:latin typeface="Times New Roman" panose="02020603050405020304" pitchFamily="18" charset="0"/>
                <a:ea typeface="楷体_GB2312" pitchFamily="49" charset="-122"/>
              </a:rPr>
              <a:t>经过两段的比较可以看出，</a:t>
            </a:r>
            <a:r>
              <a:rPr lang="zh-CN" altLang="en-US" sz="2400" b="1">
                <a:ea typeface="楷体_GB2312" pitchFamily="49" charset="-122"/>
              </a:rPr>
              <a:t>加了连接词的段落，段落内句与句之间衔接和谐、条理清晰、层次分明、通顺流畅。可见学会正确使用连接词对段落的协调连贯是非常重要的</a:t>
            </a:r>
            <a:endParaRPr lang="zh-CN" altLang="en-US" sz="2400" b="1">
              <a:latin typeface="Times New Roman" panose="02020603050405020304" pitchFamily="18" charset="0"/>
              <a:ea typeface="楷体_GB2312" pitchFamily="49" charset="-122"/>
            </a:endParaRPr>
          </a:p>
          <a:p>
            <a:pPr eaLnBrk="1" hangingPunct="1"/>
            <a:endParaRPr lang="en-US" altLang="zh-CN" sz="2000" b="1">
              <a:ea typeface="楷体_GB2312" pitchFamily="49" charset="-122"/>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1" name="Rectangle 3"/>
          <p:cNvSpPr>
            <a:spLocks noGrp="1" noChangeArrowheads="1"/>
          </p:cNvSpPr>
          <p:nvPr>
            <p:ph idx="1"/>
          </p:nvPr>
        </p:nvSpPr>
        <p:spPr>
          <a:xfrm>
            <a:off x="251520" y="1484784"/>
            <a:ext cx="8029575" cy="3843338"/>
          </a:xfrm>
        </p:spPr>
        <p:txBody>
          <a:bodyPr rtlCol="0">
            <a:normAutofit fontScale="85000" lnSpcReduction="10000"/>
          </a:bodyPr>
          <a:lstStyle/>
          <a:p>
            <a:pPr eaLnBrk="1" fontAlgn="auto" hangingPunct="1">
              <a:lnSpc>
                <a:spcPct val="90000"/>
              </a:lnSpc>
              <a:spcAft>
                <a:spcPts val="0"/>
              </a:spcAft>
              <a:buFontTx/>
              <a:buNone/>
              <a:defRPr/>
            </a:pPr>
            <a:r>
              <a:rPr lang="en-US" altLang="zh-CN" sz="2800" b="1" dirty="0">
                <a:latin typeface="Times New Roman" panose="02020603050405020304" pitchFamily="18" charset="0"/>
              </a:rPr>
              <a:t>   Sample 1</a:t>
            </a:r>
          </a:p>
          <a:p>
            <a:pPr eaLnBrk="1" fontAlgn="auto" hangingPunct="1">
              <a:lnSpc>
                <a:spcPct val="90000"/>
              </a:lnSpc>
              <a:spcAft>
                <a:spcPts val="0"/>
              </a:spcAft>
              <a:buFontTx/>
              <a:buNone/>
              <a:defRPr/>
            </a:pPr>
            <a:r>
              <a:rPr lang="en-US" altLang="zh-CN" sz="2800" dirty="0">
                <a:latin typeface="Times New Roman" panose="02020603050405020304" pitchFamily="18" charset="0"/>
              </a:rPr>
              <a:t>          </a:t>
            </a:r>
            <a:r>
              <a:rPr lang="en-US" altLang="zh-CN" sz="2800" b="1" dirty="0">
                <a:latin typeface="Times New Roman" panose="02020603050405020304" pitchFamily="18" charset="0"/>
              </a:rPr>
              <a:t>Nowadays more and more students take part-time jobs. They help in shops; they do public investigations for companies; they become tutors or governesses. They spend their free time doing part-time jobs. As far as I am concerned, it is very good. The reasons are as follows; Firstly, doing a part-time job can relieve the financial burden of their families. Secondly, part-time jobs provide a good opportunity for students to put the theory they learn into practice. Finally, through doing part-time jobs, students can know the society better.</a:t>
            </a:r>
          </a:p>
          <a:p>
            <a:pPr eaLnBrk="1" fontAlgn="auto" hangingPunct="1">
              <a:lnSpc>
                <a:spcPct val="90000"/>
              </a:lnSpc>
              <a:spcAft>
                <a:spcPts val="0"/>
              </a:spcAft>
              <a:buFontTx/>
              <a:buNone/>
              <a:defRPr/>
            </a:pPr>
            <a:r>
              <a:rPr lang="en-US" altLang="zh-CN" sz="2800" b="1" dirty="0">
                <a:latin typeface="Times New Roman" panose="02020603050405020304" pitchFamily="18" charset="0"/>
              </a:rPr>
              <a:t>    </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08612" name="AutoShape 4"/>
          <p:cNvSpPr>
            <a:spLocks noChangeArrowheads="1"/>
          </p:cNvSpPr>
          <p:nvPr/>
        </p:nvSpPr>
        <p:spPr bwMode="auto">
          <a:xfrm>
            <a:off x="395288" y="333375"/>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08612"/>
                                        </p:tgtEl>
                                        <p:attrNameLst>
                                          <p:attrName>style.visibility</p:attrName>
                                        </p:attrNameLst>
                                      </p:cBhvr>
                                      <p:to>
                                        <p:strVal val="visible"/>
                                      </p:to>
                                    </p:set>
                                    <p:animEffect transition="in" filter="box(out)">
                                      <p:cBhvr>
                                        <p:cTn id="7" dur="1000"/>
                                        <p:tgtEl>
                                          <p:spTgt spid="708612"/>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ChangeArrowheads="1"/>
          </p:cNvSpPr>
          <p:nvPr>
            <p:ph idx="1"/>
          </p:nvPr>
        </p:nvSpPr>
        <p:spPr>
          <a:xfrm>
            <a:off x="611188" y="981075"/>
            <a:ext cx="7696200" cy="3657600"/>
          </a:xfrm>
        </p:spPr>
        <p:txBody>
          <a:bodyPr/>
          <a:lstStyle/>
          <a:p>
            <a:pPr eaLnBrk="1" hangingPunct="1">
              <a:buFontTx/>
              <a:buNone/>
            </a:pPr>
            <a:r>
              <a:rPr lang="en-US" altLang="zh-CN">
                <a:latin typeface="Times New Roman" panose="02020603050405020304" pitchFamily="18" charset="0"/>
              </a:rPr>
              <a:t>    </a:t>
            </a:r>
            <a:r>
              <a:rPr lang="zh-CN" altLang="en-US" b="1">
                <a:latin typeface="Times New Roman" panose="02020603050405020304" pitchFamily="18" charset="0"/>
                <a:ea typeface="楷体_GB2312" pitchFamily="49" charset="-122"/>
              </a:rPr>
              <a:t>此段列举了三个理由阐述大学生兼职的好处，但阐述的不够完整，如果将所列理由再进一步展开阐述，使之完整、丰富。试比较</a:t>
            </a:r>
            <a:r>
              <a:rPr lang="zh-CN" altLang="en-US" b="1">
                <a:ea typeface="楷体_GB2312" pitchFamily="49" charset="-122"/>
              </a:rPr>
              <a:t>下段的效果。</a:t>
            </a:r>
            <a:r>
              <a:rPr lang="zh-CN" altLang="en-US"/>
              <a:t>（</a:t>
            </a:r>
            <a:r>
              <a:rPr lang="en-US" altLang="zh-CN">
                <a:latin typeface="Times New Roman" panose="02020603050405020304" pitchFamily="18" charset="0"/>
              </a:rPr>
              <a:t>the paragraph will be much better if the three reasons are further developed.)</a:t>
            </a:r>
          </a:p>
          <a:p>
            <a:pPr eaLnBrk="1" hangingPunct="1"/>
            <a:endParaRPr lang="en-US" altLang="zh-CN"/>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Grp="1" noChangeArrowheads="1"/>
          </p:cNvSpPr>
          <p:nvPr>
            <p:ph idx="1"/>
          </p:nvPr>
        </p:nvSpPr>
        <p:spPr>
          <a:xfrm>
            <a:off x="179388" y="836613"/>
            <a:ext cx="8208962" cy="5184775"/>
          </a:xfrm>
        </p:spPr>
        <p:txBody>
          <a:bodyPr/>
          <a:lstStyle/>
          <a:p>
            <a:pPr eaLnBrk="1" hangingPunct="1">
              <a:lnSpc>
                <a:spcPct val="90000"/>
              </a:lnSpc>
              <a:buFontTx/>
              <a:buNone/>
            </a:pPr>
            <a:r>
              <a:rPr lang="en-US" altLang="zh-CN" sz="1600">
                <a:latin typeface="Times New Roman" panose="02020603050405020304" pitchFamily="18" charset="0"/>
              </a:rPr>
              <a:t>	          </a:t>
            </a:r>
            <a:r>
              <a:rPr lang="en-US" altLang="zh-CN" sz="2800" b="1">
                <a:latin typeface="Times New Roman" panose="02020603050405020304" pitchFamily="18" charset="0"/>
              </a:rPr>
              <a:t>Nowadays more and more students take part-time jobs. As far as I am concerned, it’s very good. The reasons are as follows; Firstly, by doing part-time jobs, students can relieve the financial burden of their parents. </a:t>
            </a:r>
            <a:r>
              <a:rPr lang="en-US" altLang="zh-CN" sz="2800" b="1" u="sng">
                <a:latin typeface="Times New Roman" panose="02020603050405020304" pitchFamily="18" charset="0"/>
              </a:rPr>
              <a:t>The tuition nowadays is very expensive and some students from poor families have difficulty affording it. Of course, not all students worry about their fees.  Some  students who do  part-time jobs just want to earn more pocket money so that they can buy more things they like.</a:t>
            </a:r>
            <a:r>
              <a:rPr lang="en-US" altLang="zh-CN" sz="2800" b="1">
                <a:latin typeface="Times New Roman" panose="02020603050405020304" pitchFamily="18" charset="0"/>
              </a:rPr>
              <a:t>  </a:t>
            </a:r>
          </a:p>
          <a:p>
            <a:pPr eaLnBrk="1" hangingPunct="1">
              <a:lnSpc>
                <a:spcPct val="90000"/>
              </a:lnSpc>
              <a:buFontTx/>
              <a:buNone/>
            </a:pPr>
            <a:r>
              <a:rPr lang="en-US" altLang="zh-CN" sz="2800">
                <a:latin typeface="Times New Roman" panose="02020603050405020304" pitchFamily="18" charset="0"/>
              </a:rPr>
              <a:t>       </a:t>
            </a:r>
            <a:endParaRPr lang="en-US" altLang="zh-CN" sz="2400"/>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
          <p:cNvSpPr>
            <a:spLocks noGrp="1" noChangeArrowheads="1"/>
          </p:cNvSpPr>
          <p:nvPr>
            <p:ph idx="1"/>
          </p:nvPr>
        </p:nvSpPr>
        <p:spPr>
          <a:xfrm>
            <a:off x="685800" y="1052513"/>
            <a:ext cx="7696200" cy="4433887"/>
          </a:xfrm>
        </p:spPr>
        <p:txBody>
          <a:bodyPr/>
          <a:lstStyle/>
          <a:p>
            <a:pPr eaLnBrk="1" hangingPunct="1">
              <a:lnSpc>
                <a:spcPct val="80000"/>
              </a:lnSpc>
              <a:buFontTx/>
              <a:buNone/>
            </a:pPr>
            <a:r>
              <a:rPr lang="en-US" altLang="zh-CN" sz="2800" b="1" dirty="0">
                <a:latin typeface="Times New Roman" panose="02020603050405020304" pitchFamily="18" charset="0"/>
              </a:rPr>
              <a:t>         Secondly, part-time jobs provide a good opportunity for students to put the theory they </a:t>
            </a:r>
            <a:r>
              <a:rPr lang="en-US" altLang="zh-CN" sz="2800" b="1" u="sng" dirty="0">
                <a:latin typeface="Times New Roman" panose="02020603050405020304" pitchFamily="18" charset="0"/>
              </a:rPr>
              <a:t>learn in class</a:t>
            </a:r>
            <a:r>
              <a:rPr lang="en-US" altLang="zh-CN" sz="2800" b="1" dirty="0">
                <a:latin typeface="Times New Roman" panose="02020603050405020304" pitchFamily="18" charset="0"/>
              </a:rPr>
              <a:t>  into practice. </a:t>
            </a:r>
            <a:r>
              <a:rPr lang="en-US" altLang="zh-CN" sz="2800" b="1" u="sng" dirty="0">
                <a:latin typeface="Times New Roman" panose="02020603050405020304" pitchFamily="18" charset="0"/>
              </a:rPr>
              <a:t>The knowledge they </a:t>
            </a:r>
            <a:r>
              <a:rPr lang="en-US" altLang="zh-CN" sz="2800" b="1" dirty="0">
                <a:latin typeface="Times New Roman" panose="02020603050405020304" pitchFamily="18" charset="0"/>
              </a:rPr>
              <a:t>acquire</a:t>
            </a:r>
            <a:r>
              <a:rPr lang="en-US" altLang="zh-CN" sz="2800" b="1" u="sng" dirty="0">
                <a:latin typeface="Times New Roman" panose="02020603050405020304" pitchFamily="18" charset="0"/>
              </a:rPr>
              <a:t> in books is somewhat abstract. Practice will make it more concrete(</a:t>
            </a:r>
            <a:r>
              <a:rPr lang="zh-CN" altLang="en-US" sz="2400" b="1" u="sng" dirty="0"/>
              <a:t>具体的</a:t>
            </a:r>
            <a:r>
              <a:rPr lang="en-US" altLang="zh-CN" sz="2400" b="1" u="sng" dirty="0"/>
              <a:t>)</a:t>
            </a:r>
            <a:r>
              <a:rPr lang="en-US" altLang="zh-CN" sz="2800" b="1" u="sng" dirty="0">
                <a:latin typeface="Times New Roman" panose="02020603050405020304" pitchFamily="18" charset="0"/>
              </a:rPr>
              <a:t>.</a:t>
            </a:r>
            <a:r>
              <a:rPr lang="en-US" altLang="zh-CN" sz="2800" b="1" dirty="0">
                <a:latin typeface="Times New Roman" panose="02020603050405020304" pitchFamily="18" charset="0"/>
              </a:rPr>
              <a:t> Finally, through doing part-time jobs , students can know the society better. </a:t>
            </a:r>
            <a:r>
              <a:rPr lang="en-US" altLang="zh-CN" sz="2800" b="1" u="sng" dirty="0">
                <a:latin typeface="Times New Roman" panose="02020603050405020304" pitchFamily="18" charset="0"/>
              </a:rPr>
              <a:t>It is very important for senior students who will enter the society soon. The time they do part-time jobs is a transition period in which they learn more about the complex society and prepare for their future career.</a:t>
            </a:r>
          </a:p>
          <a:p>
            <a:pPr eaLnBrk="1" hangingPunct="1">
              <a:lnSpc>
                <a:spcPct val="80000"/>
              </a:lnSpc>
            </a:pPr>
            <a:endParaRPr lang="en-US" altLang="zh-CN" sz="2800" dirty="0"/>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a:spLocks noGrp="1" noChangeArrowheads="1"/>
          </p:cNvSpPr>
          <p:nvPr>
            <p:ph idx="1"/>
          </p:nvPr>
        </p:nvSpPr>
        <p:spPr>
          <a:xfrm>
            <a:off x="684213" y="1341438"/>
            <a:ext cx="7696200" cy="3527425"/>
          </a:xfrm>
        </p:spPr>
        <p:txBody>
          <a:bodyPr/>
          <a:lstStyle/>
          <a:p>
            <a:pPr eaLnBrk="1" hangingPunct="1">
              <a:buFontTx/>
              <a:buNone/>
            </a:pPr>
            <a:r>
              <a:rPr lang="en-US" altLang="zh-CN" sz="2800" b="1">
                <a:latin typeface="Times New Roman" panose="02020603050405020304" pitchFamily="18" charset="0"/>
              </a:rPr>
              <a:t>      </a:t>
            </a:r>
            <a:r>
              <a:rPr lang="zh-CN" altLang="en-US" sz="2800" b="1">
                <a:latin typeface="Times New Roman" panose="02020603050405020304" pitchFamily="18" charset="0"/>
                <a:ea typeface="楷体_GB2312" pitchFamily="49" charset="-122"/>
              </a:rPr>
              <a:t>划线部分是针对段落的中心思想加以进</a:t>
            </a:r>
          </a:p>
          <a:p>
            <a:pPr eaLnBrk="1" hangingPunct="1">
              <a:buFontTx/>
              <a:buNone/>
            </a:pPr>
            <a:r>
              <a:rPr lang="zh-CN" altLang="en-US" sz="2800" b="1">
                <a:latin typeface="Times New Roman" panose="02020603050405020304" pitchFamily="18" charset="0"/>
                <a:ea typeface="楷体_GB2312" pitchFamily="49" charset="-122"/>
              </a:rPr>
              <a:t>一步阐述的。当然认真考虑段落思想内容的完</a:t>
            </a:r>
          </a:p>
          <a:p>
            <a:pPr eaLnBrk="1" hangingPunct="1">
              <a:buFontTx/>
              <a:buNone/>
            </a:pPr>
            <a:r>
              <a:rPr lang="zh-CN" altLang="en-US" sz="2800" b="1">
                <a:latin typeface="Times New Roman" panose="02020603050405020304" pitchFamily="18" charset="0"/>
                <a:ea typeface="楷体_GB2312" pitchFamily="49" charset="-122"/>
              </a:rPr>
              <a:t>整性、丰富性等问题，并不是说段落越长越好。</a:t>
            </a:r>
          </a:p>
          <a:p>
            <a:pPr eaLnBrk="1" hangingPunct="1">
              <a:buFontTx/>
              <a:buNone/>
            </a:pPr>
            <a:r>
              <a:rPr lang="zh-CN" altLang="en-US" sz="2800" b="1">
                <a:latin typeface="Times New Roman" panose="02020603050405020304" pitchFamily="18" charset="0"/>
                <a:ea typeface="楷体_GB2312" pitchFamily="49" charset="-122"/>
              </a:rPr>
              <a:t>段落无论长短，内容必须完整充实，这就要求作</a:t>
            </a:r>
          </a:p>
          <a:p>
            <a:pPr eaLnBrk="1" hangingPunct="1">
              <a:buFontTx/>
              <a:buNone/>
            </a:pPr>
            <a:r>
              <a:rPr lang="zh-CN" altLang="en-US" sz="2800" b="1">
                <a:latin typeface="Times New Roman" panose="02020603050405020304" pitchFamily="18" charset="0"/>
                <a:ea typeface="楷体_GB2312" pitchFamily="49" charset="-122"/>
              </a:rPr>
              <a:t>者在写作前要做好充分的准备。收集资料，列出</a:t>
            </a:r>
          </a:p>
          <a:p>
            <a:pPr eaLnBrk="1" hangingPunct="1">
              <a:buFontTx/>
              <a:buNone/>
            </a:pPr>
            <a:r>
              <a:rPr lang="zh-CN" altLang="en-US" sz="2800" b="1">
                <a:latin typeface="Times New Roman" panose="02020603050405020304" pitchFamily="18" charset="0"/>
                <a:ea typeface="楷体_GB2312" pitchFamily="49" charset="-122"/>
              </a:rPr>
              <a:t>信息，以保证段落思想内容的完整和统一。</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主题句与支持句之间的过渡词</a:t>
            </a:r>
            <a:r>
              <a:rPr lang="en-US" altLang="zh-CN" dirty="0"/>
              <a:t> </a:t>
            </a:r>
            <a:endParaRPr lang="zh-CN" altLang="en-US" dirty="0"/>
          </a:p>
        </p:txBody>
      </p:sp>
      <p:sp>
        <p:nvSpPr>
          <p:cNvPr id="3" name="内容占位符 2"/>
          <p:cNvSpPr>
            <a:spLocks noGrp="1"/>
          </p:cNvSpPr>
          <p:nvPr>
            <p:ph idx="1"/>
          </p:nvPr>
        </p:nvSpPr>
        <p:spPr>
          <a:xfrm>
            <a:off x="395536" y="1268760"/>
            <a:ext cx="8568952" cy="7317432"/>
          </a:xfrm>
        </p:spPr>
        <p:txBody>
          <a:bodyPr/>
          <a:lstStyle/>
          <a:p>
            <a:r>
              <a:rPr lang="en-US" altLang="zh-CN" dirty="0"/>
              <a:t>1. </a:t>
            </a:r>
            <a:r>
              <a:rPr lang="zh-CN" altLang="zh-CN" dirty="0"/>
              <a:t>列举法：指先提出论点，然后举出一系列论据进行陈述或解释的方法。列举法常用的过渡词有：</a:t>
            </a:r>
            <a:r>
              <a:rPr lang="en-US" altLang="zh-CN" dirty="0"/>
              <a:t>first, second, also, finally; one ,another ,still another , for one thing ...for another ; to begin with, on one hand , on the other hand </a:t>
            </a:r>
            <a:r>
              <a:rPr lang="zh-CN" altLang="zh-CN" dirty="0"/>
              <a:t>等。</a:t>
            </a:r>
            <a:r>
              <a:rPr lang="en-US" altLang="zh-CN" dirty="0"/>
              <a:t> </a:t>
            </a:r>
            <a:br>
              <a:rPr lang="en-US" altLang="zh-CN" dirty="0"/>
            </a:br>
            <a:r>
              <a:rPr lang="zh-CN" altLang="zh-CN" dirty="0"/>
              <a:t>　　</a:t>
            </a:r>
            <a:r>
              <a:rPr lang="en-US" altLang="zh-CN" dirty="0"/>
              <a:t>2. </a:t>
            </a:r>
            <a:r>
              <a:rPr lang="zh-CN" altLang="zh-CN" dirty="0"/>
              <a:t>举例法：就是通过具体的事例扩展段落，阐述主题句中的中心思想。常用的过渡词有：</a:t>
            </a:r>
            <a:r>
              <a:rPr lang="en-US" altLang="zh-CN" dirty="0"/>
              <a:t>for example/instance, in particular, such as ,like, besides, in addition to</a:t>
            </a:r>
            <a:r>
              <a:rPr lang="zh-CN" altLang="zh-CN" dirty="0"/>
              <a:t>。</a:t>
            </a:r>
            <a:r>
              <a:rPr lang="en-US" altLang="zh-CN" dirty="0"/>
              <a:t> </a:t>
            </a:r>
            <a:br>
              <a:rPr lang="en-US" altLang="zh-CN" dirty="0"/>
            </a:br>
            <a:r>
              <a:rPr lang="zh-CN" altLang="zh-CN" dirty="0"/>
              <a:t>　　</a:t>
            </a:r>
            <a:endParaRPr lang="zh-CN" altLang="en-US" dirty="0"/>
          </a:p>
        </p:txBody>
      </p:sp>
    </p:spTree>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90066"/>
          </a:xfrm>
        </p:spPr>
        <p:txBody>
          <a:bodyPr/>
          <a:lstStyle/>
          <a:p>
            <a:r>
              <a:rPr lang="en-US" altLang="zh-CN" dirty="0"/>
              <a:t> </a:t>
            </a:r>
            <a:endParaRPr lang="zh-CN" altLang="en-US" dirty="0"/>
          </a:p>
        </p:txBody>
      </p:sp>
      <p:sp>
        <p:nvSpPr>
          <p:cNvPr id="3" name="内容占位符 2"/>
          <p:cNvSpPr>
            <a:spLocks noGrp="1"/>
          </p:cNvSpPr>
          <p:nvPr>
            <p:ph idx="1"/>
          </p:nvPr>
        </p:nvSpPr>
        <p:spPr>
          <a:xfrm>
            <a:off x="467544" y="620688"/>
            <a:ext cx="8229600" cy="4525963"/>
          </a:xfrm>
        </p:spPr>
        <p:txBody>
          <a:bodyPr/>
          <a:lstStyle/>
          <a:p>
            <a:r>
              <a:rPr lang="en-US" altLang="zh-CN" sz="2800" dirty="0"/>
              <a:t>3. </a:t>
            </a:r>
            <a:r>
              <a:rPr lang="zh-CN" altLang="zh-CN" sz="2800" dirty="0"/>
              <a:t>因果法：因果法根据事物发生的原因推断其结果，或根据结果分析其原因。表示结果的常用的过渡词有</a:t>
            </a:r>
            <a:r>
              <a:rPr lang="en-US" altLang="zh-CN" sz="2800" dirty="0"/>
              <a:t>therefore</a:t>
            </a:r>
            <a:r>
              <a:rPr lang="zh-CN" altLang="zh-CN" sz="2800" dirty="0"/>
              <a:t>，</a:t>
            </a:r>
            <a:r>
              <a:rPr lang="en-US" altLang="zh-CN" sz="2800" dirty="0"/>
              <a:t>as a result , </a:t>
            </a:r>
            <a:r>
              <a:rPr lang="en-US" altLang="zh-CN" sz="2800" dirty="0" err="1"/>
              <a:t>accordingly,for</a:t>
            </a:r>
            <a:r>
              <a:rPr lang="en-US" altLang="zh-CN" sz="2800" dirty="0"/>
              <a:t> this reason , lead to</a:t>
            </a:r>
            <a:r>
              <a:rPr lang="zh-CN" altLang="zh-CN" sz="2800" dirty="0"/>
              <a:t>等，表示原因的过渡词有：</a:t>
            </a:r>
            <a:r>
              <a:rPr lang="en-US" altLang="zh-CN" sz="2800" dirty="0"/>
              <a:t>due to , because of , owing to , since, as , result from, on account of, by reason of </a:t>
            </a:r>
            <a:r>
              <a:rPr lang="zh-CN" altLang="zh-CN" sz="2800" dirty="0"/>
              <a:t>等。</a:t>
            </a:r>
            <a:r>
              <a:rPr lang="en-US" altLang="zh-CN" sz="2800" dirty="0"/>
              <a:t> </a:t>
            </a:r>
            <a:br>
              <a:rPr lang="en-US" altLang="zh-CN" sz="2800" dirty="0"/>
            </a:br>
            <a:r>
              <a:rPr lang="zh-CN" altLang="zh-CN" sz="2800" dirty="0"/>
              <a:t>　　</a:t>
            </a:r>
            <a:r>
              <a:rPr lang="en-US" altLang="zh-CN" sz="2800" dirty="0"/>
              <a:t>4. </a:t>
            </a:r>
            <a:r>
              <a:rPr lang="zh-CN" altLang="zh-CN" sz="2800" dirty="0"/>
              <a:t>比较对照法 ：通过比较两个或一个事物的两个方面的相似点或不同点来支持主题句。常用的过渡词中比较相同点的有：</a:t>
            </a:r>
            <a:r>
              <a:rPr lang="en-US" altLang="zh-CN" sz="2800" dirty="0"/>
              <a:t>like , same, in the same way, similar to , similarly, in common </a:t>
            </a:r>
            <a:r>
              <a:rPr lang="zh-CN" altLang="zh-CN" sz="2800" dirty="0"/>
              <a:t>等。对照不同点的有：</a:t>
            </a:r>
            <a:r>
              <a:rPr lang="en-US" altLang="zh-CN" sz="2800" dirty="0"/>
              <a:t>however, although , but ,unlike ,differ from , be different from, on the other hand, in contrast, whereas</a:t>
            </a:r>
            <a:r>
              <a:rPr lang="zh-CN" altLang="zh-CN" sz="2800" dirty="0"/>
              <a:t>等。</a:t>
            </a:r>
            <a:r>
              <a:rPr lang="en-US" altLang="zh-CN" sz="2800" dirty="0"/>
              <a:t> </a:t>
            </a:r>
            <a:endParaRPr lang="zh-CN" altLang="zh-CN" sz="2800" dirty="0"/>
          </a:p>
          <a:p>
            <a:endParaRPr lang="zh-CN" altLang="en-US" sz="2800" dirty="0"/>
          </a:p>
        </p:txBody>
      </p:sp>
    </p:spTree>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4"/>
          <p:cNvSpPr>
            <a:spLocks noGrp="1" noChangeArrowheads="1"/>
          </p:cNvSpPr>
          <p:nvPr>
            <p:ph idx="1"/>
          </p:nvPr>
        </p:nvSpPr>
        <p:spPr>
          <a:xfrm>
            <a:off x="179388" y="404813"/>
            <a:ext cx="8243887" cy="5184775"/>
          </a:xfrm>
        </p:spPr>
        <p:txBody>
          <a:bodyPr/>
          <a:lstStyle/>
          <a:p>
            <a:pPr eaLnBrk="1" hangingPunct="1">
              <a:buFontTx/>
              <a:buNone/>
            </a:pPr>
            <a:r>
              <a:rPr lang="en-US" altLang="zh-CN" sz="3600" b="1" dirty="0">
                <a:latin typeface="Times New Roman" panose="02020603050405020304" pitchFamily="18" charset="0"/>
              </a:rPr>
              <a:t> </a:t>
            </a:r>
          </a:p>
          <a:p>
            <a:pPr eaLnBrk="1" hangingPunct="1">
              <a:buFontTx/>
              <a:buNone/>
            </a:pPr>
            <a:r>
              <a:rPr lang="en-US" altLang="zh-CN" b="1" dirty="0">
                <a:latin typeface="Times New Roman" panose="02020603050405020304" pitchFamily="18" charset="0"/>
              </a:rPr>
              <a:t>    3.</a:t>
            </a:r>
            <a:r>
              <a:rPr lang="zh-CN" altLang="en-US" b="1" dirty="0">
                <a:latin typeface="Times New Roman" panose="02020603050405020304" pitchFamily="18" charset="0"/>
              </a:rPr>
              <a:t>段落的完整性</a:t>
            </a:r>
            <a:r>
              <a:rPr lang="en-US" altLang="zh-CN" dirty="0">
                <a:latin typeface="Times New Roman" panose="02020603050405020304" pitchFamily="18" charset="0"/>
              </a:rPr>
              <a:t>(</a:t>
            </a:r>
            <a:r>
              <a:rPr lang="en-US" altLang="zh-CN" b="1" dirty="0">
                <a:latin typeface="Times New Roman" panose="02020603050405020304" pitchFamily="18" charset="0"/>
              </a:rPr>
              <a:t>Completeness</a:t>
            </a:r>
            <a:r>
              <a:rPr lang="en-US" altLang="zh-CN" dirty="0">
                <a:latin typeface="Times New Roman" panose="02020603050405020304" pitchFamily="18" charset="0"/>
              </a:rPr>
              <a:t>)</a:t>
            </a:r>
          </a:p>
          <a:p>
            <a:pPr eaLnBrk="1" hangingPunct="1">
              <a:buFontTx/>
              <a:buNone/>
            </a:pPr>
            <a:r>
              <a:rPr lang="en-US" altLang="zh-CN" b="1" dirty="0">
                <a:latin typeface="Times New Roman" panose="02020603050405020304" pitchFamily="18" charset="0"/>
              </a:rPr>
              <a:t>	        </a:t>
            </a:r>
            <a:r>
              <a:rPr lang="zh-CN" altLang="en-US" b="1" dirty="0">
                <a:latin typeface="Times New Roman" panose="02020603050405020304" pitchFamily="18" charset="0"/>
              </a:rPr>
              <a:t>这里段落的完整性指整个段落在意义上的完整性。段落的中心思想必须得到充分的讨论，一个观点必须得到足够的事实支持，方可进入下一段落。换言之，写了主题句以后还必须回答与之相关的问题。否则，这个段落就是不完整</a:t>
            </a:r>
            <a:r>
              <a:rPr lang="zh-CN" altLang="en-US" b="1">
                <a:latin typeface="Times New Roman" panose="02020603050405020304" pitchFamily="18" charset="0"/>
              </a:rPr>
              <a:t>的</a:t>
            </a:r>
            <a:r>
              <a:rPr lang="zh-CN" altLang="en-US" b="1" smtClean="0">
                <a:latin typeface="Times New Roman" panose="02020603050405020304" pitchFamily="18" charset="0"/>
              </a:rPr>
              <a:t>。</a:t>
            </a:r>
            <a:endParaRPr lang="zh-CN" altLang="en-US" b="1" dirty="0">
              <a:latin typeface="Times New Roman" panose="02020603050405020304" pitchFamily="18" charset="0"/>
            </a:endParaRPr>
          </a:p>
          <a:p>
            <a:pPr eaLnBrk="1" hangingPunct="1">
              <a:buFontTx/>
              <a:buNone/>
            </a:pPr>
            <a:r>
              <a:rPr lang="zh-CN" altLang="en-US" b="1" dirty="0">
                <a:latin typeface="Times New Roman" panose="02020603050405020304" pitchFamily="18" charset="0"/>
              </a:rPr>
              <a:t>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ChangeArrowheads="1"/>
          </p:cNvSpPr>
          <p:nvPr>
            <p:ph idx="1"/>
          </p:nvPr>
        </p:nvSpPr>
        <p:spPr>
          <a:xfrm>
            <a:off x="539750" y="549275"/>
            <a:ext cx="8064500" cy="4967288"/>
          </a:xfrm>
        </p:spPr>
        <p:txBody>
          <a:bodyPr/>
          <a:lstStyle/>
          <a:p>
            <a:pPr algn="ctr" eaLnBrk="1" hangingPunct="1">
              <a:buFontTx/>
              <a:buNone/>
            </a:pPr>
            <a:r>
              <a:rPr lang="zh-CN" altLang="en-US" sz="3600" b="1"/>
              <a:t>第三节  英语文章</a:t>
            </a:r>
            <a:r>
              <a:rPr lang="zh-CN" altLang="en-US" sz="3600" b="1">
                <a:latin typeface="Times New Roman" panose="02020603050405020304" pitchFamily="18" charset="0"/>
              </a:rPr>
              <a:t>（</a:t>
            </a:r>
            <a:r>
              <a:rPr lang="en-US" altLang="zh-CN" sz="3600" b="1">
                <a:latin typeface="Times New Roman" panose="02020603050405020304" pitchFamily="18" charset="0"/>
              </a:rPr>
              <a:t>Essay</a:t>
            </a:r>
            <a:r>
              <a:rPr lang="zh-CN" altLang="en-US" sz="3600" b="1">
                <a:latin typeface="Times New Roman" panose="02020603050405020304" pitchFamily="18" charset="0"/>
              </a:rPr>
              <a:t>）</a:t>
            </a:r>
          </a:p>
          <a:p>
            <a:pPr eaLnBrk="1" hangingPunct="1">
              <a:buFontTx/>
              <a:buNone/>
            </a:pPr>
            <a:r>
              <a:rPr lang="zh-CN" altLang="en-US" b="1"/>
              <a:t>      </a:t>
            </a:r>
          </a:p>
          <a:p>
            <a:pPr eaLnBrk="1" hangingPunct="1">
              <a:buFontTx/>
              <a:buNone/>
            </a:pPr>
            <a:r>
              <a:rPr lang="zh-CN" altLang="en-US" b="1"/>
              <a:t>     </a:t>
            </a:r>
            <a:r>
              <a:rPr lang="zh-CN" altLang="en-US" sz="2800" b="1"/>
              <a:t>一篇文章有若干个段落，它们构成一个整体，表达一个主题。文章的结构与段落结构相似，段落由主题句、扩展句和结尾句组成；文章的结构也是三个部分：开头</a:t>
            </a:r>
            <a:r>
              <a:rPr lang="en-US" altLang="zh-CN" sz="2800" b="1">
                <a:latin typeface="Times New Roman" panose="02020603050405020304" pitchFamily="18" charset="0"/>
              </a:rPr>
              <a:t>(Introduction)</a:t>
            </a:r>
            <a:r>
              <a:rPr lang="zh-CN" altLang="en-US" sz="2800" b="1">
                <a:latin typeface="Times New Roman" panose="02020603050405020304" pitchFamily="18" charset="0"/>
              </a:rPr>
              <a:t>、正文</a:t>
            </a:r>
            <a:r>
              <a:rPr lang="en-US" altLang="zh-CN" sz="2800" b="1">
                <a:latin typeface="Times New Roman" panose="02020603050405020304" pitchFamily="18" charset="0"/>
              </a:rPr>
              <a:t>(Body)</a:t>
            </a:r>
            <a:r>
              <a:rPr lang="zh-CN" altLang="en-US" sz="2800" b="1">
                <a:latin typeface="Times New Roman" panose="02020603050405020304" pitchFamily="18" charset="0"/>
              </a:rPr>
              <a:t>和结尾</a:t>
            </a:r>
            <a:r>
              <a:rPr lang="en-US" altLang="zh-CN" sz="2800" b="1">
                <a:latin typeface="Times New Roman" panose="02020603050405020304" pitchFamily="18" charset="0"/>
              </a:rPr>
              <a:t>(Conclusion)</a:t>
            </a:r>
            <a:r>
              <a:rPr lang="zh-CN" altLang="en-US" sz="2800" b="1"/>
              <a:t>。文章的开头、正文和结尾与段落中的主题句、扩展句和结尾句基本上作用相同。因此，一篇文章在形式上是段落的扩展。</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idx="1"/>
          </p:nvPr>
        </p:nvSpPr>
        <p:spPr>
          <a:xfrm>
            <a:off x="395288" y="620713"/>
            <a:ext cx="8497887" cy="5545137"/>
          </a:xfrm>
        </p:spPr>
        <p:txBody>
          <a:bodyPr/>
          <a:lstStyle/>
          <a:p>
            <a:pPr eaLnBrk="1" hangingPunct="1">
              <a:buFontTx/>
              <a:buNone/>
            </a:pPr>
            <a:r>
              <a:rPr lang="en-US" altLang="zh-CN" b="1">
                <a:latin typeface="宋体" panose="02010600030101010101" pitchFamily="2" charset="-122"/>
              </a:rPr>
              <a:t> 1.3.1</a:t>
            </a:r>
            <a:r>
              <a:rPr lang="zh-CN" altLang="en-US" sz="2800" b="1"/>
              <a:t>文章的组成 （</a:t>
            </a:r>
            <a:r>
              <a:rPr lang="en-US" altLang="zh-CN" sz="2800" b="1">
                <a:latin typeface="Times New Roman" panose="02020603050405020304" pitchFamily="18" charset="0"/>
              </a:rPr>
              <a:t>The</a:t>
            </a:r>
            <a:r>
              <a:rPr lang="en-US" altLang="zh-CN" sz="2800" b="1"/>
              <a:t> </a:t>
            </a:r>
            <a:r>
              <a:rPr lang="en-US" altLang="zh-CN" sz="2800" b="1">
                <a:latin typeface="Times New Roman" panose="02020603050405020304" pitchFamily="18" charset="0"/>
              </a:rPr>
              <a:t>Structure of </a:t>
            </a:r>
            <a:r>
              <a:rPr lang="en-US" altLang="zh-CN" b="1">
                <a:latin typeface="Times New Roman" panose="02020603050405020304" pitchFamily="18" charset="0"/>
              </a:rPr>
              <a:t>Essay</a:t>
            </a:r>
            <a:r>
              <a:rPr lang="en-US" altLang="zh-CN" sz="2800" b="1"/>
              <a:t> </a:t>
            </a:r>
            <a:r>
              <a:rPr lang="zh-CN" altLang="en-US" sz="2800" b="1"/>
              <a:t>）</a:t>
            </a:r>
          </a:p>
          <a:p>
            <a:pPr eaLnBrk="1" hangingPunct="1">
              <a:buFontTx/>
              <a:buNone/>
            </a:pPr>
            <a:r>
              <a:rPr lang="zh-CN" altLang="en-US" sz="2800" b="1"/>
              <a:t>   文章一般由三个部分组成：开头</a:t>
            </a:r>
            <a:r>
              <a:rPr lang="en-US" altLang="zh-CN" sz="2800" b="1">
                <a:latin typeface="Times New Roman" panose="02020603050405020304" pitchFamily="18" charset="0"/>
              </a:rPr>
              <a:t>(Introduction)</a:t>
            </a:r>
            <a:r>
              <a:rPr lang="zh-CN" altLang="en-US" sz="2800" b="1">
                <a:latin typeface="Times New Roman" panose="02020603050405020304" pitchFamily="18" charset="0"/>
              </a:rPr>
              <a:t>、正文</a:t>
            </a:r>
            <a:r>
              <a:rPr lang="en-US" altLang="zh-CN" sz="2800" b="1">
                <a:latin typeface="Times New Roman" panose="02020603050405020304" pitchFamily="18" charset="0"/>
              </a:rPr>
              <a:t>(Body)</a:t>
            </a:r>
            <a:r>
              <a:rPr lang="zh-CN" altLang="en-US" sz="2800" b="1">
                <a:latin typeface="Times New Roman" panose="02020603050405020304" pitchFamily="18" charset="0"/>
              </a:rPr>
              <a:t>和结尾（</a:t>
            </a:r>
            <a:r>
              <a:rPr lang="en-US" altLang="zh-CN" sz="2800" b="1">
                <a:latin typeface="Times New Roman" panose="02020603050405020304" pitchFamily="18" charset="0"/>
              </a:rPr>
              <a:t>Conclusion</a:t>
            </a:r>
            <a:r>
              <a:rPr lang="zh-CN" altLang="en-US" sz="2800" b="1">
                <a:latin typeface="Times New Roman" panose="02020603050405020304" pitchFamily="18" charset="0"/>
              </a:rPr>
              <a:t>）。</a:t>
            </a:r>
            <a:r>
              <a:rPr lang="zh-CN" altLang="en-US" sz="2800" b="1"/>
              <a:t>开头部分主要用来引出文章的话题，列出事实，介绍现状，提出观点，使读者了解文章要谈什么问题。正文可以单独一段，也可分为若干个段落，每一段落有各自的小主题。正文用来提供具体细节，对事实、现状等进行分析，说明原因。结尾对全文进行概括、总结，提出结论性的意见、需解决的问题或解决问题的方法等。其结构与段落相似</a:t>
            </a:r>
            <a:r>
              <a:rPr lang="en-US" altLang="zh-CN" sz="2800" b="1">
                <a:latin typeface="宋体" panose="02010600030101010101" pitchFamily="2" charset="-122"/>
              </a:rPr>
              <a:t>,</a:t>
            </a:r>
            <a:r>
              <a:rPr lang="zh-CN" altLang="en-US" sz="2800" b="1">
                <a:latin typeface="宋体" panose="02010600030101010101" pitchFamily="2" charset="-122"/>
              </a:rPr>
              <a:t>短文结构图</a:t>
            </a:r>
            <a:r>
              <a:rPr lang="zh-CN" altLang="en-US" sz="2800" b="1"/>
              <a:t>如下所示：</a:t>
            </a:r>
            <a:endParaRPr lang="zh-CN" altLang="en-US" sz="2800" b="1">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64934" name="AutoShape 6"/>
          <p:cNvSpPr>
            <a:spLocks noChangeArrowheads="1"/>
          </p:cNvSpPr>
          <p:nvPr/>
        </p:nvSpPr>
        <p:spPr bwMode="auto">
          <a:xfrm>
            <a:off x="3132138" y="549275"/>
            <a:ext cx="2376487" cy="57467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Title of the Essay</a:t>
            </a:r>
          </a:p>
        </p:txBody>
      </p:sp>
      <p:sp>
        <p:nvSpPr>
          <p:cNvPr id="764938" name="AutoShape 10"/>
          <p:cNvSpPr>
            <a:spLocks noChangeArrowheads="1"/>
          </p:cNvSpPr>
          <p:nvPr/>
        </p:nvSpPr>
        <p:spPr bwMode="auto">
          <a:xfrm>
            <a:off x="323850" y="2924175"/>
            <a:ext cx="1727200" cy="935038"/>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764939" name="AutoShape 11"/>
          <p:cNvSpPr>
            <a:spLocks noChangeArrowheads="1"/>
          </p:cNvSpPr>
          <p:nvPr/>
        </p:nvSpPr>
        <p:spPr bwMode="auto">
          <a:xfrm>
            <a:off x="2916238" y="1412875"/>
            <a:ext cx="2881312" cy="1008063"/>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marL="342900" indent="-342900"/>
            <a:r>
              <a:rPr lang="en-US" altLang="zh-CN" b="1">
                <a:solidFill>
                  <a:schemeClr val="bg1"/>
                </a:solidFill>
                <a:latin typeface="Times New Roman" panose="02020603050405020304" pitchFamily="18" charset="0"/>
              </a:rPr>
              <a:t>Opening Paragraph</a:t>
            </a:r>
          </a:p>
          <a:p>
            <a:pPr marL="342900" indent="-342900">
              <a:buFontTx/>
              <a:buAutoNum type="circleNumDbPlain"/>
            </a:pPr>
            <a:r>
              <a:rPr lang="en-US" altLang="zh-CN" b="1">
                <a:solidFill>
                  <a:schemeClr val="bg1"/>
                </a:solidFill>
                <a:latin typeface="Times New Roman" panose="02020603050405020304" pitchFamily="18" charset="0"/>
              </a:rPr>
              <a:t>General statement</a:t>
            </a:r>
          </a:p>
          <a:p>
            <a:pPr marL="342900" indent="-342900">
              <a:buFontTx/>
              <a:buAutoNum type="circleNumDbPlain"/>
            </a:pPr>
            <a:r>
              <a:rPr lang="en-US" altLang="zh-CN" b="1">
                <a:solidFill>
                  <a:schemeClr val="bg1"/>
                </a:solidFill>
                <a:latin typeface="Times New Roman" panose="02020603050405020304" pitchFamily="18" charset="0"/>
              </a:rPr>
              <a:t>Thesis statement</a:t>
            </a:r>
          </a:p>
        </p:txBody>
      </p:sp>
      <p:sp>
        <p:nvSpPr>
          <p:cNvPr id="764940" name="AutoShape 12"/>
          <p:cNvSpPr>
            <a:spLocks noChangeArrowheads="1"/>
          </p:cNvSpPr>
          <p:nvPr/>
        </p:nvSpPr>
        <p:spPr bwMode="auto">
          <a:xfrm>
            <a:off x="2700338" y="4868863"/>
            <a:ext cx="3240087" cy="576262"/>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Concluding Paragraph</a:t>
            </a:r>
          </a:p>
        </p:txBody>
      </p:sp>
      <p:sp>
        <p:nvSpPr>
          <p:cNvPr id="764941" name="AutoShape 13"/>
          <p:cNvSpPr>
            <a:spLocks noChangeArrowheads="1"/>
          </p:cNvSpPr>
          <p:nvPr/>
        </p:nvSpPr>
        <p:spPr bwMode="auto">
          <a:xfrm>
            <a:off x="2339975" y="2997200"/>
            <a:ext cx="1727200" cy="935038"/>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764942" name="AutoShape 14"/>
          <p:cNvSpPr>
            <a:spLocks noChangeArrowheads="1"/>
          </p:cNvSpPr>
          <p:nvPr/>
        </p:nvSpPr>
        <p:spPr bwMode="auto">
          <a:xfrm>
            <a:off x="4356100" y="3068638"/>
            <a:ext cx="1727200" cy="935037"/>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764943" name="AutoShape 15"/>
          <p:cNvSpPr>
            <a:spLocks noChangeArrowheads="1"/>
          </p:cNvSpPr>
          <p:nvPr/>
        </p:nvSpPr>
        <p:spPr bwMode="auto">
          <a:xfrm>
            <a:off x="6372225" y="3068638"/>
            <a:ext cx="1727200" cy="935037"/>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122889" name="Line 16"/>
          <p:cNvSpPr>
            <a:spLocks noChangeShapeType="1"/>
          </p:cNvSpPr>
          <p:nvPr/>
        </p:nvSpPr>
        <p:spPr bwMode="auto">
          <a:xfrm flipH="1">
            <a:off x="1116013" y="2420938"/>
            <a:ext cx="3240087" cy="503237"/>
          </a:xfrm>
          <a:prstGeom prst="line">
            <a:avLst/>
          </a:prstGeom>
          <a:noFill/>
          <a:ln w="9525">
            <a:solidFill>
              <a:schemeClr val="tx1"/>
            </a:solidFill>
            <a:round/>
          </a:ln>
        </p:spPr>
        <p:txBody>
          <a:bodyPr/>
          <a:lstStyle/>
          <a:p>
            <a:endParaRPr lang="zh-CN" altLang="en-US"/>
          </a:p>
        </p:txBody>
      </p:sp>
      <p:sp>
        <p:nvSpPr>
          <p:cNvPr id="122890" name="Line 17"/>
          <p:cNvSpPr>
            <a:spLocks noChangeShapeType="1"/>
          </p:cNvSpPr>
          <p:nvPr/>
        </p:nvSpPr>
        <p:spPr bwMode="auto">
          <a:xfrm flipH="1">
            <a:off x="3132138" y="2420938"/>
            <a:ext cx="1152525" cy="576262"/>
          </a:xfrm>
          <a:prstGeom prst="line">
            <a:avLst/>
          </a:prstGeom>
          <a:noFill/>
          <a:ln w="9525">
            <a:solidFill>
              <a:schemeClr val="tx1"/>
            </a:solidFill>
            <a:round/>
          </a:ln>
        </p:spPr>
        <p:txBody>
          <a:bodyPr/>
          <a:lstStyle/>
          <a:p>
            <a:endParaRPr lang="zh-CN" altLang="en-US"/>
          </a:p>
        </p:txBody>
      </p:sp>
      <p:sp>
        <p:nvSpPr>
          <p:cNvPr id="122891" name="Line 18"/>
          <p:cNvSpPr>
            <a:spLocks noChangeShapeType="1"/>
          </p:cNvSpPr>
          <p:nvPr/>
        </p:nvSpPr>
        <p:spPr bwMode="auto">
          <a:xfrm>
            <a:off x="4284663" y="2420938"/>
            <a:ext cx="1079500" cy="647700"/>
          </a:xfrm>
          <a:prstGeom prst="line">
            <a:avLst/>
          </a:prstGeom>
          <a:noFill/>
          <a:ln w="9525">
            <a:solidFill>
              <a:schemeClr val="tx1"/>
            </a:solidFill>
            <a:round/>
          </a:ln>
        </p:spPr>
        <p:txBody>
          <a:bodyPr/>
          <a:lstStyle/>
          <a:p>
            <a:endParaRPr lang="zh-CN" altLang="en-US"/>
          </a:p>
        </p:txBody>
      </p:sp>
      <p:sp>
        <p:nvSpPr>
          <p:cNvPr id="122892" name="Line 19"/>
          <p:cNvSpPr>
            <a:spLocks noChangeShapeType="1"/>
          </p:cNvSpPr>
          <p:nvPr/>
        </p:nvSpPr>
        <p:spPr bwMode="auto">
          <a:xfrm>
            <a:off x="4284663" y="2420938"/>
            <a:ext cx="3024187" cy="647700"/>
          </a:xfrm>
          <a:prstGeom prst="line">
            <a:avLst/>
          </a:prstGeom>
          <a:noFill/>
          <a:ln w="9525">
            <a:solidFill>
              <a:schemeClr val="tx1"/>
            </a:solidFill>
            <a:round/>
          </a:ln>
        </p:spPr>
        <p:txBody>
          <a:bodyPr/>
          <a:lstStyle/>
          <a:p>
            <a:endParaRPr lang="zh-CN" altLang="en-US"/>
          </a:p>
        </p:txBody>
      </p:sp>
      <p:sp>
        <p:nvSpPr>
          <p:cNvPr id="122893" name="Line 20"/>
          <p:cNvSpPr>
            <a:spLocks noChangeShapeType="1"/>
          </p:cNvSpPr>
          <p:nvPr/>
        </p:nvSpPr>
        <p:spPr bwMode="auto">
          <a:xfrm>
            <a:off x="1042988" y="3860800"/>
            <a:ext cx="3241675" cy="1008063"/>
          </a:xfrm>
          <a:prstGeom prst="line">
            <a:avLst/>
          </a:prstGeom>
          <a:noFill/>
          <a:ln w="9525">
            <a:solidFill>
              <a:schemeClr val="tx1"/>
            </a:solidFill>
            <a:round/>
          </a:ln>
        </p:spPr>
        <p:txBody>
          <a:bodyPr/>
          <a:lstStyle/>
          <a:p>
            <a:endParaRPr lang="zh-CN" altLang="en-US"/>
          </a:p>
        </p:txBody>
      </p:sp>
      <p:sp>
        <p:nvSpPr>
          <p:cNvPr id="122894" name="Line 21"/>
          <p:cNvSpPr>
            <a:spLocks noChangeShapeType="1"/>
          </p:cNvSpPr>
          <p:nvPr/>
        </p:nvSpPr>
        <p:spPr bwMode="auto">
          <a:xfrm>
            <a:off x="2987675" y="3933825"/>
            <a:ext cx="1225550" cy="935038"/>
          </a:xfrm>
          <a:prstGeom prst="line">
            <a:avLst/>
          </a:prstGeom>
          <a:noFill/>
          <a:ln w="9525">
            <a:solidFill>
              <a:schemeClr val="tx1"/>
            </a:solidFill>
            <a:round/>
          </a:ln>
        </p:spPr>
        <p:txBody>
          <a:bodyPr/>
          <a:lstStyle/>
          <a:p>
            <a:endParaRPr lang="zh-CN" altLang="en-US"/>
          </a:p>
        </p:txBody>
      </p:sp>
      <p:sp>
        <p:nvSpPr>
          <p:cNvPr id="122895" name="Line 22"/>
          <p:cNvSpPr>
            <a:spLocks noChangeShapeType="1"/>
          </p:cNvSpPr>
          <p:nvPr/>
        </p:nvSpPr>
        <p:spPr bwMode="auto">
          <a:xfrm flipV="1">
            <a:off x="4211638" y="4005263"/>
            <a:ext cx="1081087" cy="863600"/>
          </a:xfrm>
          <a:prstGeom prst="line">
            <a:avLst/>
          </a:prstGeom>
          <a:noFill/>
          <a:ln w="9525">
            <a:solidFill>
              <a:schemeClr val="tx1"/>
            </a:solidFill>
            <a:round/>
          </a:ln>
        </p:spPr>
        <p:txBody>
          <a:bodyPr/>
          <a:lstStyle/>
          <a:p>
            <a:endParaRPr lang="zh-CN" altLang="en-US"/>
          </a:p>
        </p:txBody>
      </p:sp>
      <p:sp>
        <p:nvSpPr>
          <p:cNvPr id="122896" name="Line 23"/>
          <p:cNvSpPr>
            <a:spLocks noChangeShapeType="1"/>
          </p:cNvSpPr>
          <p:nvPr/>
        </p:nvSpPr>
        <p:spPr bwMode="auto">
          <a:xfrm flipV="1">
            <a:off x="4211638" y="4005263"/>
            <a:ext cx="3240087" cy="863600"/>
          </a:xfrm>
          <a:prstGeom prst="line">
            <a:avLst/>
          </a:prstGeom>
          <a:noFill/>
          <a:ln w="9525">
            <a:solidFill>
              <a:schemeClr val="tx1"/>
            </a:solidFill>
            <a:round/>
          </a:ln>
        </p:spPr>
        <p:txBody>
          <a:bodyPr/>
          <a:lstStyle/>
          <a:p>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64934"/>
                                        </p:tgtEl>
                                        <p:attrNameLst>
                                          <p:attrName>style.visibility</p:attrName>
                                        </p:attrNameLst>
                                      </p:cBhvr>
                                      <p:to>
                                        <p:strVal val="visible"/>
                                      </p:to>
                                    </p:set>
                                    <p:animEffect transition="in" filter="box(out)">
                                      <p:cBhvr>
                                        <p:cTn id="7" dur="1000"/>
                                        <p:tgtEl>
                                          <p:spTgt spid="76493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8" fill="hold">
                            <p:stCondLst>
                              <p:cond delay="1000"/>
                            </p:stCondLst>
                            <p:childTnLst>
                              <p:par>
                                <p:cTn id="9" presetID="4" presetClass="entr" presetSubtype="32" fill="hold" grpId="0" nodeType="afterEffect">
                                  <p:stCondLst>
                                    <p:cond delay="0"/>
                                  </p:stCondLst>
                                  <p:childTnLst>
                                    <p:set>
                                      <p:cBhvr>
                                        <p:cTn id="10" dur="1" fill="hold">
                                          <p:stCondLst>
                                            <p:cond delay="0"/>
                                          </p:stCondLst>
                                        </p:cTn>
                                        <p:tgtEl>
                                          <p:spTgt spid="764938"/>
                                        </p:tgtEl>
                                        <p:attrNameLst>
                                          <p:attrName>style.visibility</p:attrName>
                                        </p:attrNameLst>
                                      </p:cBhvr>
                                      <p:to>
                                        <p:strVal val="visible"/>
                                      </p:to>
                                    </p:set>
                                    <p:animEffect transition="in" filter="box(out)">
                                      <p:cBhvr>
                                        <p:cTn id="11" dur="1000"/>
                                        <p:tgtEl>
                                          <p:spTgt spid="764938"/>
                                        </p:tgtEl>
                                      </p:cBhvr>
                                    </p:animEffect>
                                  </p:childTnLst>
                                  <p:subTnLst>
                                    <p:audio>
                                      <p:cMediaNode>
                                        <p:cTn display="0" masterRel="sameClick">
                                          <p:stCondLst>
                                            <p:cond evt="begin" delay="0">
                                              <p:tn val="9"/>
                                            </p:cond>
                                          </p:stCondLst>
                                          <p:endCondLst>
                                            <p:cond evt="onStopAudio" delay="0">
                                              <p:tgtEl>
                                                <p:sldTgt/>
                                              </p:tgtEl>
                                            </p:cond>
                                          </p:endCondLst>
                                        </p:cTn>
                                        <p:tgtEl>
                                          <p:sndTgt r:embed="rId2" name="chimes.wav"/>
                                        </p:tgtEl>
                                      </p:cMediaNode>
                                    </p:audio>
                                  </p:subTnLst>
                                </p:cTn>
                              </p:par>
                            </p:childTnLst>
                          </p:cTn>
                        </p:par>
                        <p:par>
                          <p:cTn id="12" fill="hold">
                            <p:stCondLst>
                              <p:cond delay="2000"/>
                            </p:stCondLst>
                            <p:childTnLst>
                              <p:par>
                                <p:cTn id="13" presetID="4" presetClass="entr" presetSubtype="32" fill="hold" grpId="0" nodeType="afterEffect">
                                  <p:stCondLst>
                                    <p:cond delay="0"/>
                                  </p:stCondLst>
                                  <p:childTnLst>
                                    <p:set>
                                      <p:cBhvr>
                                        <p:cTn id="14" dur="1" fill="hold">
                                          <p:stCondLst>
                                            <p:cond delay="0"/>
                                          </p:stCondLst>
                                        </p:cTn>
                                        <p:tgtEl>
                                          <p:spTgt spid="764939"/>
                                        </p:tgtEl>
                                        <p:attrNameLst>
                                          <p:attrName>style.visibility</p:attrName>
                                        </p:attrNameLst>
                                      </p:cBhvr>
                                      <p:to>
                                        <p:strVal val="visible"/>
                                      </p:to>
                                    </p:set>
                                    <p:animEffect transition="in" filter="box(out)">
                                      <p:cBhvr>
                                        <p:cTn id="15" dur="1000"/>
                                        <p:tgtEl>
                                          <p:spTgt spid="764939"/>
                                        </p:tgtEl>
                                      </p:cBhvr>
                                    </p:animEffect>
                                  </p:childTnLst>
                                  <p:subTnLst>
                                    <p:audio>
                                      <p:cMediaNode>
                                        <p:cTn display="0" masterRel="sameClick">
                                          <p:stCondLst>
                                            <p:cond evt="begin" delay="0">
                                              <p:tn val="13"/>
                                            </p:cond>
                                          </p:stCondLst>
                                          <p:endCondLst>
                                            <p:cond evt="onStopAudio" delay="0">
                                              <p:tgtEl>
                                                <p:sldTgt/>
                                              </p:tgtEl>
                                            </p:cond>
                                          </p:endCondLst>
                                        </p:cTn>
                                        <p:tgtEl>
                                          <p:sndTgt r:embed="rId2" name="chimes.wav"/>
                                        </p:tgtEl>
                                      </p:cMediaNode>
                                    </p:audio>
                                  </p:subTnLst>
                                </p:cTn>
                              </p:par>
                            </p:childTnLst>
                          </p:cTn>
                        </p:par>
                        <p:par>
                          <p:cTn id="16" fill="hold">
                            <p:stCondLst>
                              <p:cond delay="3000"/>
                            </p:stCondLst>
                            <p:childTnLst>
                              <p:par>
                                <p:cTn id="17" presetID="4" presetClass="entr" presetSubtype="32" fill="hold" grpId="0" nodeType="afterEffect">
                                  <p:stCondLst>
                                    <p:cond delay="0"/>
                                  </p:stCondLst>
                                  <p:childTnLst>
                                    <p:set>
                                      <p:cBhvr>
                                        <p:cTn id="18" dur="1" fill="hold">
                                          <p:stCondLst>
                                            <p:cond delay="0"/>
                                          </p:stCondLst>
                                        </p:cTn>
                                        <p:tgtEl>
                                          <p:spTgt spid="764940"/>
                                        </p:tgtEl>
                                        <p:attrNameLst>
                                          <p:attrName>style.visibility</p:attrName>
                                        </p:attrNameLst>
                                      </p:cBhvr>
                                      <p:to>
                                        <p:strVal val="visible"/>
                                      </p:to>
                                    </p:set>
                                    <p:animEffect transition="in" filter="box(out)">
                                      <p:cBhvr>
                                        <p:cTn id="19" dur="1000"/>
                                        <p:tgtEl>
                                          <p:spTgt spid="764940"/>
                                        </p:tgtEl>
                                      </p:cBhvr>
                                    </p:animEffect>
                                  </p:childTnLst>
                                  <p:subTnLst>
                                    <p:audio>
                                      <p:cMediaNode>
                                        <p:cTn display="0" masterRel="sameClick">
                                          <p:stCondLst>
                                            <p:cond evt="begin" delay="0">
                                              <p:tn val="17"/>
                                            </p:cond>
                                          </p:stCondLst>
                                          <p:endCondLst>
                                            <p:cond evt="onStopAudio" delay="0">
                                              <p:tgtEl>
                                                <p:sldTgt/>
                                              </p:tgtEl>
                                            </p:cond>
                                          </p:endCondLst>
                                        </p:cTn>
                                        <p:tgtEl>
                                          <p:sndTgt r:embed="rId2" name="chimes.wav"/>
                                        </p:tgtEl>
                                      </p:cMediaNode>
                                    </p:audio>
                                  </p:subTnLst>
                                </p:cTn>
                              </p:par>
                            </p:childTnLst>
                          </p:cTn>
                        </p:par>
                        <p:par>
                          <p:cTn id="20" fill="hold">
                            <p:stCondLst>
                              <p:cond delay="4000"/>
                            </p:stCondLst>
                            <p:childTnLst>
                              <p:par>
                                <p:cTn id="21" presetID="4" presetClass="entr" presetSubtype="32" fill="hold" grpId="0" nodeType="afterEffect">
                                  <p:stCondLst>
                                    <p:cond delay="0"/>
                                  </p:stCondLst>
                                  <p:childTnLst>
                                    <p:set>
                                      <p:cBhvr>
                                        <p:cTn id="22" dur="1" fill="hold">
                                          <p:stCondLst>
                                            <p:cond delay="0"/>
                                          </p:stCondLst>
                                        </p:cTn>
                                        <p:tgtEl>
                                          <p:spTgt spid="764941"/>
                                        </p:tgtEl>
                                        <p:attrNameLst>
                                          <p:attrName>style.visibility</p:attrName>
                                        </p:attrNameLst>
                                      </p:cBhvr>
                                      <p:to>
                                        <p:strVal val="visible"/>
                                      </p:to>
                                    </p:set>
                                    <p:animEffect transition="in" filter="box(out)">
                                      <p:cBhvr>
                                        <p:cTn id="23" dur="1000"/>
                                        <p:tgtEl>
                                          <p:spTgt spid="764941"/>
                                        </p:tgtEl>
                                      </p:cBhvr>
                                    </p:animEffect>
                                  </p:childTnLst>
                                  <p:subTnLst>
                                    <p:audio>
                                      <p:cMediaNode>
                                        <p:cTn display="0" masterRel="sameClick">
                                          <p:stCondLst>
                                            <p:cond evt="begin" delay="0">
                                              <p:tn val="21"/>
                                            </p:cond>
                                          </p:stCondLst>
                                          <p:endCondLst>
                                            <p:cond evt="onStopAudio" delay="0">
                                              <p:tgtEl>
                                                <p:sldTgt/>
                                              </p:tgtEl>
                                            </p:cond>
                                          </p:endCondLst>
                                        </p:cTn>
                                        <p:tgtEl>
                                          <p:sndTgt r:embed="rId2" name="chimes.wav"/>
                                        </p:tgtEl>
                                      </p:cMediaNode>
                                    </p:audio>
                                  </p:subTnLst>
                                </p:cTn>
                              </p:par>
                            </p:childTnLst>
                          </p:cTn>
                        </p:par>
                        <p:par>
                          <p:cTn id="24" fill="hold">
                            <p:stCondLst>
                              <p:cond delay="5000"/>
                            </p:stCondLst>
                            <p:childTnLst>
                              <p:par>
                                <p:cTn id="25" presetID="4" presetClass="entr" presetSubtype="32" fill="hold" grpId="0" nodeType="afterEffect">
                                  <p:stCondLst>
                                    <p:cond delay="0"/>
                                  </p:stCondLst>
                                  <p:childTnLst>
                                    <p:set>
                                      <p:cBhvr>
                                        <p:cTn id="26" dur="1" fill="hold">
                                          <p:stCondLst>
                                            <p:cond delay="0"/>
                                          </p:stCondLst>
                                        </p:cTn>
                                        <p:tgtEl>
                                          <p:spTgt spid="764942"/>
                                        </p:tgtEl>
                                        <p:attrNameLst>
                                          <p:attrName>style.visibility</p:attrName>
                                        </p:attrNameLst>
                                      </p:cBhvr>
                                      <p:to>
                                        <p:strVal val="visible"/>
                                      </p:to>
                                    </p:set>
                                    <p:animEffect transition="in" filter="box(out)">
                                      <p:cBhvr>
                                        <p:cTn id="27" dur="1000"/>
                                        <p:tgtEl>
                                          <p:spTgt spid="764942"/>
                                        </p:tgtEl>
                                      </p:cBhvr>
                                    </p:animEffect>
                                  </p:childTnLst>
                                  <p:subTnLst>
                                    <p:audio>
                                      <p:cMediaNode>
                                        <p:cTn display="0" masterRel="sameClick">
                                          <p:stCondLst>
                                            <p:cond evt="begin" delay="0">
                                              <p:tn val="25"/>
                                            </p:cond>
                                          </p:stCondLst>
                                          <p:endCondLst>
                                            <p:cond evt="onStopAudio" delay="0">
                                              <p:tgtEl>
                                                <p:sldTgt/>
                                              </p:tgtEl>
                                            </p:cond>
                                          </p:endCondLst>
                                        </p:cTn>
                                        <p:tgtEl>
                                          <p:sndTgt r:embed="rId2" name="chimes.wav"/>
                                        </p:tgtEl>
                                      </p:cMediaNode>
                                    </p:audio>
                                  </p:subTnLst>
                                </p:cTn>
                              </p:par>
                            </p:childTnLst>
                          </p:cTn>
                        </p:par>
                        <p:par>
                          <p:cTn id="28" fill="hold">
                            <p:stCondLst>
                              <p:cond delay="6000"/>
                            </p:stCondLst>
                            <p:childTnLst>
                              <p:par>
                                <p:cTn id="29" presetID="4" presetClass="entr" presetSubtype="32" fill="hold" grpId="0" nodeType="afterEffect">
                                  <p:stCondLst>
                                    <p:cond delay="0"/>
                                  </p:stCondLst>
                                  <p:childTnLst>
                                    <p:set>
                                      <p:cBhvr>
                                        <p:cTn id="30" dur="1" fill="hold">
                                          <p:stCondLst>
                                            <p:cond delay="0"/>
                                          </p:stCondLst>
                                        </p:cTn>
                                        <p:tgtEl>
                                          <p:spTgt spid="764943"/>
                                        </p:tgtEl>
                                        <p:attrNameLst>
                                          <p:attrName>style.visibility</p:attrName>
                                        </p:attrNameLst>
                                      </p:cBhvr>
                                      <p:to>
                                        <p:strVal val="visible"/>
                                      </p:to>
                                    </p:set>
                                    <p:animEffect transition="in" filter="box(out)">
                                      <p:cBhvr>
                                        <p:cTn id="31" dur="1000"/>
                                        <p:tgtEl>
                                          <p:spTgt spid="764943"/>
                                        </p:tgtEl>
                                      </p:cBhvr>
                                    </p:animEffect>
                                  </p:childTnLst>
                                  <p:subTnLst>
                                    <p:audio>
                                      <p:cMediaNode>
                                        <p:cTn display="0" masterRel="sameClick">
                                          <p:stCondLst>
                                            <p:cond evt="begin" delay="0">
                                              <p:tn val="2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4" grpId="0" animBg="1"/>
      <p:bldP spid="764938" grpId="0" animBg="1"/>
      <p:bldP spid="764939" grpId="0" animBg="1"/>
      <p:bldP spid="764940" grpId="0" animBg="1"/>
      <p:bldP spid="764941" grpId="0" animBg="1"/>
      <p:bldP spid="764942" grpId="0" animBg="1"/>
      <p:bldP spid="76494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idx="1"/>
          </p:nvPr>
        </p:nvSpPr>
        <p:spPr>
          <a:xfrm>
            <a:off x="179388" y="188913"/>
            <a:ext cx="8280400" cy="5400675"/>
          </a:xfrm>
        </p:spPr>
        <p:txBody>
          <a:bodyPr/>
          <a:lstStyle/>
          <a:p>
            <a:pPr marL="457200" indent="-457200" eaLnBrk="1" hangingPunct="1">
              <a:lnSpc>
                <a:spcPct val="90000"/>
              </a:lnSpc>
              <a:buFontTx/>
              <a:buNone/>
              <a:tabLst>
                <a:tab pos="2159000" algn="l"/>
              </a:tabLst>
            </a:pPr>
            <a:r>
              <a:rPr lang="en-US" altLang="zh-CN" sz="3600" dirty="0">
                <a:latin typeface="楷体_GB2312" pitchFamily="49" charset="-122"/>
                <a:ea typeface="楷体_GB2312" pitchFamily="49" charset="-122"/>
              </a:rPr>
              <a:t> </a:t>
            </a:r>
          </a:p>
          <a:p>
            <a:pPr marL="457200" indent="-457200" eaLnBrk="1" hangingPunct="1">
              <a:lnSpc>
                <a:spcPct val="90000"/>
              </a:lnSpc>
              <a:buFontTx/>
              <a:buNone/>
              <a:tabLst>
                <a:tab pos="2159000" algn="l"/>
              </a:tabLst>
            </a:pPr>
            <a:r>
              <a:rPr lang="en-US" altLang="zh-CN" sz="2800" b="1" dirty="0">
                <a:latin typeface="宋体" panose="02010600030101010101" pitchFamily="2" charset="-122"/>
              </a:rPr>
              <a:t>1.3.2 </a:t>
            </a:r>
            <a:r>
              <a:rPr lang="zh-CN" altLang="en-US" sz="2800" b="1" dirty="0">
                <a:latin typeface="宋体" panose="02010600030101010101" pitchFamily="2" charset="-122"/>
              </a:rPr>
              <a:t>文章的基本写作 </a:t>
            </a:r>
          </a:p>
          <a:p>
            <a:pPr marL="457200" indent="-457200" eaLnBrk="1" hangingPunct="1">
              <a:lnSpc>
                <a:spcPct val="90000"/>
              </a:lnSpc>
              <a:buFontTx/>
              <a:buNone/>
              <a:tabLst>
                <a:tab pos="2159000" algn="l"/>
              </a:tabLst>
            </a:pPr>
            <a:r>
              <a:rPr lang="zh-CN" altLang="en-US" sz="2800" b="1" dirty="0">
                <a:latin typeface="Times New Roman" panose="02020603050405020304" pitchFamily="18" charset="0"/>
              </a:rPr>
              <a:t>    （ </a:t>
            </a:r>
            <a:r>
              <a:rPr lang="en-US" altLang="zh-CN" sz="2800" b="1" dirty="0">
                <a:latin typeface="Times New Roman" panose="02020603050405020304" pitchFamily="18" charset="0"/>
              </a:rPr>
              <a:t>Basic Skills of Essay Writing </a:t>
            </a:r>
            <a:r>
              <a:rPr lang="zh-CN" altLang="en-US" sz="2800" b="1" dirty="0">
                <a:latin typeface="Times New Roman" panose="02020603050405020304" pitchFamily="18" charset="0"/>
              </a:rPr>
              <a:t>）</a:t>
            </a:r>
          </a:p>
          <a:p>
            <a:pPr marL="457200" indent="-457200" eaLnBrk="1" hangingPunct="1">
              <a:lnSpc>
                <a:spcPct val="90000"/>
              </a:lnSpc>
              <a:buFontTx/>
              <a:buNone/>
              <a:tabLst>
                <a:tab pos="2159000" algn="l"/>
              </a:tabLst>
            </a:pPr>
            <a:r>
              <a:rPr lang="zh-CN" altLang="en-US" b="1" dirty="0">
                <a:latin typeface="楷体_GB2312" pitchFamily="49" charset="-122"/>
                <a:ea typeface="楷体_GB2312" pitchFamily="49" charset="-122"/>
              </a:rPr>
              <a:t>  </a:t>
            </a:r>
          </a:p>
          <a:p>
            <a:pPr marL="457200" indent="-457200" eaLnBrk="1" hangingPunct="1">
              <a:lnSpc>
                <a:spcPct val="90000"/>
              </a:lnSpc>
              <a:buFontTx/>
              <a:buNone/>
              <a:tabLst>
                <a:tab pos="2159000" algn="l"/>
              </a:tabLst>
            </a:pPr>
            <a:r>
              <a:rPr lang="en-US" altLang="zh-CN" b="1" dirty="0">
                <a:latin typeface="楷体_GB2312" pitchFamily="49" charset="-122"/>
                <a:ea typeface="楷体_GB2312" pitchFamily="49" charset="-122"/>
              </a:rPr>
              <a:t>1.</a:t>
            </a:r>
            <a:r>
              <a:rPr lang="zh-CN" altLang="en-US" sz="2800" b="1" dirty="0">
                <a:latin typeface="宋体" panose="02010600030101010101" pitchFamily="2" charset="-122"/>
              </a:rPr>
              <a:t>开头段</a:t>
            </a:r>
            <a:r>
              <a:rPr lang="en-US" altLang="zh-CN" sz="2800" b="1" dirty="0">
                <a:latin typeface="Times New Roman" panose="02020603050405020304" pitchFamily="18" charset="0"/>
                <a:ea typeface="楷体_GB2312" pitchFamily="49" charset="-122"/>
              </a:rPr>
              <a:t>(Opening paragraph)</a:t>
            </a:r>
            <a:r>
              <a:rPr lang="en-US" altLang="zh-CN" b="1" dirty="0">
                <a:latin typeface="楷体_GB2312" pitchFamily="49" charset="-122"/>
                <a:ea typeface="楷体_GB2312" pitchFamily="49" charset="-122"/>
              </a:rPr>
              <a:t> </a:t>
            </a:r>
          </a:p>
          <a:p>
            <a:pPr marL="457200" indent="-457200" eaLnBrk="1" hangingPunct="1">
              <a:lnSpc>
                <a:spcPct val="90000"/>
              </a:lnSpc>
              <a:buFontTx/>
              <a:buNone/>
              <a:tabLst>
                <a:tab pos="2159000" algn="l"/>
              </a:tabLst>
            </a:pPr>
            <a:r>
              <a:rPr lang="en-US" altLang="zh-CN" sz="2400" b="1" dirty="0"/>
              <a:t>	     </a:t>
            </a:r>
            <a:r>
              <a:rPr lang="zh-CN" altLang="en-US" sz="2400" b="1" dirty="0">
                <a:ea typeface="楷体_GB2312" pitchFamily="49" charset="-122"/>
              </a:rPr>
              <a:t>开头段的功能</a:t>
            </a:r>
            <a:endParaRPr lang="en-US" altLang="zh-CN" sz="2400" b="1" dirty="0">
              <a:ea typeface="楷体_GB2312" pitchFamily="49" charset="-122"/>
            </a:endParaRPr>
          </a:p>
          <a:p>
            <a:pPr marL="457200" indent="-457200" eaLnBrk="1" hangingPunct="1">
              <a:lnSpc>
                <a:spcPct val="90000"/>
              </a:lnSpc>
              <a:buFontTx/>
              <a:buNone/>
              <a:tabLst>
                <a:tab pos="2159000" algn="l"/>
              </a:tabLst>
            </a:pPr>
            <a:r>
              <a:rPr lang="en-US" altLang="zh-CN" sz="2400" b="1" dirty="0">
                <a:ea typeface="楷体_GB2312" pitchFamily="49" charset="-122"/>
              </a:rPr>
              <a:t>1.</a:t>
            </a:r>
            <a:r>
              <a:rPr lang="zh-CN" altLang="en-US" sz="2400" b="1">
                <a:ea typeface="楷体_GB2312" pitchFamily="49" charset="-122"/>
              </a:rPr>
              <a:t>引题</a:t>
            </a:r>
            <a:endParaRPr lang="en-US" altLang="zh-CN" sz="2400" b="1" dirty="0">
              <a:ea typeface="楷体_GB2312" pitchFamily="49" charset="-122"/>
            </a:endParaRPr>
          </a:p>
          <a:p>
            <a:pPr marL="457200" indent="-457200" eaLnBrk="1" hangingPunct="1">
              <a:lnSpc>
                <a:spcPct val="90000"/>
              </a:lnSpc>
              <a:buFontTx/>
              <a:buNone/>
              <a:tabLst>
                <a:tab pos="2159000" algn="l"/>
              </a:tabLst>
            </a:pPr>
            <a:r>
              <a:rPr lang="en-US" altLang="zh-CN" sz="2400" b="1" dirty="0">
                <a:ea typeface="楷体_GB2312" pitchFamily="49" charset="-122"/>
              </a:rPr>
              <a:t>2.</a:t>
            </a:r>
            <a:r>
              <a:rPr lang="zh-CN" altLang="en-US" sz="2400" b="1" dirty="0">
                <a:ea typeface="楷体_GB2312" pitchFamily="49" charset="-122"/>
              </a:rPr>
              <a:t>确定目标读者群和写作立场角度</a:t>
            </a:r>
            <a:endParaRPr lang="en-US" altLang="zh-CN" sz="2400" b="1" dirty="0">
              <a:ea typeface="楷体_GB2312" pitchFamily="49" charset="-122"/>
            </a:endParaRPr>
          </a:p>
          <a:p>
            <a:pPr marL="457200" indent="-457200" eaLnBrk="1" hangingPunct="1">
              <a:lnSpc>
                <a:spcPct val="90000"/>
              </a:lnSpc>
              <a:buFontTx/>
              <a:buNone/>
              <a:tabLst>
                <a:tab pos="2159000" algn="l"/>
              </a:tabLst>
            </a:pP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界定题目范围</a:t>
            </a:r>
            <a:endParaRPr lang="en-US" altLang="zh-CN" sz="2400" b="1" dirty="0">
              <a:latin typeface="楷体_GB2312" pitchFamily="49" charset="-122"/>
              <a:ea typeface="楷体_GB2312" pitchFamily="49" charset="-122"/>
            </a:endParaRPr>
          </a:p>
          <a:p>
            <a:pPr marL="457200" indent="-457200" eaLnBrk="1" hangingPunct="1">
              <a:lnSpc>
                <a:spcPct val="90000"/>
              </a:lnSpc>
              <a:buFontTx/>
              <a:buNone/>
              <a:tabLst>
                <a:tab pos="2159000" algn="l"/>
              </a:tabLst>
            </a:pP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告诉读者本文主旨，并写出文章主题句</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611560" y="476672"/>
            <a:ext cx="8280920" cy="6381328"/>
          </a:xfrm>
        </p:spPr>
        <p:txBody>
          <a:bodyPr/>
          <a:lstStyle/>
          <a:p>
            <a:r>
              <a:rPr lang="en-US" altLang="zh-CN" sz="2400" dirty="0"/>
              <a:t>(1)</a:t>
            </a:r>
            <a:r>
              <a:rPr lang="zh-CN" altLang="en-US" sz="2400" dirty="0"/>
              <a:t>开头的写法 </a:t>
            </a:r>
            <a:br>
              <a:rPr lang="zh-CN" altLang="en-US" sz="2400" dirty="0"/>
            </a:br>
            <a:r>
              <a:rPr lang="zh-CN" altLang="en-US" sz="2400" dirty="0"/>
              <a:t>　　①主题句法，既开门见山，直接点出主题或亮出自己的观点。如： </a:t>
            </a:r>
            <a:br>
              <a:rPr lang="zh-CN" altLang="en-US" sz="2400" dirty="0"/>
            </a:br>
            <a:r>
              <a:rPr lang="zh-CN" altLang="en-US" sz="2400" dirty="0"/>
              <a:t>　　</a:t>
            </a:r>
            <a:r>
              <a:rPr lang="en-US" altLang="zh-CN" sz="2400" dirty="0"/>
              <a:t>As the pace of life continues to increase, we are losing the art of relaxation. Once you are in the habit of rushing through life, being on the go from morning till night, it is hard to slow down. But relaxation is essential for a healthy mind and body. </a:t>
            </a:r>
            <a:br>
              <a:rPr lang="en-US" altLang="zh-CN" sz="2400" dirty="0"/>
            </a:br>
            <a:r>
              <a:rPr lang="zh-CN" altLang="en-US" sz="2400" dirty="0"/>
              <a:t>　　②问题法：用问题来引出文章内容。 </a:t>
            </a:r>
            <a:br>
              <a:rPr lang="zh-CN" altLang="en-US" sz="2400" dirty="0"/>
            </a:br>
            <a:r>
              <a:rPr lang="zh-CN" altLang="en-US" sz="2400" dirty="0"/>
              <a:t>　　③数据法：引用一句证实的数据来提出问题。 </a:t>
            </a:r>
            <a:br>
              <a:rPr lang="zh-CN" altLang="en-US" sz="2400" dirty="0"/>
            </a:br>
            <a:r>
              <a:rPr lang="zh-CN" altLang="en-US" sz="2400" dirty="0"/>
              <a:t>　　④引语法：引用名言或常见的习语、谚语等作文为文章的开头。 </a:t>
            </a:r>
            <a:br>
              <a:rPr lang="zh-CN" altLang="en-US" sz="2400" dirty="0"/>
            </a:br>
            <a:r>
              <a:rPr lang="zh-CN" altLang="en-US" sz="2400" dirty="0"/>
              <a:t>　　⑤对立法：先引出人们对某一问题的不同看法，然后提出自已的看法。</a:t>
            </a:r>
            <a:endParaRPr lang="en-US" altLang="zh-CN" sz="2400" dirty="0"/>
          </a:p>
          <a:p>
            <a:r>
              <a:rPr lang="en-US" altLang="zh-CN" sz="2400"/>
              <a:t>          ⑥</a:t>
            </a:r>
            <a:r>
              <a:rPr lang="zh-CN" altLang="en-US" sz="2400"/>
              <a:t>社会</a:t>
            </a:r>
            <a:r>
              <a:rPr lang="zh-CN" altLang="en-US" sz="2400" dirty="0"/>
              <a:t>热点新闻 </a:t>
            </a:r>
          </a:p>
        </p:txBody>
      </p:sp>
    </p:spTree>
  </p:cSld>
  <p:clrMapOvr>
    <a:masterClrMapping/>
  </p:clrMapOvr>
  <p:transition>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a:xfrm>
            <a:off x="611188" y="765175"/>
            <a:ext cx="7770812" cy="4895850"/>
          </a:xfrm>
        </p:spPr>
        <p:txBody>
          <a:bodyPr/>
          <a:lstStyle/>
          <a:p>
            <a:pPr eaLnBrk="1" hangingPunct="1">
              <a:lnSpc>
                <a:spcPct val="90000"/>
              </a:lnSpc>
              <a:buFontTx/>
              <a:buNone/>
            </a:pPr>
            <a:r>
              <a:rPr lang="en-US" altLang="zh-CN" sz="2800" b="1">
                <a:latin typeface="宋体" panose="02010600030101010101" pitchFamily="2" charset="-122"/>
              </a:rPr>
              <a:t>2.</a:t>
            </a:r>
            <a:r>
              <a:rPr lang="zh-CN" altLang="en-US" sz="2800" b="1">
                <a:latin typeface="宋体" panose="02010600030101010101" pitchFamily="2" charset="-122"/>
              </a:rPr>
              <a:t>结尾段</a:t>
            </a:r>
            <a:r>
              <a:rPr lang="en-US" altLang="zh-CN" sz="2800" b="1">
                <a:latin typeface="Times New Roman" panose="02020603050405020304" pitchFamily="18" charset="0"/>
                <a:ea typeface="楷体_GB2312" pitchFamily="49" charset="-122"/>
              </a:rPr>
              <a:t>(Concluding Paragraph)</a:t>
            </a:r>
          </a:p>
          <a:p>
            <a:pPr algn="ctr" eaLnBrk="1" hangingPunct="1">
              <a:lnSpc>
                <a:spcPct val="90000"/>
              </a:lnSpc>
              <a:buFontTx/>
              <a:buNone/>
            </a:pPr>
            <a:r>
              <a:rPr lang="en-US" altLang="zh-CN" sz="2400" b="1"/>
              <a:t>      </a:t>
            </a:r>
          </a:p>
          <a:p>
            <a:pPr eaLnBrk="1" hangingPunct="1">
              <a:lnSpc>
                <a:spcPct val="90000"/>
              </a:lnSpc>
              <a:buFontTx/>
              <a:buNone/>
            </a:pPr>
            <a:r>
              <a:rPr lang="en-US" altLang="zh-CN" sz="2400" b="1"/>
              <a:t>       </a:t>
            </a:r>
            <a:r>
              <a:rPr lang="zh-CN" altLang="en-US" sz="2400" b="1">
                <a:latin typeface="楷体_GB2312" pitchFamily="49" charset="-122"/>
                <a:ea typeface="楷体_GB2312" pitchFamily="49" charset="-122"/>
              </a:rPr>
              <a:t>做任何事情都讲究善始善终，写文章也是一样，既要有一个好的开头，也要有一个好的结尾。好的开头能从一开始便引起读者对文章的兴趣、吸引住读者的注意力。好的结尾能使读者对文章的内容留下深刻印象。文章的结尾与文章的开头一样写法很多，但常见的结尾段写法有以下几种。</a:t>
            </a:r>
          </a:p>
          <a:p>
            <a:pPr eaLnBrk="1" hangingPunct="1">
              <a:lnSpc>
                <a:spcPct val="90000"/>
              </a:lnSpc>
              <a:buFontTx/>
              <a:buNone/>
            </a:pPr>
            <a:endParaRPr lang="zh-CN" altLang="en-US" sz="2400" b="1">
              <a:latin typeface="楷体_GB2312" pitchFamily="49" charset="-122"/>
              <a:ea typeface="楷体_GB2312" pitchFamily="49" charset="-122"/>
            </a:endParaRPr>
          </a:p>
          <a:p>
            <a:pPr eaLnBrk="1" hangingPunct="1">
              <a:lnSpc>
                <a:spcPct val="90000"/>
              </a:lnSpc>
              <a:buFontTx/>
              <a:buNone/>
            </a:pPr>
            <a:r>
              <a:rPr lang="zh-CN" altLang="en-US" sz="2400" b="1">
                <a:latin typeface="楷体_GB2312" pitchFamily="49" charset="-122"/>
                <a:ea typeface="楷体_GB2312" pitchFamily="49" charset="-122"/>
              </a:rPr>
              <a:t>（</a:t>
            </a:r>
            <a:r>
              <a:rPr lang="en-US" altLang="zh-CN" sz="2400" b="1">
                <a:latin typeface="楷体_GB2312" pitchFamily="49" charset="-122"/>
                <a:ea typeface="楷体_GB2312" pitchFamily="49" charset="-122"/>
              </a:rPr>
              <a:t>1</a:t>
            </a:r>
            <a:r>
              <a:rPr lang="zh-CN" altLang="en-US" sz="2400" b="1">
                <a:latin typeface="楷体_GB2312" pitchFamily="49" charset="-122"/>
                <a:ea typeface="楷体_GB2312" pitchFamily="49" charset="-122"/>
              </a:rPr>
              <a:t>）总结全篇：总结、概括全文的内容，提出带有结论</a:t>
            </a:r>
          </a:p>
          <a:p>
            <a:pPr eaLnBrk="1" hangingPunct="1">
              <a:lnSpc>
                <a:spcPct val="90000"/>
              </a:lnSpc>
              <a:buFontTx/>
              <a:buNone/>
            </a:pPr>
            <a:r>
              <a:rPr lang="zh-CN" altLang="en-US" sz="2400" b="1">
                <a:latin typeface="楷体_GB2312" pitchFamily="49" charset="-122"/>
                <a:ea typeface="楷体_GB2312" pitchFamily="49" charset="-122"/>
              </a:rPr>
              <a:t>   性的意见，进一步肯定文章的中心思想或作者观点。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922114"/>
          </a:xfrm>
        </p:spPr>
        <p:txBody>
          <a:bodyPr/>
          <a:lstStyle/>
          <a:p>
            <a:r>
              <a:rPr lang="zh-CN" altLang="en-US" dirty="0"/>
              <a:t>篇章中的过渡句</a:t>
            </a:r>
          </a:p>
        </p:txBody>
      </p:sp>
      <p:sp>
        <p:nvSpPr>
          <p:cNvPr id="3" name="内容占位符 2"/>
          <p:cNvSpPr>
            <a:spLocks noGrp="1"/>
          </p:cNvSpPr>
          <p:nvPr>
            <p:ph idx="1"/>
          </p:nvPr>
        </p:nvSpPr>
        <p:spPr>
          <a:xfrm>
            <a:off x="683568" y="1052736"/>
            <a:ext cx="8280920" cy="5544616"/>
          </a:xfrm>
        </p:spPr>
        <p:txBody>
          <a:bodyPr/>
          <a:lstStyle/>
          <a:p>
            <a:r>
              <a:rPr lang="zh-CN" altLang="en-US" sz="2800" dirty="0"/>
              <a:t>用于过渡的句式</a:t>
            </a:r>
            <a:br>
              <a:rPr lang="zh-CN" altLang="en-US" sz="2800" dirty="0"/>
            </a:br>
            <a:r>
              <a:rPr lang="zh-CN" altLang="en-US" sz="2800" dirty="0"/>
              <a:t>　　</a:t>
            </a:r>
            <a:r>
              <a:rPr lang="en-US" altLang="zh-CN" sz="2800" dirty="0"/>
              <a:t>1. Although lots of people follow the fashion/trend, I still set my heart on…</a:t>
            </a:r>
            <a:br>
              <a:rPr lang="en-US" altLang="zh-CN" sz="2800" dirty="0"/>
            </a:br>
            <a:r>
              <a:rPr lang="zh-CN" altLang="en-US" sz="2800" dirty="0"/>
              <a:t>　　例句：</a:t>
            </a:r>
            <a:r>
              <a:rPr lang="en-US" altLang="zh-CN" sz="2800" dirty="0"/>
              <a:t>Although lots of people follow the fashion, I still set my heart on its negative effect on our society.</a:t>
            </a:r>
            <a:br>
              <a:rPr lang="en-US" altLang="zh-CN" sz="2800" dirty="0"/>
            </a:br>
            <a:r>
              <a:rPr lang="zh-CN" altLang="en-US" sz="2800" dirty="0"/>
              <a:t>　　</a:t>
            </a:r>
            <a:r>
              <a:rPr lang="en-US" altLang="zh-CN" sz="2800" dirty="0"/>
              <a:t>2. For one thing… For another…As a third benefit/disadvantage…</a:t>
            </a:r>
            <a:br>
              <a:rPr lang="en-US" altLang="zh-CN" sz="2800" dirty="0"/>
            </a:br>
            <a:r>
              <a:rPr lang="zh-CN" altLang="en-US" sz="2800" dirty="0"/>
              <a:t>　　</a:t>
            </a:r>
          </a:p>
        </p:txBody>
      </p:sp>
    </p:spTree>
  </p:cSld>
  <p:clrMapOvr>
    <a:masterClrMapping/>
  </p:clrMapOvr>
  <p:transition>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18058"/>
          </a:xfrm>
        </p:spPr>
        <p:txBody>
          <a:bodyPr/>
          <a:lstStyle/>
          <a:p>
            <a:r>
              <a:rPr lang="en-US" altLang="zh-CN" dirty="0"/>
              <a:t> </a:t>
            </a:r>
            <a:endParaRPr lang="zh-CN" altLang="en-US" dirty="0"/>
          </a:p>
        </p:txBody>
      </p:sp>
      <p:sp>
        <p:nvSpPr>
          <p:cNvPr id="3" name="内容占位符 2"/>
          <p:cNvSpPr>
            <a:spLocks noGrp="1"/>
          </p:cNvSpPr>
          <p:nvPr>
            <p:ph idx="1"/>
          </p:nvPr>
        </p:nvSpPr>
        <p:spPr>
          <a:xfrm>
            <a:off x="467544" y="548680"/>
            <a:ext cx="8424936" cy="5832648"/>
          </a:xfrm>
        </p:spPr>
        <p:txBody>
          <a:bodyPr/>
          <a:lstStyle/>
          <a:p>
            <a:r>
              <a:rPr lang="zh-CN" altLang="en-US" dirty="0"/>
              <a:t>例句：</a:t>
            </a:r>
            <a:r>
              <a:rPr lang="en-US" altLang="zh-CN" dirty="0"/>
              <a:t>For one thing, some excellent students can take full advantage of the holiday to awaken their personal interests such as painting, sight seeing and so on. For another, it can provide more chances for some poor students to help make two ends meet and to get prepared for the future by taking part-time jobs. As a third benefit, for those who are far from good at a certain subject, there is a golden opportunity of catching up </a:t>
            </a:r>
            <a:r>
              <a:rPr lang="en-US" altLang="zh-CN"/>
              <a:t>with </a:t>
            </a:r>
            <a:r>
              <a:rPr lang="en-US" altLang="zh-CN" smtClean="0"/>
              <a:t>others.</a:t>
            </a:r>
            <a:r>
              <a:rPr lang="en-US" altLang="zh-CN" dirty="0"/>
              <a:t/>
            </a:r>
            <a:br>
              <a:rPr lang="en-US" altLang="zh-CN" dirty="0"/>
            </a:br>
            <a:r>
              <a:rPr lang="zh-CN" altLang="en-US" dirty="0"/>
              <a:t>　　</a:t>
            </a:r>
          </a:p>
          <a:p>
            <a:endParaRPr lang="zh-CN" altLang="en-US" dirty="0"/>
          </a:p>
        </p:txBody>
      </p:sp>
    </p:spTree>
  </p:cSld>
  <p:clrMapOvr>
    <a:masterClrMapping/>
  </p:clrMapOvr>
  <p:transition>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467544" y="404664"/>
            <a:ext cx="8208912" cy="5688632"/>
          </a:xfrm>
        </p:spPr>
        <p:txBody>
          <a:bodyPr/>
          <a:lstStyle/>
          <a:p>
            <a:r>
              <a:rPr lang="en-US" altLang="zh-CN" dirty="0"/>
              <a:t>3.It is no easy/simple task/job to furnish/identify/find every reason/cause for </a:t>
            </a:r>
            <a:r>
              <a:rPr lang="en-US" altLang="zh-CN" dirty="0" err="1"/>
              <a:t>sth</a:t>
            </a:r>
            <a:r>
              <a:rPr lang="en-US" altLang="zh-CN" dirty="0"/>
              <a:t>., but/while, on the whole, two/some factors shout louder/ weigh heavier than others/stand out from others.</a:t>
            </a:r>
            <a:br>
              <a:rPr lang="en-US" altLang="zh-CN" dirty="0"/>
            </a:br>
            <a:r>
              <a:rPr lang="zh-CN" altLang="en-US" dirty="0"/>
              <a:t>　　例句：</a:t>
            </a:r>
            <a:r>
              <a:rPr lang="en-US" altLang="zh-CN" dirty="0"/>
              <a:t>It is no easy job to find every reason for the increase in the number of teenagers who run away from their homes, but, on the whole, two factors shout louder than others. First of all, …. Second, …</a:t>
            </a:r>
            <a:br>
              <a:rPr lang="en-US" altLang="zh-CN" dirty="0"/>
            </a:br>
            <a:r>
              <a:rPr lang="zh-CN" altLang="en-US" dirty="0"/>
              <a:t>　　</a:t>
            </a:r>
          </a:p>
        </p:txBody>
      </p:sp>
    </p:spTree>
  </p:cSld>
  <p:clrMapOvr>
    <a:masterClrMapping/>
  </p:clrMapOvr>
  <p:transition>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539552" y="764704"/>
            <a:ext cx="8147248" cy="5361459"/>
          </a:xfrm>
        </p:spPr>
        <p:txBody>
          <a:bodyPr/>
          <a:lstStyle/>
          <a:p>
            <a:r>
              <a:rPr lang="en-US" altLang="zh-CN" dirty="0"/>
              <a:t>4.In contrast with the drawbacks/demerits/flaws of </a:t>
            </a:r>
            <a:r>
              <a:rPr lang="en-US" altLang="zh-CN" dirty="0" err="1"/>
              <a:t>sth</a:t>
            </a:r>
            <a:r>
              <a:rPr lang="en-US" altLang="zh-CN" dirty="0"/>
              <a:t>., </a:t>
            </a:r>
            <a:r>
              <a:rPr lang="en-US" altLang="zh-CN" dirty="0" err="1"/>
              <a:t>sth</a:t>
            </a:r>
            <a:r>
              <a:rPr lang="en-US" altLang="zh-CN" dirty="0"/>
              <a:t>. else can serve as a better step/move/advance in the right direction/toward the solution for the problem of…</a:t>
            </a:r>
            <a:br>
              <a:rPr lang="en-US" altLang="zh-CN" dirty="0"/>
            </a:br>
            <a:r>
              <a:rPr lang="zh-CN" altLang="en-US" dirty="0"/>
              <a:t>　　例句：</a:t>
            </a:r>
            <a:r>
              <a:rPr lang="en-US" altLang="zh-CN" dirty="0"/>
              <a:t>In contrast with the drawbacks caused by nuclear power, the solar power can serve as a better move toward the solution for the problem of energy crisis.</a:t>
            </a:r>
            <a:br>
              <a:rPr lang="en-US" altLang="zh-CN" dirty="0"/>
            </a:br>
            <a:r>
              <a:rPr lang="zh-CN" altLang="en-US" dirty="0"/>
              <a:t>　　</a:t>
            </a:r>
          </a:p>
          <a:p>
            <a:endParaRPr lang="zh-CN" altLang="en-US" dirty="0"/>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90066"/>
          </a:xfrm>
        </p:spPr>
        <p:txBody>
          <a:bodyPr/>
          <a:lstStyle/>
          <a:p>
            <a:r>
              <a:rPr lang="en-US" altLang="zh-CN" dirty="0"/>
              <a:t> </a:t>
            </a:r>
            <a:endParaRPr lang="zh-CN" altLang="en-US" dirty="0"/>
          </a:p>
        </p:txBody>
      </p:sp>
      <p:sp>
        <p:nvSpPr>
          <p:cNvPr id="3" name="内容占位符 2"/>
          <p:cNvSpPr>
            <a:spLocks noGrp="1"/>
          </p:cNvSpPr>
          <p:nvPr>
            <p:ph idx="1"/>
          </p:nvPr>
        </p:nvSpPr>
        <p:spPr>
          <a:xfrm>
            <a:off x="467544" y="332656"/>
            <a:ext cx="8424936" cy="6264696"/>
          </a:xfrm>
        </p:spPr>
        <p:txBody>
          <a:bodyPr/>
          <a:lstStyle/>
          <a:p>
            <a:r>
              <a:rPr lang="en-US" altLang="zh-CN" dirty="0"/>
              <a:t>5.It is true/obvious that </a:t>
            </a:r>
            <a:r>
              <a:rPr lang="en-US" altLang="zh-CN" dirty="0" err="1"/>
              <a:t>sth</a:t>
            </a:r>
            <a:r>
              <a:rPr lang="en-US" altLang="zh-CN" dirty="0"/>
              <a:t> can’t compete/be compared with </a:t>
            </a:r>
            <a:r>
              <a:rPr lang="en-US" altLang="zh-CN" dirty="0" err="1"/>
              <a:t>sth</a:t>
            </a:r>
            <a:r>
              <a:rPr lang="en-US" altLang="zh-CN" dirty="0"/>
              <a:t> else in…, but </a:t>
            </a:r>
            <a:r>
              <a:rPr lang="en-US" altLang="zh-CN" dirty="0" err="1"/>
              <a:t>sth</a:t>
            </a:r>
            <a:r>
              <a:rPr lang="en-US" altLang="zh-CN" dirty="0"/>
              <a:t> still enjoys/secures/possesses distinct/substantial advantage over </a:t>
            </a:r>
            <a:r>
              <a:rPr lang="en-US" altLang="zh-CN" dirty="0" err="1"/>
              <a:t>sth</a:t>
            </a:r>
            <a:r>
              <a:rPr lang="en-US" altLang="zh-CN" dirty="0"/>
              <a:t> else.</a:t>
            </a:r>
            <a:br>
              <a:rPr lang="en-US" altLang="zh-CN" dirty="0"/>
            </a:br>
            <a:r>
              <a:rPr lang="zh-CN" altLang="en-US" dirty="0"/>
              <a:t>　　例句：</a:t>
            </a:r>
            <a:r>
              <a:rPr lang="en-US" altLang="zh-CN" dirty="0"/>
              <a:t>It is obvious that radio cannot compete with television in </a:t>
            </a:r>
            <a:r>
              <a:rPr lang="en-US" altLang="zh-CN" dirty="0" err="1"/>
              <a:t>visuality</a:t>
            </a:r>
            <a:r>
              <a:rPr lang="en-US" altLang="zh-CN" dirty="0"/>
              <a:t>, but it still possesses substantial advantages over television. (One of these is…Another…Still another…)</a:t>
            </a:r>
            <a:br>
              <a:rPr lang="en-US" altLang="zh-CN" dirty="0"/>
            </a:br>
            <a:r>
              <a:rPr lang="zh-CN" altLang="en-US" dirty="0"/>
              <a:t>　　</a:t>
            </a:r>
            <a:r>
              <a:rPr lang="en-US" altLang="zh-CN" dirty="0"/>
              <a:t>6.But if…, it is easy/not difficult/hard to see/find/discover that…</a:t>
            </a:r>
            <a:br>
              <a:rPr lang="en-US" altLang="zh-CN" dirty="0"/>
            </a:br>
            <a:r>
              <a:rPr lang="zh-CN" altLang="en-US" dirty="0"/>
              <a:t>　　</a:t>
            </a:r>
            <a:r>
              <a:rPr lang="en-US" altLang="zh-CN" dirty="0"/>
              <a:t/>
            </a:r>
            <a:br>
              <a:rPr lang="en-US" altLang="zh-CN" dirty="0"/>
            </a:br>
            <a:endParaRPr lang="zh-CN" altLang="en-US" dirty="0"/>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274042"/>
          </a:xfrm>
        </p:spPr>
        <p:txBody>
          <a:bodyPr/>
          <a:lstStyle/>
          <a:p>
            <a:r>
              <a:rPr lang="en-US" altLang="zh-CN" dirty="0"/>
              <a:t> </a:t>
            </a:r>
            <a:endParaRPr lang="zh-CN" altLang="en-US" dirty="0"/>
          </a:p>
        </p:txBody>
      </p:sp>
      <p:sp>
        <p:nvSpPr>
          <p:cNvPr id="3" name="内容占位符 2"/>
          <p:cNvSpPr>
            <a:spLocks noGrp="1"/>
          </p:cNvSpPr>
          <p:nvPr>
            <p:ph idx="1"/>
          </p:nvPr>
        </p:nvSpPr>
        <p:spPr>
          <a:xfrm>
            <a:off x="467544" y="332656"/>
            <a:ext cx="8219256" cy="5793507"/>
          </a:xfrm>
        </p:spPr>
        <p:txBody>
          <a:bodyPr/>
          <a:lstStyle/>
          <a:p>
            <a:r>
              <a:rPr lang="zh-CN" altLang="en-US" dirty="0"/>
              <a:t>例句：</a:t>
            </a:r>
            <a:r>
              <a:rPr lang="en-US" altLang="zh-CN" dirty="0"/>
              <a:t>But if they adjust their frame of mind a little in the other direction, it is not hard for them to find that life is just as promising as before.</a:t>
            </a:r>
            <a:br>
              <a:rPr lang="en-US" altLang="zh-CN" dirty="0"/>
            </a:br>
            <a:r>
              <a:rPr lang="zh-CN" altLang="en-US" dirty="0"/>
              <a:t>　　</a:t>
            </a:r>
            <a:r>
              <a:rPr lang="en-US" altLang="zh-CN" dirty="0"/>
              <a:t>7.Superficially/On the surface/At first glance/In appearance, the issue in question seems…. But in fact/in substance/on close examination, …</a:t>
            </a:r>
            <a:br>
              <a:rPr lang="en-US" altLang="zh-CN" dirty="0"/>
            </a:br>
            <a:r>
              <a:rPr lang="zh-CN" altLang="en-US" dirty="0"/>
              <a:t>　　例句：</a:t>
            </a:r>
            <a:r>
              <a:rPr lang="en-US" altLang="zh-CN" dirty="0"/>
              <a:t>At first glance, the western-type democracy seems superior to any other types. But on close examination, it does not entitle every citizen of the same nation to the equal freedom to act.</a:t>
            </a:r>
            <a:br>
              <a:rPr lang="en-US" altLang="zh-CN" dirty="0"/>
            </a:br>
            <a:r>
              <a:rPr lang="zh-CN" altLang="en-US" dirty="0"/>
              <a:t>　　</a:t>
            </a: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395536" y="332656"/>
            <a:ext cx="8229600" cy="4525963"/>
          </a:xfrm>
        </p:spPr>
        <p:txBody>
          <a:bodyPr/>
          <a:lstStyle/>
          <a:p>
            <a:r>
              <a:rPr lang="en-US" altLang="zh-CN" dirty="0"/>
              <a:t>8.Those in favor of the issue in question argue/contend/hold/maintain/claim that…. But what they fail to consider/analyze/see/find out is that…</a:t>
            </a:r>
            <a:br>
              <a:rPr lang="en-US" altLang="zh-CN" dirty="0"/>
            </a:br>
            <a:r>
              <a:rPr lang="zh-CN" altLang="en-US" dirty="0"/>
              <a:t>　　例句：</a:t>
            </a:r>
            <a:r>
              <a:rPr lang="en-US" altLang="zh-CN" dirty="0"/>
              <a:t>Those in favor of euthanasia(</a:t>
            </a:r>
            <a:r>
              <a:rPr lang="zh-CN" altLang="en-US" dirty="0"/>
              <a:t>安乐死</a:t>
            </a:r>
            <a:r>
              <a:rPr lang="en-US" altLang="zh-CN" dirty="0"/>
              <a:t>) contend that its practice can benefit both the patient and his family. But what they fail to consider is that euthanasia may</a:t>
            </a:r>
            <a:br>
              <a:rPr lang="en-US" altLang="zh-CN" dirty="0"/>
            </a:br>
            <a:r>
              <a:rPr lang="zh-CN" altLang="en-US" dirty="0"/>
              <a:t>　　</a:t>
            </a:r>
            <a:r>
              <a:rPr lang="en-US" altLang="zh-CN" dirty="0"/>
              <a:t>be taken advantage of for some evil or hidden purposes.</a:t>
            </a:r>
            <a:br>
              <a:rPr lang="en-US" altLang="zh-CN" dirty="0"/>
            </a:br>
            <a:r>
              <a:rPr lang="zh-CN" altLang="en-US" dirty="0"/>
              <a:t>　　</a:t>
            </a: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a:xfrm>
            <a:off x="395536" y="332656"/>
            <a:ext cx="8424936" cy="5976664"/>
          </a:xfrm>
        </p:spPr>
        <p:txBody>
          <a:bodyPr/>
          <a:lstStyle/>
          <a:p>
            <a:r>
              <a:rPr lang="en-US" altLang="zh-CN" dirty="0"/>
              <a:t>9.My our look on/choice of/participation in/devotion to…stems from/derives from/results from some/several chief factors.</a:t>
            </a:r>
            <a:br>
              <a:rPr lang="en-US" altLang="zh-CN" dirty="0"/>
            </a:br>
            <a:r>
              <a:rPr lang="zh-CN" altLang="en-US" dirty="0"/>
              <a:t>　　例句：</a:t>
            </a:r>
            <a:r>
              <a:rPr lang="en-US" altLang="zh-CN" dirty="0"/>
              <a:t>My choice of the career stems from several chief factors. First… Second…</a:t>
            </a:r>
            <a:br>
              <a:rPr lang="en-US" altLang="zh-CN" dirty="0"/>
            </a:br>
            <a:r>
              <a:rPr lang="zh-CN" altLang="en-US" dirty="0"/>
              <a:t>　　</a:t>
            </a:r>
            <a:r>
              <a:rPr lang="en-US" altLang="zh-CN" dirty="0"/>
              <a:t>10.A variety of/Quite a few factors have led me to do…</a:t>
            </a:r>
            <a:br>
              <a:rPr lang="en-US" altLang="zh-CN" dirty="0"/>
            </a:br>
            <a:r>
              <a:rPr lang="zh-CN" altLang="en-US" dirty="0"/>
              <a:t>　　例句：</a:t>
            </a:r>
            <a:r>
              <a:rPr lang="en-US" altLang="zh-CN" dirty="0"/>
              <a:t>Quite a few factors have led me to form the habit of reading</a:t>
            </a:r>
            <a:br>
              <a:rPr lang="en-US" altLang="zh-CN" dirty="0"/>
            </a:br>
            <a:endParaRPr lang="zh-CN" altLang="en-US" dirty="0"/>
          </a:p>
          <a:p>
            <a:endParaRPr lang="zh-CN" altLang="en-US" dirty="0"/>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l" eaLnBrk="1" hangingPunct="1"/>
            <a:r>
              <a:rPr lang="en-US" altLang="zh-CN" sz="3200" b="1">
                <a:latin typeface="宋体" panose="02010600030101010101" pitchFamily="2" charset="-122"/>
              </a:rPr>
              <a:t>3.</a:t>
            </a:r>
            <a:r>
              <a:rPr lang="zh-CN" altLang="en-US" sz="3200" b="1">
                <a:latin typeface="宋体" panose="02010600030101010101" pitchFamily="2" charset="-122"/>
              </a:rPr>
              <a:t>列提纲</a:t>
            </a:r>
            <a:r>
              <a:rPr lang="zh-CN" altLang="en-US" sz="3200" b="1">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Making an Outline</a:t>
            </a:r>
            <a:r>
              <a:rPr lang="zh-CN" altLang="en-US" sz="3200" b="1">
                <a:latin typeface="Times New Roman" panose="02020603050405020304" pitchFamily="18" charset="0"/>
                <a:ea typeface="楷体_GB2312" pitchFamily="49" charset="-122"/>
              </a:rPr>
              <a:t>）</a:t>
            </a:r>
          </a:p>
        </p:txBody>
      </p:sp>
      <p:sp>
        <p:nvSpPr>
          <p:cNvPr id="141315" name="Rectangle 3"/>
          <p:cNvSpPr>
            <a:spLocks noGrp="1" noChangeArrowheads="1"/>
          </p:cNvSpPr>
          <p:nvPr>
            <p:ph idx="1"/>
          </p:nvPr>
        </p:nvSpPr>
        <p:spPr/>
        <p:txBody>
          <a:bodyPr/>
          <a:lstStyle/>
          <a:p>
            <a:pPr eaLnBrk="1" hangingPunct="1">
              <a:buFontTx/>
              <a:buNone/>
            </a:pPr>
            <a:r>
              <a:rPr lang="en-US" altLang="zh-CN"/>
              <a:t>		</a:t>
            </a:r>
          </a:p>
          <a:p>
            <a:pPr eaLnBrk="1" hangingPunct="1">
              <a:buFontTx/>
              <a:buNone/>
            </a:pPr>
            <a:r>
              <a:rPr lang="en-US" altLang="zh-CN"/>
              <a:t>		</a:t>
            </a:r>
            <a:r>
              <a:rPr lang="zh-CN" altLang="en-US" sz="2800" b="1">
                <a:ea typeface="楷体_GB2312" pitchFamily="49" charset="-122"/>
              </a:rPr>
              <a:t>在着手写作文前，先要学会列提纲</a:t>
            </a:r>
            <a:r>
              <a:rPr lang="en-US" altLang="zh-CN" sz="2800" b="1">
                <a:latin typeface="Times New Roman" panose="02020603050405020304" pitchFamily="18" charset="0"/>
                <a:ea typeface="楷体_GB2312" pitchFamily="49" charset="-122"/>
              </a:rPr>
              <a:t>(Outline)</a:t>
            </a:r>
            <a:r>
              <a:rPr lang="zh-CN" altLang="en-US" sz="2800" b="1">
                <a:ea typeface="楷体_GB2312" pitchFamily="49" charset="-122"/>
              </a:rPr>
              <a:t>。提纲相当于文章的骨架。一篇文章通常有若干个段落组成，每个段落包含哪些内容，段落之间有什么联系，都体现在提纲里面。</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idx="1"/>
          </p:nvPr>
        </p:nvSpPr>
        <p:spPr>
          <a:xfrm>
            <a:off x="755650" y="188913"/>
            <a:ext cx="8610600" cy="5715000"/>
          </a:xfrm>
        </p:spPr>
        <p:txBody>
          <a:bodyPr rtlCol="0">
            <a:normAutofit lnSpcReduction="10000"/>
          </a:bodyPr>
          <a:lstStyle/>
          <a:p>
            <a:pPr marL="812800" indent="-812800" algn="ctr" eaLnBrk="1" fontAlgn="auto" hangingPunct="1">
              <a:lnSpc>
                <a:spcPct val="90000"/>
              </a:lnSpc>
              <a:spcAft>
                <a:spcPts val="0"/>
              </a:spcAft>
              <a:buFontTx/>
              <a:buNone/>
              <a:defRPr/>
            </a:pPr>
            <a:r>
              <a:rPr lang="en-US" altLang="zh-CN" sz="2800" b="1">
                <a:latin typeface="Times New Roman" panose="02020603050405020304" pitchFamily="18" charset="0"/>
              </a:rPr>
              <a:t>Outline</a:t>
            </a:r>
            <a:r>
              <a:rPr lang="zh-CN" altLang="en-US" sz="2800" b="1">
                <a:latin typeface="Times New Roman" panose="02020603050405020304" pitchFamily="18" charset="0"/>
              </a:rPr>
              <a:t>：</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I. enjoy different places</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A. enjoying beautiful scenery (4)</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B. Visiting famous cities and scenic spots (6)</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II. know people and their customs</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A. Meeting people with different interests (2)</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B. Seeing strange and different things  (1)</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C. Getting some ideas about the lifestyle and customs</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of people in other areas (8)</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D. Tasting different foods and local flavors (7)</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E. Understanding how people live (5)</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III. Benefit us both mentally and physically</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A. Gaining knowledge of geography and history (9)</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B. Keeping us fit and healthy (3)</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C. Making one less narrow-minded  (10)</a:t>
            </a:r>
          </a:p>
          <a:p>
            <a:pPr marL="812800" indent="-812800" eaLnBrk="1" fontAlgn="auto" hangingPunct="1">
              <a:lnSpc>
                <a:spcPct val="90000"/>
              </a:lnSpc>
              <a:spcAft>
                <a:spcPts val="0"/>
              </a:spcAft>
              <a:buFontTx/>
              <a:buNone/>
              <a:defRPr/>
            </a:pPr>
            <a:endParaRPr lang="en-US" altLang="zh-CN" sz="2400" b="1">
              <a:latin typeface="Times New Roman" panose="02020603050405020304" pitchFamily="18" charset="0"/>
            </a:endParaRPr>
          </a:p>
          <a:p>
            <a:pPr marL="812800" indent="-812800" eaLnBrk="1" fontAlgn="auto" hangingPunct="1">
              <a:lnSpc>
                <a:spcPct val="90000"/>
              </a:lnSpc>
              <a:spcAft>
                <a:spcPts val="0"/>
              </a:spcAft>
              <a:buFontTx/>
              <a:buNone/>
              <a:defRPr/>
            </a:pPr>
            <a:endParaRPr lang="en-US" altLang="zh-CN" sz="2400" b="1">
              <a:latin typeface="Times New Roman" panose="02020603050405020304" pitchFamily="18" charset="0"/>
            </a:endParaRPr>
          </a:p>
          <a:p>
            <a:pPr marL="812800" indent="-812800" eaLnBrk="1" fontAlgn="auto" hangingPunct="1">
              <a:lnSpc>
                <a:spcPct val="90000"/>
              </a:lnSpc>
              <a:spcAft>
                <a:spcPts val="0"/>
              </a:spcAft>
              <a:buFont typeface="Wingdings 2" panose="05020102010507070707"/>
              <a:buChar char=""/>
              <a:defRPr/>
            </a:pPr>
            <a:endParaRPr lang="en-US" altLang="zh-CN" sz="280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145411" name="AutoShape 3"/>
          <p:cNvSpPr>
            <a:spLocks noChangeArrowheads="1"/>
          </p:cNvSpPr>
          <p:nvPr/>
        </p:nvSpPr>
        <p:spPr bwMode="auto">
          <a:xfrm>
            <a:off x="250825" y="188913"/>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8546">
                                            <p:txEl>
                                              <p:pRg st="2" end="2"/>
                                            </p:txEl>
                                          </p:spTgt>
                                        </p:tgtEl>
                                        <p:attrNameLst>
                                          <p:attrName>style.visibility</p:attrName>
                                        </p:attrNameLst>
                                      </p:cBhvr>
                                      <p:to>
                                        <p:strVal val="visible"/>
                                      </p:to>
                                    </p:set>
                                    <p:animEffect transition="in" filter="blinds(horizontal)">
                                      <p:cBhvr>
                                        <p:cTn id="7" dur="500"/>
                                        <p:tgtEl>
                                          <p:spTgt spid="74854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48546">
                                            <p:txEl>
                                              <p:pRg st="3" end="3"/>
                                            </p:txEl>
                                          </p:spTgt>
                                        </p:tgtEl>
                                        <p:attrNameLst>
                                          <p:attrName>style.visibility</p:attrName>
                                        </p:attrNameLst>
                                      </p:cBhvr>
                                      <p:to>
                                        <p:strVal val="visible"/>
                                      </p:to>
                                    </p:set>
                                    <p:animEffect transition="in" filter="blinds(horizontal)">
                                      <p:cBhvr>
                                        <p:cTn id="10" dur="500"/>
                                        <p:tgtEl>
                                          <p:spTgt spid="74854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48546">
                                            <p:txEl>
                                              <p:pRg st="5" end="5"/>
                                            </p:txEl>
                                          </p:spTgt>
                                        </p:tgtEl>
                                        <p:attrNameLst>
                                          <p:attrName>style.visibility</p:attrName>
                                        </p:attrNameLst>
                                      </p:cBhvr>
                                      <p:to>
                                        <p:strVal val="visible"/>
                                      </p:to>
                                    </p:set>
                                    <p:animEffect transition="in" filter="blinds(horizontal)">
                                      <p:cBhvr>
                                        <p:cTn id="15" dur="500"/>
                                        <p:tgtEl>
                                          <p:spTgt spid="748546">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48546">
                                            <p:txEl>
                                              <p:pRg st="6" end="6"/>
                                            </p:txEl>
                                          </p:spTgt>
                                        </p:tgtEl>
                                        <p:attrNameLst>
                                          <p:attrName>style.visibility</p:attrName>
                                        </p:attrNameLst>
                                      </p:cBhvr>
                                      <p:to>
                                        <p:strVal val="visible"/>
                                      </p:to>
                                    </p:set>
                                    <p:animEffect transition="in" filter="blinds(horizontal)">
                                      <p:cBhvr>
                                        <p:cTn id="18" dur="500"/>
                                        <p:tgtEl>
                                          <p:spTgt spid="748546">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48546">
                                            <p:txEl>
                                              <p:pRg st="7" end="7"/>
                                            </p:txEl>
                                          </p:spTgt>
                                        </p:tgtEl>
                                        <p:attrNameLst>
                                          <p:attrName>style.visibility</p:attrName>
                                        </p:attrNameLst>
                                      </p:cBhvr>
                                      <p:to>
                                        <p:strVal val="visible"/>
                                      </p:to>
                                    </p:set>
                                    <p:animEffect transition="in" filter="blinds(horizontal)">
                                      <p:cBhvr>
                                        <p:cTn id="21" dur="500"/>
                                        <p:tgtEl>
                                          <p:spTgt spid="748546">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48546">
                                            <p:txEl>
                                              <p:pRg st="8" end="8"/>
                                            </p:txEl>
                                          </p:spTgt>
                                        </p:tgtEl>
                                        <p:attrNameLst>
                                          <p:attrName>style.visibility</p:attrName>
                                        </p:attrNameLst>
                                      </p:cBhvr>
                                      <p:to>
                                        <p:strVal val="visible"/>
                                      </p:to>
                                    </p:set>
                                    <p:animEffect transition="in" filter="blinds(horizontal)">
                                      <p:cBhvr>
                                        <p:cTn id="24" dur="500"/>
                                        <p:tgtEl>
                                          <p:spTgt spid="748546">
                                            <p:txEl>
                                              <p:pRg st="8" end="8"/>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48546">
                                            <p:txEl>
                                              <p:pRg st="9" end="9"/>
                                            </p:txEl>
                                          </p:spTgt>
                                        </p:tgtEl>
                                        <p:attrNameLst>
                                          <p:attrName>style.visibility</p:attrName>
                                        </p:attrNameLst>
                                      </p:cBhvr>
                                      <p:to>
                                        <p:strVal val="visible"/>
                                      </p:to>
                                    </p:set>
                                    <p:animEffect transition="in" filter="blinds(horizontal)">
                                      <p:cBhvr>
                                        <p:cTn id="27" dur="500"/>
                                        <p:tgtEl>
                                          <p:spTgt spid="748546">
                                            <p:txEl>
                                              <p:pRg st="9" end="9"/>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48546">
                                            <p:txEl>
                                              <p:pRg st="10" end="10"/>
                                            </p:txEl>
                                          </p:spTgt>
                                        </p:tgtEl>
                                        <p:attrNameLst>
                                          <p:attrName>style.visibility</p:attrName>
                                        </p:attrNameLst>
                                      </p:cBhvr>
                                      <p:to>
                                        <p:strVal val="visible"/>
                                      </p:to>
                                    </p:set>
                                    <p:animEffect transition="in" filter="blinds(horizontal)">
                                      <p:cBhvr>
                                        <p:cTn id="30" dur="500"/>
                                        <p:tgtEl>
                                          <p:spTgt spid="748546">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48546">
                                            <p:txEl>
                                              <p:pRg st="12" end="12"/>
                                            </p:txEl>
                                          </p:spTgt>
                                        </p:tgtEl>
                                        <p:attrNameLst>
                                          <p:attrName>style.visibility</p:attrName>
                                        </p:attrNameLst>
                                      </p:cBhvr>
                                      <p:to>
                                        <p:strVal val="visible"/>
                                      </p:to>
                                    </p:set>
                                    <p:animEffect transition="in" filter="blinds(horizontal)">
                                      <p:cBhvr>
                                        <p:cTn id="35" dur="500"/>
                                        <p:tgtEl>
                                          <p:spTgt spid="748546">
                                            <p:txEl>
                                              <p:pRg st="12" end="1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48546">
                                            <p:txEl>
                                              <p:pRg st="13" end="13"/>
                                            </p:txEl>
                                          </p:spTgt>
                                        </p:tgtEl>
                                        <p:attrNameLst>
                                          <p:attrName>style.visibility</p:attrName>
                                        </p:attrNameLst>
                                      </p:cBhvr>
                                      <p:to>
                                        <p:strVal val="visible"/>
                                      </p:to>
                                    </p:set>
                                    <p:animEffect transition="in" filter="blinds(horizontal)">
                                      <p:cBhvr>
                                        <p:cTn id="38" dur="500"/>
                                        <p:tgtEl>
                                          <p:spTgt spid="748546">
                                            <p:txEl>
                                              <p:pRg st="13" end="13"/>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48546">
                                            <p:txEl>
                                              <p:pRg st="14" end="14"/>
                                            </p:txEl>
                                          </p:spTgt>
                                        </p:tgtEl>
                                        <p:attrNameLst>
                                          <p:attrName>style.visibility</p:attrName>
                                        </p:attrNameLst>
                                      </p:cBhvr>
                                      <p:to>
                                        <p:strVal val="visible"/>
                                      </p:to>
                                    </p:set>
                                    <p:animEffect transition="in" filter="blinds(horizontal)">
                                      <p:cBhvr>
                                        <p:cTn id="41" dur="500"/>
                                        <p:tgtEl>
                                          <p:spTgt spid="74854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Exercise</a:t>
            </a:r>
            <a:endParaRPr lang="zh-CN" altLang="en-US" dirty="0"/>
          </a:p>
        </p:txBody>
      </p:sp>
      <p:sp>
        <p:nvSpPr>
          <p:cNvPr id="3" name="内容占位符 2"/>
          <p:cNvSpPr>
            <a:spLocks noGrp="1"/>
          </p:cNvSpPr>
          <p:nvPr>
            <p:ph idx="1"/>
          </p:nvPr>
        </p:nvSpPr>
        <p:spPr/>
        <p:txBody>
          <a:bodyPr/>
          <a:lstStyle/>
          <a:p>
            <a:r>
              <a:rPr lang="en-US" altLang="zh-CN" b="1" dirty="0"/>
              <a:t>Directions: </a:t>
            </a:r>
            <a:r>
              <a:rPr lang="en-US" altLang="zh-CN" i="1" dirty="0"/>
              <a:t>For this part, you are allowed 30 minutes to write a short essay entitled </a:t>
            </a:r>
            <a:r>
              <a:rPr lang="en-US" altLang="zh-CN" b="1" i="1" dirty="0"/>
              <a:t>My View on American TV Dramas </a:t>
            </a:r>
            <a:r>
              <a:rPr lang="en-US" altLang="zh-CN" i="1" dirty="0"/>
              <a:t>following the outline given below. You should write at least </a:t>
            </a:r>
            <a:r>
              <a:rPr lang="en-US" altLang="zh-CN" b="1" i="1" u="sng" dirty="0"/>
              <a:t>120</a:t>
            </a:r>
            <a:r>
              <a:rPr lang="en-US" altLang="zh-CN" i="1" dirty="0"/>
              <a:t> words but no more than </a:t>
            </a:r>
            <a:r>
              <a:rPr lang="en-US" altLang="zh-CN" b="1" i="1" u="sng" dirty="0"/>
              <a:t>180</a:t>
            </a:r>
            <a:r>
              <a:rPr lang="en-US" altLang="zh-CN" i="1" dirty="0"/>
              <a:t> words. </a:t>
            </a:r>
            <a:endParaRPr lang="zh-CN" altLang="zh-CN" dirty="0"/>
          </a:p>
          <a:p>
            <a:pPr lvl="0"/>
            <a:r>
              <a:rPr lang="zh-CN" altLang="zh-CN" dirty="0"/>
              <a:t>在中国，美剧越来越受到年轻人的欢迎</a:t>
            </a:r>
          </a:p>
          <a:p>
            <a:pPr lvl="0"/>
            <a:r>
              <a:rPr lang="zh-CN" altLang="zh-CN" dirty="0"/>
              <a:t>有人认为看美剧能够提高英语水平，有人认为美剧会给青少年带来不良影响</a:t>
            </a:r>
          </a:p>
          <a:p>
            <a:pPr lvl="0"/>
            <a:r>
              <a:rPr lang="zh-CN" altLang="zh-CN"/>
              <a:t>我的观点</a:t>
            </a:r>
          </a:p>
          <a:p>
            <a:endParaRPr lang="zh-CN" altLang="en-US" dirty="0"/>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0|0.3|0.4|0.3"/>
</p:tagLst>
</file>

<file path=ppt/theme/theme1.xml><?xml version="1.0" encoding="utf-8"?>
<a:theme xmlns:a="http://schemas.openxmlformats.org/drawingml/2006/main" name="通用_蓝">
  <a:themeElements>
    <a:clrScheme name="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通用_蓝">
      <a:majorFont>
        <a:latin typeface="Arial"/>
        <a:ea typeface="隶书"/>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通用_蓝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通用_蓝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通用_蓝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通用_蓝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通用_蓝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通用_蓝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通用_蓝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通用_蓝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通用_蓝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通用_蓝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通用_蓝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通用_蓝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通用_蓝">
  <a:themeElements>
    <a:clrScheme name="1_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通用_蓝">
      <a:majorFont>
        <a:latin typeface="Arial"/>
        <a:ea typeface="隶书"/>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通用_蓝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通用_蓝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通用_蓝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通用_蓝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通用_蓝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通用_蓝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通用_蓝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通用_蓝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通用_蓝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通用_蓝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通用_蓝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通用_蓝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ashore design template">
  <a:themeElements>
    <a:clrScheme name="Office 主题 3">
      <a:dk1>
        <a:srgbClr val="000000"/>
      </a:dk1>
      <a:lt1>
        <a:srgbClr val="FFFFFF"/>
      </a:lt1>
      <a:dk2>
        <a:srgbClr val="000000"/>
      </a:dk2>
      <a:lt2>
        <a:srgbClr val="393939"/>
      </a:lt2>
      <a:accent1>
        <a:srgbClr val="CBCBCB"/>
      </a:accent1>
      <a:accent2>
        <a:srgbClr val="5F5F5F"/>
      </a:accent2>
      <a:accent3>
        <a:srgbClr val="FFFFFF"/>
      </a:accent3>
      <a:accent4>
        <a:srgbClr val="000000"/>
      </a:accent4>
      <a:accent5>
        <a:srgbClr val="E2E2E2"/>
      </a:accent5>
      <a:accent6>
        <a:srgbClr val="555555"/>
      </a:accent6>
      <a:hlink>
        <a:srgbClr val="EAEAEA"/>
      </a:hlink>
      <a:folHlink>
        <a:srgbClr val="969696"/>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活力">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336699"/>
        </a:dk1>
        <a:lt1>
          <a:srgbClr val="CCCCFF"/>
        </a:lt1>
        <a:dk2>
          <a:srgbClr val="DDDDDD"/>
        </a:dk2>
        <a:lt2>
          <a:srgbClr val="9999FF"/>
        </a:lt2>
        <a:accent1>
          <a:srgbClr val="CCCC00"/>
        </a:accent1>
        <a:accent2>
          <a:srgbClr val="999933"/>
        </a:accent2>
        <a:accent3>
          <a:srgbClr val="E2E2FF"/>
        </a:accent3>
        <a:accent4>
          <a:srgbClr val="2A5682"/>
        </a:accent4>
        <a:accent5>
          <a:srgbClr val="E2E2AA"/>
        </a:accent5>
        <a:accent6>
          <a:srgbClr val="8A8A2D"/>
        </a:accent6>
        <a:hlink>
          <a:srgbClr val="CBCBCB"/>
        </a:hlink>
        <a:folHlink>
          <a:srgbClr val="0099CC"/>
        </a:folHlink>
      </a:clrScheme>
      <a:clrMap bg1="lt1" tx1="dk1" bg2="lt2" tx2="dk2" accent1="accent1" accent2="accent2" accent3="accent3" accent4="accent4" accent5="accent5" accent6="accent6" hlink="hlink" folHlink="folHlink"/>
    </a:extraClrScheme>
    <a:extraClrScheme>
      <a:clrScheme name="Office 主题 2">
        <a:dk1>
          <a:srgbClr val="336699"/>
        </a:dk1>
        <a:lt1>
          <a:srgbClr val="CCCCFF"/>
        </a:lt1>
        <a:dk2>
          <a:srgbClr val="000000"/>
        </a:dk2>
        <a:lt2>
          <a:srgbClr val="9999FF"/>
        </a:lt2>
        <a:accent1>
          <a:srgbClr val="CCCC00"/>
        </a:accent1>
        <a:accent2>
          <a:srgbClr val="999933"/>
        </a:accent2>
        <a:accent3>
          <a:srgbClr val="E2E2FF"/>
        </a:accent3>
        <a:accent4>
          <a:srgbClr val="2A5682"/>
        </a:accent4>
        <a:accent5>
          <a:srgbClr val="E2E2AA"/>
        </a:accent5>
        <a:accent6>
          <a:srgbClr val="8A8A2D"/>
        </a:accent6>
        <a:hlink>
          <a:srgbClr val="CBCBCB"/>
        </a:hlink>
        <a:folHlink>
          <a:srgbClr val="0099CC"/>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393939"/>
        </a:lt2>
        <a:accent1>
          <a:srgbClr val="CBCBCB"/>
        </a:accent1>
        <a:accent2>
          <a:srgbClr val="5F5F5F"/>
        </a:accent2>
        <a:accent3>
          <a:srgbClr val="FFFFFF"/>
        </a:accent3>
        <a:accent4>
          <a:srgbClr val="000000"/>
        </a:accent4>
        <a:accent5>
          <a:srgbClr val="E2E2E2"/>
        </a:accent5>
        <a:accent6>
          <a:srgbClr val="555555"/>
        </a:accent6>
        <a:hlink>
          <a:srgbClr val="EAEAEA"/>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蓝白</Template>
  <TotalTime>39</TotalTime>
  <Words>7476</Words>
  <Application>Microsoft Office PowerPoint</Application>
  <PresentationFormat>全屏显示(4:3)</PresentationFormat>
  <Paragraphs>530</Paragraphs>
  <Slides>89</Slides>
  <Notes>2</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89</vt:i4>
      </vt:variant>
    </vt:vector>
  </HeadingPairs>
  <TitlesOfParts>
    <vt:vector size="105" baseType="lpstr">
      <vt:lpstr>新細明體</vt:lpstr>
      <vt:lpstr>黑体</vt:lpstr>
      <vt:lpstr>华文楷体</vt:lpstr>
      <vt:lpstr>华文新魏</vt:lpstr>
      <vt:lpstr>楷体_GB2312</vt:lpstr>
      <vt:lpstr>隶书</vt:lpstr>
      <vt:lpstr>宋体</vt:lpstr>
      <vt:lpstr>Arial</vt:lpstr>
      <vt:lpstr>Calibri</vt:lpstr>
      <vt:lpstr>Cambria</vt:lpstr>
      <vt:lpstr>Courier New</vt:lpstr>
      <vt:lpstr>Times New Roman</vt:lpstr>
      <vt:lpstr>Wingdings 2</vt:lpstr>
      <vt:lpstr>通用_蓝</vt:lpstr>
      <vt:lpstr>1_通用_蓝</vt:lpstr>
      <vt:lpstr>Seashore design template</vt:lpstr>
      <vt:lpstr>英语应用文写作</vt:lpstr>
      <vt:lpstr>大家最关心的几个问题</vt:lpstr>
      <vt:lpstr> </vt:lpstr>
      <vt:lpstr>第一讲 写作基础知识 (Basic Writing Skills)</vt:lpstr>
      <vt:lpstr>What could be filled in the blanks?</vt:lpstr>
      <vt:lpstr> </vt:lpstr>
      <vt:lpstr> </vt:lpstr>
      <vt:lpstr>What elements could be predictive （表语）?</vt:lpstr>
      <vt:lpstr> </vt:lpstr>
      <vt:lpstr> </vt:lpstr>
      <vt:lpstr>Exercise 2</vt:lpstr>
      <vt:lpstr>PowerPoint 演示文稿</vt:lpstr>
      <vt:lpstr>PowerPoint 演示文稿</vt:lpstr>
      <vt:lpstr> Sentence Completeness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同步练习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 </vt:lpstr>
      <vt:lpstr>PowerPoint 演示文稿</vt:lpstr>
      <vt:lpstr>PowerPoint 演示文稿</vt:lpstr>
      <vt:lpstr>PowerPoint 演示文稿</vt:lpstr>
      <vt:lpstr>支持句与主题句关系</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主题句与支持句之间的过渡词 </vt:lpstr>
      <vt:lpstr> </vt:lpstr>
      <vt:lpstr>PowerPoint 演示文稿</vt:lpstr>
      <vt:lpstr>PowerPoint 演示文稿</vt:lpstr>
      <vt:lpstr>PowerPoint 演示文稿</vt:lpstr>
      <vt:lpstr>PowerPoint 演示文稿</vt:lpstr>
      <vt:lpstr>PowerPoint 演示文稿</vt:lpstr>
      <vt:lpstr> </vt:lpstr>
      <vt:lpstr>PowerPoint 演示文稿</vt:lpstr>
      <vt:lpstr>篇章中的过渡句</vt:lpstr>
      <vt:lpstr> </vt:lpstr>
      <vt:lpstr> </vt:lpstr>
      <vt:lpstr> </vt:lpstr>
      <vt:lpstr> </vt:lpstr>
      <vt:lpstr> </vt:lpstr>
      <vt:lpstr> </vt:lpstr>
      <vt:lpstr> </vt:lpstr>
      <vt:lpstr>3.列提纲（Making an Outline）</vt:lpstr>
      <vt:lpstr>PowerPoint 演示文稿</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英语应用文写作</dc:title>
  <dc:creator>dzy</dc:creator>
  <cp:lastModifiedBy>A</cp:lastModifiedBy>
  <cp:revision>101</cp:revision>
  <dcterms:created xsi:type="dcterms:W3CDTF">2015-09-06T05:50:00Z</dcterms:created>
  <dcterms:modified xsi:type="dcterms:W3CDTF">2021-10-22T00:41:09Z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DC49BBB68A02419FB88ECD12CDE94BF5</vt:lpwstr>
  </property>
  <property fmtid="{D5CDD505-2E9C-101B-9397-08002B2CF9AE}" pid="3" name="KSOProductBuildVer">
    <vt:lpwstr>2052-11.1.0.10700</vt:lpwstr>
  </property>
</Properties>
</file>