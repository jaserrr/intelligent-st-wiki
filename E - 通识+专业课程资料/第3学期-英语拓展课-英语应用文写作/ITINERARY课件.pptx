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86" r:id="rId4"/>
    <p:sldId id="287" r:id="rId5"/>
    <p:sldId id="262" r:id="rId7"/>
    <p:sldId id="259" r:id="rId8"/>
    <p:sldId id="261" r:id="rId9"/>
    <p:sldId id="263" r:id="rId10"/>
    <p:sldId id="264" r:id="rId11"/>
    <p:sldId id="258" r:id="rId12"/>
    <p:sldId id="257" r:id="rId13"/>
    <p:sldId id="260" r:id="rId14"/>
    <p:sldId id="265" r:id="rId15"/>
    <p:sldId id="266" r:id="rId16"/>
    <p:sldId id="274" r:id="rId17"/>
    <p:sldId id="275" r:id="rId18"/>
    <p:sldId id="267" r:id="rId19"/>
    <p:sldId id="268" r:id="rId20"/>
    <p:sldId id="269" r:id="rId21"/>
    <p:sldId id="270" r:id="rId22"/>
    <p:sldId id="271" r:id="rId23"/>
    <p:sldId id="272" r:id="rId24"/>
    <p:sldId id="288" r:id="rId25"/>
    <p:sldId id="289" r:id="rId26"/>
    <p:sldId id="277" r:id="rId2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9" d="100"/>
          <a:sy n="49" d="100"/>
        </p:scale>
        <p:origin x="-1291" y="-67"/>
      </p:cViewPr>
      <p:guideLst>
        <p:guide orient="horz" pos="2149"/>
        <p:guide pos="29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4A791BD-AD95-4B59-9CFC-563AB5978A5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381A2EC-5D7D-432D-8181-090ECC08848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l="-10000" r="-10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791BD-AD95-4B59-9CFC-563AB5978A53}"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81A2EC-5D7D-432D-8181-090ECC08848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www.eueueu.com/" TargetMode="External"/><Relationship Id="rId3" Type="http://schemas.openxmlformats.org/officeDocument/2006/relationships/hyperlink" Target="http://www.mafengwo.cn/" TargetMode="External"/><Relationship Id="rId2" Type="http://schemas.openxmlformats.org/officeDocument/2006/relationships/hyperlink" Target="http://www.wikipedia.org/" TargetMode="External"/><Relationship Id="rId1" Type="http://schemas.openxmlformats.org/officeDocument/2006/relationships/hyperlink" Target="http://www.baidu.com/" TargetMode="Externa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www.airasiago.com/" TargetMode="External"/><Relationship Id="rId3" Type="http://schemas.openxmlformats.org/officeDocument/2006/relationships/hyperlink" Target="http://www.airasia.com/" TargetMode="External"/><Relationship Id="rId2" Type="http://schemas.openxmlformats.org/officeDocument/2006/relationships/hyperlink" Target="http://www.skyscanner.com/" TargetMode="External"/><Relationship Id="rId1" Type="http://schemas.openxmlformats.org/officeDocument/2006/relationships/hyperlink" Target="http://www.qunaer.com/" TargetMode="Externa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hyperlink" Target="http://www.airasia.com/" TargetMode="Externa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hyperlink" Target="http://www.airasiago.com/" TargetMode="Externa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hyperlink" Target="http://www.booking.com/" TargetMode="External"/><Relationship Id="rId2" Type="http://schemas.openxmlformats.org/officeDocument/2006/relationships/hyperlink" Target="http://www.agoda.com/" TargetMode="External"/><Relationship Id="rId1" Type="http://schemas.openxmlformats.org/officeDocument/2006/relationships/hyperlink" Target="http://www.ctrip.com/" TargetMode="Externa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hyperlink" Target="http://www.agoda.com/"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32654;&#22269;&#20986;&#20837;&#22659;&#34920;&#26684;.doc"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60020" y="104140"/>
            <a:ext cx="8695690" cy="4808220"/>
          </a:xfrm>
        </p:spPr>
        <p:txBody>
          <a:bodyPr>
            <a:noAutofit/>
          </a:bodyPr>
          <a:lstStyle/>
          <a:p>
            <a:r>
              <a:rPr lang="en-US" altLang="zh-CN" sz="9600" b="1" dirty="0" smtClean="0">
                <a:solidFill>
                  <a:schemeClr val="accent6"/>
                </a:solidFill>
              </a:rPr>
              <a:t>Itinerary  </a:t>
            </a:r>
            <a:endParaRPr lang="en-US" altLang="zh-CN" sz="9600" b="1" dirty="0" smtClean="0">
              <a:solidFill>
                <a:schemeClr val="accent6"/>
              </a:solidFill>
            </a:endParaRPr>
          </a:p>
        </p:txBody>
      </p:sp>
      <p:sp>
        <p:nvSpPr>
          <p:cNvPr id="3" name="副标题 2"/>
          <p:cNvSpPr>
            <a:spLocks noGrp="1"/>
          </p:cNvSpPr>
          <p:nvPr>
            <p:ph type="subTitle" idx="1"/>
          </p:nvPr>
        </p:nvSpPr>
        <p:spPr/>
        <p:txBody>
          <a:bodyPr>
            <a:normAutofit/>
          </a:bodyPr>
          <a:lstStyle/>
          <a:p>
            <a:endParaRPr lang="en-US" altLang="zh-CN" sz="6000" b="1" dirty="0" smtClean="0">
              <a:solidFill>
                <a:srgbClr val="0070C0"/>
              </a:solidFill>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dirty="0">
                <a:sym typeface="+mn-ea"/>
              </a:rPr>
              <a:t>Itinerary</a:t>
            </a:r>
            <a:endParaRPr lang="en-US" altLang="zh-CN" b="1" dirty="0">
              <a:sym typeface="+mn-ea"/>
            </a:endParaRPr>
          </a:p>
        </p:txBody>
      </p:sp>
      <p:sp>
        <p:nvSpPr>
          <p:cNvPr id="3" name="内容占位符 2"/>
          <p:cNvSpPr>
            <a:spLocks noGrp="1"/>
          </p:cNvSpPr>
          <p:nvPr>
            <p:ph idx="1"/>
          </p:nvPr>
        </p:nvSpPr>
        <p:spPr/>
        <p:txBody>
          <a:bodyPr/>
          <a:p>
            <a:pPr eaLnBrk="1" hangingPunct="1"/>
            <a:r>
              <a:rPr lang="en-US" altLang="zh-CN" b="1" dirty="0">
                <a:sym typeface="+mn-ea"/>
              </a:rPr>
              <a:t>an established line of travel or access </a:t>
            </a:r>
            <a:endParaRPr lang="en-US" altLang="zh-CN" b="1" dirty="0"/>
          </a:p>
          <a:p>
            <a:pPr eaLnBrk="1" hangingPunct="1"/>
            <a:r>
              <a:rPr lang="en-US" altLang="zh-CN" b="1" dirty="0">
                <a:sym typeface="+mn-ea"/>
              </a:rPr>
              <a:t>a guidebook for travelers </a:t>
            </a:r>
            <a:endParaRPr lang="en-US" altLang="zh-CN" b="1" dirty="0"/>
          </a:p>
          <a:p>
            <a:pPr eaLnBrk="1" hangingPunct="1"/>
            <a:r>
              <a:rPr lang="en-US" altLang="zh-CN" b="1" dirty="0">
                <a:sym typeface="+mn-ea"/>
              </a:rPr>
              <a:t>a proposed route of travel </a:t>
            </a:r>
            <a:endParaRPr lang="en-US" altLang="zh-CN" b="1" dirty="0"/>
          </a:p>
          <a:p>
            <a:pPr eaLnBrk="1" hangingPunct="1">
              <a:buNone/>
            </a:pPr>
            <a:r>
              <a:rPr lang="en-US" altLang="zh-CN" b="1" dirty="0">
                <a:sym typeface="+mn-ea"/>
              </a:rPr>
              <a:t>    It includes the advice on what to see and do,</a:t>
            </a:r>
            <a:endParaRPr lang="en-US" altLang="zh-CN" b="1" dirty="0"/>
          </a:p>
          <a:p>
            <a:pPr eaLnBrk="1" hangingPunct="1">
              <a:buNone/>
            </a:pPr>
            <a:r>
              <a:rPr lang="en-US" altLang="zh-CN" b="1" dirty="0">
                <a:sym typeface="+mn-ea"/>
              </a:rPr>
              <a:t>maps, city guides, local transportation, local</a:t>
            </a:r>
            <a:endParaRPr lang="en-US" altLang="zh-CN" b="1" dirty="0"/>
          </a:p>
          <a:p>
            <a:pPr eaLnBrk="1" hangingPunct="1">
              <a:buNone/>
            </a:pPr>
            <a:r>
              <a:rPr lang="en-US" altLang="zh-CN" b="1" dirty="0">
                <a:sym typeface="+mn-ea"/>
              </a:rPr>
              <a:t>customs and festivals, etc.</a:t>
            </a:r>
            <a:endParaRPr lang="zh-CN" altLang="en-US"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0" name="表格 -1"/>
          <p:cNvGraphicFramePr/>
          <p:nvPr/>
        </p:nvGraphicFramePr>
        <p:xfrm>
          <a:off x="83820" y="65405"/>
          <a:ext cx="8975725" cy="6727190"/>
        </p:xfrm>
        <a:graphic>
          <a:graphicData uri="http://schemas.openxmlformats.org/drawingml/2006/table">
            <a:tbl>
              <a:tblPr firstRow="1" bandRow="1">
                <a:tableStyleId>{5940675A-B579-460E-94D1-54222C63F5DA}</a:tableStyleId>
              </a:tblPr>
              <a:tblGrid>
                <a:gridCol w="648335"/>
                <a:gridCol w="2550795"/>
                <a:gridCol w="4880610"/>
                <a:gridCol w="895985"/>
              </a:tblGrid>
              <a:tr h="256540">
                <a:tc>
                  <a:txBody>
                    <a:bodyPr/>
                    <a:p>
                      <a:pPr indent="0">
                        <a:buNone/>
                      </a:pPr>
                      <a:r>
                        <a:rPr lang="en-US" altLang="zh-CN" sz="1600" b="1">
                          <a:solidFill>
                            <a:schemeClr val="tx1"/>
                          </a:solidFill>
                          <a:latin typeface="Times New Roman" panose="02020603050405020304" charset="0"/>
                          <a:cs typeface="Comic Sans MS" panose="030F0702030302020204" charset="0"/>
                        </a:rPr>
                        <a:t>Date</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Sites</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Stay at</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Travel by</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80390">
                <a:tc>
                  <a:txBody>
                    <a:bodyPr/>
                    <a:p>
                      <a:pPr indent="0">
                        <a:buNone/>
                      </a:pPr>
                      <a:r>
                        <a:rPr lang="en-US" altLang="zh-CN" sz="1600" b="1">
                          <a:solidFill>
                            <a:schemeClr val="tx1"/>
                          </a:solidFill>
                          <a:latin typeface="Times New Roman" panose="02020603050405020304" charset="0"/>
                          <a:cs typeface="Comic Sans MS" panose="030F0702030302020204" charset="0"/>
                        </a:rPr>
                        <a:t>201</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7</a:t>
                      </a:r>
                      <a:r>
                        <a:rPr lang="en-US" altLang="zh-CN" sz="1600" b="1">
                          <a:solidFill>
                            <a:schemeClr val="tx1"/>
                          </a:solidFill>
                          <a:latin typeface="Times New Roman" panose="02020603050405020304" charset="0"/>
                          <a:cs typeface="Comic Sans MS" panose="030F0702030302020204" charset="0"/>
                        </a:rPr>
                        <a:t>.</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7</a:t>
                      </a:r>
                      <a:r>
                        <a:rPr lang="en-US" altLang="zh-CN" sz="1600" b="1">
                          <a:solidFill>
                            <a:schemeClr val="tx1"/>
                          </a:solidFill>
                          <a:latin typeface="Times New Roman" panose="02020603050405020304" charset="0"/>
                          <a:cs typeface="Comic Sans MS" panose="030F0702030302020204" charset="0"/>
                        </a:rPr>
                        <a:t>.</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15</a:t>
                      </a:r>
                      <a:r>
                        <a:rPr lang="en-US" altLang="zh-CN" sz="1600" b="1">
                          <a:solidFill>
                            <a:schemeClr val="tx1"/>
                          </a:solidFill>
                          <a:latin typeface="Times New Roman" panose="02020603050405020304" charset="0"/>
                          <a:cs typeface="Comic Sans MS" panose="030F0702030302020204" charset="0"/>
                        </a:rPr>
                        <a:t>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Hangzhou-Vancouver 11:05- 11:10Vancouver -Ottawa</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Courtyard Ottawa East </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200 Coventry Road, K1K 4S3 Ottawa</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Flight CA 1510/991</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79120">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7</a:t>
                      </a:r>
                      <a:r>
                        <a:rPr lang="en-US" altLang="zh-CN" sz="1600" b="1">
                          <a:solidFill>
                            <a:schemeClr val="tx1"/>
                          </a:solidFill>
                          <a:latin typeface="Times New Roman" panose="02020603050405020304" charset="0"/>
                          <a:cs typeface="Comic Sans MS" panose="030F0702030302020204" charset="0"/>
                        </a:rPr>
                        <a:t>.</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15</a:t>
                      </a:r>
                      <a:r>
                        <a:rPr lang="en-US" altLang="zh-CN" sz="1600" b="1">
                          <a:solidFill>
                            <a:schemeClr val="tx1"/>
                          </a:solidFill>
                          <a:latin typeface="Times New Roman" panose="02020603050405020304" charset="0"/>
                          <a:cs typeface="Comic Sans MS" panose="030F0702030302020204" charset="0"/>
                        </a:rPr>
                        <a:t>-7.1</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7</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Ottawa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Courtyard Ottawa East</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200 Coventry Road, K1K 4S3 Ottawa</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car</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5435">
                <a:tc>
                  <a:txBody>
                    <a:bodyPr/>
                    <a:p>
                      <a:pPr indent="0">
                        <a:buNone/>
                      </a:pPr>
                      <a:r>
                        <a:rPr lang="en-US" altLang="zh-CN" sz="1600" b="1">
                          <a:solidFill>
                            <a:schemeClr val="tx1"/>
                          </a:solidFill>
                          <a:latin typeface="Times New Roman" panose="02020603050405020304" charset="0"/>
                          <a:cs typeface="Comic Sans MS" panose="030F0702030302020204" charset="0"/>
                        </a:rPr>
                        <a:t>7.</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18</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 Ottawa-</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2h-</a:t>
                      </a:r>
                      <a:r>
                        <a:rPr lang="en-US" altLang="zh-CN" sz="1600" b="1">
                          <a:solidFill>
                            <a:schemeClr val="tx1"/>
                          </a:solidFill>
                          <a:latin typeface="Times New Roman" panose="02020603050405020304" charset="0"/>
                          <a:cs typeface="Comic Sans MS" panose="030F0702030302020204" charset="0"/>
                        </a:rPr>
                        <a:t>Kingston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Times New Roman" panose="02020603050405020304" charset="0"/>
                        </a:rPr>
                        <a:t>Residence Inn by Marriott Kingston Water's Edge   </a:t>
                      </a:r>
                      <a:r>
                        <a:rPr lang="en-US" altLang="zh-CN" sz="1600" b="1">
                          <a:solidFill>
                            <a:schemeClr val="tx1"/>
                          </a:solidFill>
                          <a:latin typeface="Times New Roman" panose="02020603050405020304" charset="0"/>
                          <a:cs typeface="Comic Sans MS" panose="030F0702030302020204" charset="0"/>
                        </a:rPr>
                        <a:t>7 Earl Street</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a:t>
                      </a:r>
                      <a:r>
                        <a:rPr lang="en-US" altLang="zh-CN" sz="1600" b="1">
                          <a:solidFill>
                            <a:schemeClr val="tx1"/>
                          </a:solidFill>
                          <a:latin typeface="Times New Roman" panose="02020603050405020304" charset="0"/>
                          <a:cs typeface="Comic Sans MS" panose="030F0702030302020204" charset="0"/>
                        </a:rPr>
                        <a:t>Kingston , K7L 0A4</a:t>
                      </a:r>
                      <a:endParaRPr lang="en-US" altLang="zh-CN" sz="1600" b="1">
                        <a:solidFill>
                          <a:schemeClr val="tx1"/>
                        </a:solidFill>
                        <a:latin typeface="Times New Roman" panose="02020603050405020304" charset="0"/>
                        <a:ea typeface="宋体" panose="02010600030101010101" pitchFamily="2" charset="-122"/>
                        <a:cs typeface="Comic Sans MS" panose="030F0702030302020204" charset="0"/>
                      </a:endParaRPr>
                    </a:p>
                  </a:txBody>
                  <a:tcPr marL="68580" marR="68580" marT="0" marB="0"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car</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67055">
                <a:tc>
                  <a:txBody>
                    <a:bodyPr/>
                    <a:p>
                      <a:pPr indent="0">
                        <a:buNone/>
                      </a:pPr>
                      <a:r>
                        <a:rPr lang="en-US" altLang="zh-CN" sz="1600" b="1">
                          <a:solidFill>
                            <a:schemeClr val="tx1"/>
                          </a:solidFill>
                          <a:latin typeface="Times New Roman" panose="02020603050405020304" charset="0"/>
                          <a:cs typeface="Comic Sans MS" panose="030F0702030302020204" charset="0"/>
                        </a:rPr>
                        <a:t>7.</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19</a:t>
                      </a:r>
                      <a:r>
                        <a:rPr lang="en-US" altLang="zh-CN" sz="1600" b="1">
                          <a:solidFill>
                            <a:schemeClr val="tx1"/>
                          </a:solidFill>
                          <a:latin typeface="Times New Roman" panose="02020603050405020304" charset="0"/>
                          <a:cs typeface="Comic Sans MS" panose="030F0702030302020204" charset="0"/>
                        </a:rPr>
                        <a:t>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 </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Kingston</a:t>
                      </a:r>
                      <a:r>
                        <a:rPr lang="en-US" altLang="zh-CN" sz="1600" b="1">
                          <a:solidFill>
                            <a:schemeClr val="tx1"/>
                          </a:solidFill>
                          <a:latin typeface="Times New Roman" panose="02020603050405020304" charset="0"/>
                          <a:cs typeface="Comic Sans MS" panose="030F0702030302020204" charset="0"/>
                        </a:rPr>
                        <a:t>-</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2.5h-</a:t>
                      </a:r>
                      <a:r>
                        <a:rPr lang="en-US" altLang="zh-CN" sz="1600" b="1">
                          <a:solidFill>
                            <a:schemeClr val="tx1"/>
                          </a:solidFill>
                          <a:latin typeface="Times New Roman" panose="02020603050405020304" charset="0"/>
                          <a:cs typeface="Comic Sans MS" panose="030F0702030302020204" charset="0"/>
                        </a:rPr>
                        <a:t>Toronto</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-1.5h-Nigara</a:t>
                      </a:r>
                      <a:r>
                        <a:rPr lang="en-US" altLang="zh-CN" sz="1600" b="1">
                          <a:solidFill>
                            <a:schemeClr val="tx1"/>
                          </a:solidFill>
                          <a:latin typeface="Times New Roman" panose="02020603050405020304" charset="0"/>
                          <a:cs typeface="Comic Sans MS" panose="030F0702030302020204" charset="0"/>
                        </a:rPr>
                        <a:t> </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Fall </a:t>
                      </a:r>
                      <a:r>
                        <a:rPr lang="en-US" altLang="zh-CN" sz="1600" b="1">
                          <a:solidFill>
                            <a:schemeClr val="tx1"/>
                          </a:solidFill>
                          <a:latin typeface="Times New Roman" panose="02020603050405020304" charset="0"/>
                          <a:cs typeface="Comic Sans MS" panose="030F0702030302020204" charset="0"/>
                        </a:rPr>
                        <a:t>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Hilton Hotel and Suites Niagara Falls/Fallsview 6361</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 </a:t>
                      </a:r>
                      <a:r>
                        <a:rPr lang="en-US" altLang="zh-CN" sz="1600" b="1">
                          <a:solidFill>
                            <a:schemeClr val="tx1"/>
                          </a:solidFill>
                          <a:latin typeface="Times New Roman" panose="02020603050405020304" charset="0"/>
                          <a:cs typeface="Comic Sans MS" panose="030F0702030302020204" charset="0"/>
                        </a:rPr>
                        <a:t>Fallsview BoulevardNiagara Falls, L2G 3V9</a:t>
                      </a:r>
                      <a:endParaRPr lang="en-US" altLang="zh-CN" sz="1600" b="1">
                        <a:solidFill>
                          <a:schemeClr val="tx1"/>
                        </a:solidFill>
                        <a:latin typeface="Times New Roman" panose="02020603050405020304" charset="0"/>
                        <a:ea typeface="宋体" panose="02010600030101010101" pitchFamily="2" charset="-122"/>
                        <a:cs typeface="Comic Sans MS" panose="030F0702030302020204" charset="0"/>
                      </a:endParaRPr>
                    </a:p>
                  </a:txBody>
                  <a:tcPr marL="68580" marR="68580" marT="133350" marB="26669"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car</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94995">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7.20</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 Toronto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alibri" panose="020F0502020204030204" charset="0"/>
                        </a:rPr>
                        <a:t> Residence Inn by Marriott Toronto Airport </a:t>
                      </a:r>
                      <a:endParaRPr lang="en-US" altLang="zh-CN" sz="1600" b="1">
                        <a:solidFill>
                          <a:schemeClr val="tx1"/>
                        </a:solidFill>
                        <a:latin typeface="Times New Roman" panose="02020603050405020304" charset="0"/>
                        <a:cs typeface="Calibri" panose="020F0502020204030204" charset="0"/>
                      </a:endParaRPr>
                    </a:p>
                    <a:p>
                      <a:pPr indent="0">
                        <a:buNone/>
                      </a:pPr>
                      <a:r>
                        <a:rPr lang="en-US" altLang="zh-CN" sz="1600" b="1">
                          <a:solidFill>
                            <a:schemeClr val="tx1"/>
                          </a:solidFill>
                          <a:latin typeface="Times New Roman" panose="02020603050405020304" charset="0"/>
                          <a:cs typeface="Comic Sans MS" panose="030F0702030302020204" charset="0"/>
                        </a:rPr>
                        <a:t>17 Reading Court Etobicoke</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 </a:t>
                      </a:r>
                      <a:r>
                        <a:rPr lang="en-US" altLang="zh-CN" sz="1600" b="1">
                          <a:solidFill>
                            <a:schemeClr val="tx1"/>
                          </a:solidFill>
                          <a:latin typeface="Times New Roman" panose="02020603050405020304" charset="0"/>
                          <a:cs typeface="Comic Sans MS" panose="030F0702030302020204" charset="0"/>
                        </a:rPr>
                        <a:t>Toronto , M9W 7K7</a:t>
                      </a:r>
                      <a:endParaRPr lang="en-US" altLang="zh-CN" sz="1600" b="1">
                        <a:solidFill>
                          <a:schemeClr val="tx1"/>
                        </a:solidFill>
                        <a:latin typeface="Times New Roman" panose="02020603050405020304" charset="0"/>
                        <a:ea typeface="Calibri" panose="020F050202020403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car</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30860">
                <a:tc>
                  <a:txBody>
                    <a:bodyPr/>
                    <a:p>
                      <a:pPr indent="0">
                        <a:buNone/>
                      </a:pPr>
                      <a:r>
                        <a:rPr lang="en-US" altLang="zh-CN" sz="1600" b="1">
                          <a:solidFill>
                            <a:schemeClr val="tx1"/>
                          </a:solidFill>
                          <a:latin typeface="Times New Roman" panose="02020603050405020304" charset="0"/>
                          <a:cs typeface="Comic Sans MS" panose="030F0702030302020204" charset="0"/>
                        </a:rPr>
                        <a:t>7.</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21</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Toronto-Calgary</a:t>
                      </a:r>
                      <a:r>
                        <a:rPr lang="en-US" altLang="zh-CN" sz="1600" b="1">
                          <a:solidFill>
                            <a:schemeClr val="tx1"/>
                          </a:solidFill>
                          <a:latin typeface="Times New Roman" panose="02020603050405020304" charset="0"/>
                          <a:cs typeface="Helvetica Neue" charset="0"/>
                        </a:rPr>
                        <a:t>CrossIron Mills</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 shopping</a:t>
                      </a:r>
                      <a:r>
                        <a:rPr lang="en-US" altLang="zh-CN" sz="1600" b="1" i="1">
                          <a:solidFill>
                            <a:schemeClr val="tx1"/>
                          </a:solidFill>
                          <a:latin typeface="Times New Roman" panose="02020603050405020304" charset="0"/>
                          <a:cs typeface="Comic Sans MS" panose="030F0702030302020204" charset="0"/>
                        </a:rPr>
                        <a:t> </a:t>
                      </a:r>
                      <a:endParaRPr lang="en-US" altLang="zh-CN" sz="1600" b="1" i="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Lakeview Signature Inn </a:t>
                      </a:r>
                      <a:endParaRPr lang="en-US" altLang="zh-CN" sz="1600" b="1">
                        <a:solidFill>
                          <a:schemeClr val="tx1"/>
                        </a:solidFill>
                        <a:latin typeface="Times New Roman" panose="02020603050405020304" charset="0"/>
                        <a:cs typeface="Comic Sans MS" panose="030F0702030302020204" charset="0"/>
                      </a:endParaRPr>
                    </a:p>
                    <a:p>
                      <a:pPr indent="0">
                        <a:buNone/>
                      </a:pPr>
                      <a:r>
                        <a:rPr lang="en-US" altLang="zh-CN" sz="1600" b="1">
                          <a:solidFill>
                            <a:schemeClr val="tx1"/>
                          </a:solidFill>
                          <a:latin typeface="Times New Roman" panose="02020603050405020304" charset="0"/>
                          <a:cs typeface="Comic Sans MS" panose="030F0702030302020204" charset="0"/>
                        </a:rPr>
                        <a:t>2622 39th Avenue Northeast, T1Y 7J9  14037353336</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68580" marR="68580" marT="0" marB="0"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Flight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2445">
                <a:tc>
                  <a:txBody>
                    <a:bodyPr/>
                    <a:p>
                      <a:pPr indent="0">
                        <a:buNone/>
                      </a:pPr>
                      <a:r>
                        <a:rPr lang="en-US" altLang="zh-CN" sz="1600" b="1">
                          <a:solidFill>
                            <a:schemeClr val="tx1"/>
                          </a:solidFill>
                          <a:latin typeface="Times New Roman" panose="02020603050405020304" charset="0"/>
                          <a:cs typeface="Comic Sans MS" panose="030F0702030302020204" charset="0"/>
                        </a:rPr>
                        <a:t>7.</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22-7.24</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Calgary-1A-</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a:t>
                      </a:r>
                      <a:r>
                        <a:rPr lang="en-US" altLang="zh-CN" sz="1600" b="1">
                          <a:solidFill>
                            <a:schemeClr val="tx1"/>
                          </a:solidFill>
                          <a:latin typeface="Times New Roman" panose="02020603050405020304" charset="0"/>
                          <a:cs typeface="Comic Sans MS" panose="030F0702030302020204" charset="0"/>
                        </a:rPr>
                        <a:t>Canmore</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)-banff-Lake louise</a:t>
                      </a:r>
                      <a:r>
                        <a:rPr lang="en-US" altLang="zh-CN" sz="1600" b="1">
                          <a:solidFill>
                            <a:schemeClr val="tx1"/>
                          </a:solidFill>
                          <a:latin typeface="Times New Roman" panose="02020603050405020304" charset="0"/>
                          <a:cs typeface="Comic Sans MS" panose="030F0702030302020204" charset="0"/>
                        </a:rPr>
                        <a:t>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Helvetica" charset="0"/>
                        </a:rPr>
                        <a:t>Lake Louise Inn</a:t>
                      </a:r>
                      <a:endParaRPr lang="en-US" altLang="zh-CN" sz="1600" b="1">
                        <a:solidFill>
                          <a:schemeClr val="tx1"/>
                        </a:solidFill>
                        <a:latin typeface="Times New Roman" panose="02020603050405020304" charset="0"/>
                        <a:cs typeface="Helvetica" charset="0"/>
                      </a:endParaRPr>
                    </a:p>
                    <a:p>
                      <a:pPr indent="0">
                        <a:buNone/>
                      </a:pPr>
                      <a:r>
                        <a:rPr lang="en-US" altLang="zh-CN" sz="1600" b="1">
                          <a:solidFill>
                            <a:schemeClr val="tx1"/>
                          </a:solidFill>
                          <a:latin typeface="Times New Roman" panose="02020603050405020304" charset="0"/>
                          <a:cs typeface="Helvetica" charset="0"/>
                        </a:rPr>
                        <a:t>210 Village Road PO BOX 209, Lake Louise, T0L 1E0</a:t>
                      </a:r>
                      <a:endParaRPr lang="en-US" altLang="zh-CN" sz="1600" b="1">
                        <a:solidFill>
                          <a:schemeClr val="tx1"/>
                        </a:solidFill>
                        <a:latin typeface="Times New Roman" panose="02020603050405020304" charset="0"/>
                        <a:ea typeface="Helvetica" charset="0"/>
                        <a:cs typeface="Helvetica" charset="0"/>
                      </a:endParaRPr>
                    </a:p>
                  </a:txBody>
                  <a:tcPr marL="68580" marR="68580" marT="0" marB="0"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car</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2445">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7.25</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Lake Louise</a:t>
                      </a:r>
                      <a:r>
                        <a:rPr lang="en-US" altLang="zh-CN" sz="1600" b="1">
                          <a:solidFill>
                            <a:schemeClr val="tx1"/>
                          </a:solidFill>
                          <a:latin typeface="Times New Roman" panose="02020603050405020304" charset="0"/>
                          <a:cs typeface="Comic Sans MS" panose="030F0702030302020204" charset="0"/>
                        </a:rPr>
                        <a:t>-</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(232km)3h-</a:t>
                      </a:r>
                      <a:r>
                        <a:rPr lang="en-US" altLang="zh-CN" sz="1600" b="1">
                          <a:solidFill>
                            <a:schemeClr val="tx1"/>
                          </a:solidFill>
                          <a:latin typeface="Times New Roman" panose="02020603050405020304" charset="0"/>
                          <a:cs typeface="Comic Sans MS" panose="030F0702030302020204" charset="0"/>
                        </a:rPr>
                        <a:t>Jasper </a:t>
                      </a:r>
                      <a:endParaRPr lang="en-US" altLang="zh-CN" sz="1600" b="1">
                        <a:solidFill>
                          <a:schemeClr val="tx1"/>
                        </a:solidFill>
                        <a:latin typeface="Times New Roman" panose="02020603050405020304" charset="0"/>
                        <a:ea typeface="宋体" panose="02010600030101010101" pitchFamily="2" charset="-122"/>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Times New Roman" panose="02020603050405020304" charset="0"/>
                        </a:rPr>
                        <a:t> Dave &amp; Honey's Accommodation </a:t>
                      </a:r>
                      <a:endParaRPr lang="en-US" altLang="zh-CN" sz="1600" b="1">
                        <a:solidFill>
                          <a:schemeClr val="tx1"/>
                        </a:solidFill>
                        <a:latin typeface="Times New Roman" panose="02020603050405020304" charset="0"/>
                        <a:cs typeface="Times New Roman" panose="02020603050405020304" charset="0"/>
                      </a:endParaRPr>
                    </a:p>
                    <a:p>
                      <a:pPr indent="0">
                        <a:buNone/>
                      </a:pPr>
                      <a:r>
                        <a:rPr lang="en-US" altLang="zh-CN" sz="1600" b="1">
                          <a:solidFill>
                            <a:schemeClr val="tx1"/>
                          </a:solidFill>
                          <a:latin typeface="Times New Roman" panose="02020603050405020304" charset="0"/>
                          <a:cs typeface="Times New Roman" panose="02020603050405020304" charset="0"/>
                        </a:rPr>
                        <a:t>804 Turret Street, T0E 1E0 ，Jasper    </a:t>
                      </a:r>
                      <a:r>
                        <a:rPr lang="en-US" altLang="zh-CN" sz="1600" b="1">
                          <a:solidFill>
                            <a:schemeClr val="tx1"/>
                          </a:solidFill>
                          <a:latin typeface="Times New Roman" panose="02020603050405020304" charset="0"/>
                          <a:cs typeface="Comic Sans MS" panose="030F0702030302020204" charset="0"/>
                        </a:rPr>
                        <a:t>1780852727</a:t>
                      </a:r>
                      <a:endParaRPr lang="en-US" altLang="zh-CN" sz="1600" b="1">
                        <a:solidFill>
                          <a:schemeClr val="tx1"/>
                        </a:solidFill>
                        <a:latin typeface="Times New Roman" panose="02020603050405020304" charset="0"/>
                        <a:ea typeface="Times New Roman" panose="020206030504050203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car</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2445">
                <a:tc>
                  <a:txBody>
                    <a:bodyPr/>
                    <a:p>
                      <a:pPr indent="0">
                        <a:buNone/>
                      </a:pPr>
                      <a:r>
                        <a:rPr lang="en-US" altLang="zh-CN" sz="1600" b="1">
                          <a:solidFill>
                            <a:schemeClr val="tx1"/>
                          </a:solidFill>
                          <a:latin typeface="Times New Roman" panose="02020603050405020304" charset="0"/>
                          <a:cs typeface="Comic Sans MS" panose="030F0702030302020204" charset="0"/>
                        </a:rPr>
                        <a:t>7.</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26</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Jasper-</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(321km)4h-</a:t>
                      </a:r>
                      <a:r>
                        <a:rPr lang="en-US" altLang="zh-CN" sz="1600" b="1">
                          <a:solidFill>
                            <a:schemeClr val="tx1"/>
                          </a:solidFill>
                          <a:latin typeface="Times New Roman" panose="02020603050405020304" charset="0"/>
                          <a:cs typeface="Comic Sans MS" panose="030F0702030302020204" charset="0"/>
                        </a:rPr>
                        <a:t> Golden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 Kapristo Lodge</a:t>
                      </a:r>
                      <a:endParaRPr lang="en-US" altLang="zh-CN" sz="1600" b="1">
                        <a:solidFill>
                          <a:schemeClr val="tx1"/>
                        </a:solidFill>
                        <a:latin typeface="Times New Roman" panose="02020603050405020304" charset="0"/>
                        <a:cs typeface="Comic Sans MS" panose="030F0702030302020204" charset="0"/>
                      </a:endParaRPr>
                    </a:p>
                    <a:p>
                      <a:pPr indent="0">
                        <a:buNone/>
                      </a:pPr>
                      <a:r>
                        <a:rPr lang="en-US" altLang="zh-CN" sz="1600" b="1">
                          <a:solidFill>
                            <a:schemeClr val="tx1"/>
                          </a:solidFill>
                          <a:latin typeface="Times New Roman" panose="02020603050405020304" charset="0"/>
                          <a:cs typeface="Comic Sans MS" panose="030F0702030302020204" charset="0"/>
                        </a:rPr>
                        <a:t>1297 Campbell Road, V0A 1H7 12503446048</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car</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2445">
                <a:tc>
                  <a:txBody>
                    <a:bodyPr/>
                    <a:p>
                      <a:pPr indent="0">
                        <a:buNone/>
                      </a:pPr>
                      <a:r>
                        <a:rPr lang="en-US" altLang="zh-CN" sz="1600" b="1">
                          <a:solidFill>
                            <a:schemeClr val="tx1"/>
                          </a:solidFill>
                          <a:latin typeface="Times New Roman" panose="02020603050405020304" charset="0"/>
                          <a:cs typeface="Comic Sans MS" panose="030F0702030302020204" charset="0"/>
                        </a:rPr>
                        <a:t>7.</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27</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Golden</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a:t>
                      </a:r>
                      <a:r>
                        <a:rPr lang="en-US" altLang="zh-CN" sz="1600" b="1">
                          <a:solidFill>
                            <a:schemeClr val="tx1"/>
                          </a:solidFill>
                          <a:latin typeface="Times New Roman" panose="02020603050405020304" charset="0"/>
                          <a:cs typeface="Comic Sans MS" panose="030F0702030302020204" charset="0"/>
                        </a:rPr>
                        <a:t>Vancouver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alibri" panose="020F0502020204030204" charset="0"/>
                        </a:rPr>
                        <a:t> Robson Suites</a:t>
                      </a:r>
                      <a:endParaRPr lang="en-US" altLang="zh-CN" sz="1600" b="1">
                        <a:solidFill>
                          <a:schemeClr val="tx1"/>
                        </a:solidFill>
                        <a:latin typeface="Times New Roman" panose="02020603050405020304" charset="0"/>
                        <a:cs typeface="Calibri" panose="020F0502020204030204" charset="0"/>
                      </a:endParaRPr>
                    </a:p>
                    <a:p>
                      <a:pPr indent="0">
                        <a:buNone/>
                      </a:pPr>
                      <a:r>
                        <a:rPr lang="en-US" altLang="zh-CN" sz="1600" b="1">
                          <a:solidFill>
                            <a:schemeClr val="tx1"/>
                          </a:solidFill>
                          <a:latin typeface="Times New Roman" panose="02020603050405020304" charset="0"/>
                          <a:cs typeface="Calibri" panose="020F0502020204030204" charset="0"/>
                        </a:rPr>
                        <a:t>777 Bidwell Street, V6G 3B9 +16046859777</a:t>
                      </a:r>
                      <a:endParaRPr lang="en-US" altLang="zh-CN" sz="1600" b="1">
                        <a:solidFill>
                          <a:schemeClr val="tx1"/>
                        </a:solidFill>
                        <a:latin typeface="Times New Roman" panose="02020603050405020304" charset="0"/>
                        <a:ea typeface="Calibri" panose="020F0502020204030204" charset="0"/>
                        <a:cs typeface="Calibri" panose="020F050202020403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car</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12445">
                <a:tc>
                  <a:txBody>
                    <a:bodyPr/>
                    <a:p>
                      <a:pPr indent="0">
                        <a:buNone/>
                      </a:pPr>
                      <a:r>
                        <a:rPr lang="en-US" altLang="zh-CN" sz="1600" b="1">
                          <a:solidFill>
                            <a:schemeClr val="tx1"/>
                          </a:solidFill>
                          <a:latin typeface="Times New Roman" panose="02020603050405020304" charset="0"/>
                          <a:cs typeface="Comic Sans MS" panose="030F0702030302020204" charset="0"/>
                        </a:rPr>
                        <a:t>7.</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28</a:t>
                      </a:r>
                      <a:r>
                        <a:rPr lang="en-US" altLang="zh-CN" sz="1600" b="1">
                          <a:solidFill>
                            <a:schemeClr val="tx1"/>
                          </a:solidFill>
                          <a:latin typeface="Times New Roman" panose="02020603050405020304" charset="0"/>
                          <a:cs typeface="Comic Sans MS" panose="030F0702030302020204" charset="0"/>
                        </a:rPr>
                        <a:t>-</a:t>
                      </a: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8.1</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Vancouver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alibri" panose="020F0502020204030204" charset="0"/>
                        </a:rPr>
                        <a:t>Robson Suites</a:t>
                      </a:r>
                      <a:endParaRPr lang="en-US" altLang="zh-CN" sz="1600" b="1">
                        <a:solidFill>
                          <a:schemeClr val="tx1"/>
                        </a:solidFill>
                        <a:latin typeface="Times New Roman" panose="02020603050405020304" charset="0"/>
                        <a:cs typeface="Calibri" panose="020F0502020204030204" charset="0"/>
                      </a:endParaRPr>
                    </a:p>
                    <a:p>
                      <a:pPr indent="0">
                        <a:buNone/>
                      </a:pPr>
                      <a:r>
                        <a:rPr lang="en-US" altLang="zh-CN" sz="1600" b="1">
                          <a:solidFill>
                            <a:schemeClr val="tx1"/>
                          </a:solidFill>
                          <a:latin typeface="Times New Roman" panose="02020603050405020304" charset="0"/>
                          <a:cs typeface="Calibri" panose="020F0502020204030204" charset="0"/>
                        </a:rPr>
                        <a:t>777 Bidwell Street, V6G 3B9 +16046859777</a:t>
                      </a:r>
                      <a:endParaRPr lang="en-US" altLang="zh-CN" sz="1600" b="1">
                        <a:solidFill>
                          <a:schemeClr val="tx1"/>
                        </a:solidFill>
                        <a:latin typeface="Times New Roman" panose="02020603050405020304" charset="0"/>
                        <a:ea typeface="Calibri" panose="020F0502020204030204" charset="0"/>
                        <a:cs typeface="Calibri" panose="020F050202020403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 car</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72440">
                <a:tc>
                  <a:txBody>
                    <a:bodyPr/>
                    <a:p>
                      <a:pPr indent="0">
                        <a:buNone/>
                      </a:pPr>
                      <a:r>
                        <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rPr>
                        <a:t>8.2</a:t>
                      </a:r>
                      <a:endParaRPr lang="en-US" altLang="zh-CN" sz="1600" b="1">
                        <a:solidFill>
                          <a:schemeClr val="tx1"/>
                        </a:solidFill>
                        <a:latin typeface="Times New Roman" panose="02020603050405020304" charset="0"/>
                        <a:ea typeface="宋体" panose="02010600030101010101" pitchFamily="2" charset="-122"/>
                        <a:cs typeface="宋体" panose="02010600030101010101" pitchFamily="2" charset="-122"/>
                      </a:endParaRPr>
                    </a:p>
                  </a:txBody>
                  <a:tcPr marL="0" marR="0" marT="0" marB="1" vert="horz" anchor="t">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Vancouver-Hangzhou10:40-18:30</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1270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 </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buNone/>
                      </a:pPr>
                      <a:r>
                        <a:rPr lang="en-US" altLang="zh-CN" sz="1600" b="1">
                          <a:solidFill>
                            <a:schemeClr val="tx1"/>
                          </a:solidFill>
                          <a:latin typeface="Times New Roman" panose="02020603050405020304" charset="0"/>
                          <a:cs typeface="Comic Sans MS" panose="030F0702030302020204" charset="0"/>
                        </a:rPr>
                        <a:t>FlightCA998/1563</a:t>
                      </a:r>
                      <a:endParaRPr lang="en-US" altLang="zh-CN" sz="1600" b="1">
                        <a:solidFill>
                          <a:schemeClr val="tx1"/>
                        </a:solidFill>
                        <a:latin typeface="Times New Roman" panose="02020603050405020304" charset="0"/>
                        <a:ea typeface="Comic Sans MS" panose="030F0702030302020204" charset="0"/>
                        <a:cs typeface="Comic Sans MS" panose="030F0702030302020204" charset="0"/>
                      </a:endParaRPr>
                    </a:p>
                  </a:txBody>
                  <a:tcPr marL="0" marR="0" marT="0" marB="1" vert="horz" anchor="t">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6000" b="1" dirty="0" smtClean="0">
                <a:solidFill>
                  <a:schemeClr val="accent6">
                    <a:lumMod val="75000"/>
                  </a:schemeClr>
                </a:solidFill>
                <a:effectLst>
                  <a:outerShdw blurRad="38100" dist="38100" dir="2700000" algn="tl">
                    <a:srgbClr val="000000">
                      <a:alpha val="43137"/>
                    </a:srgbClr>
                  </a:outerShdw>
                </a:effectLst>
              </a:rPr>
              <a:t>Preparation</a:t>
            </a:r>
            <a:endParaRPr lang="en-US" altLang="zh-CN" sz="6000" b="1" dirty="0" smtClean="0">
              <a:solidFill>
                <a:schemeClr val="accent6">
                  <a:lumMod val="75000"/>
                </a:schemeClr>
              </a:solidFill>
              <a:effectLst>
                <a:outerShdw blurRad="38100" dist="38100" dir="2700000" algn="tl">
                  <a:srgbClr val="000000">
                    <a:alpha val="43137"/>
                  </a:srgbClr>
                </a:outerShdw>
              </a:effectLst>
            </a:endParaRPr>
          </a:p>
          <a:p>
            <a:r>
              <a:rPr lang="en-US" altLang="zh-CN" sz="6000" b="1" dirty="0" smtClean="0">
                <a:solidFill>
                  <a:schemeClr val="accent6">
                    <a:lumMod val="75000"/>
                  </a:schemeClr>
                </a:solidFill>
                <a:effectLst>
                  <a:outerShdw blurRad="38100" dist="38100" dir="2700000" algn="tl">
                    <a:srgbClr val="000000">
                      <a:alpha val="43137"/>
                    </a:srgbClr>
                  </a:outerShdw>
                </a:effectLst>
              </a:rPr>
              <a:t>Booking</a:t>
            </a:r>
            <a:endParaRPr lang="en-US" altLang="zh-CN" sz="6000" b="1" dirty="0" smtClean="0">
              <a:solidFill>
                <a:schemeClr val="accent6">
                  <a:lumMod val="75000"/>
                </a:schemeClr>
              </a:solidFill>
              <a:effectLst>
                <a:outerShdw blurRad="38100" dist="38100" dir="2700000" algn="tl">
                  <a:srgbClr val="000000">
                    <a:alpha val="43137"/>
                  </a:srgbClr>
                </a:outerShdw>
              </a:effectLst>
            </a:endParaRPr>
          </a:p>
          <a:p>
            <a:r>
              <a:rPr lang="en-US" altLang="zh-CN" sz="6000" b="1" dirty="0" smtClean="0">
                <a:solidFill>
                  <a:schemeClr val="accent6">
                    <a:lumMod val="75000"/>
                  </a:schemeClr>
                </a:solidFill>
                <a:effectLst>
                  <a:outerShdw blurRad="38100" dist="38100" dir="2700000" algn="tl">
                    <a:srgbClr val="000000">
                      <a:alpha val="43137"/>
                    </a:srgbClr>
                  </a:outerShdw>
                </a:effectLst>
              </a:rPr>
              <a:t>Getting Ready to Go</a:t>
            </a:r>
            <a:endParaRPr lang="zh-CN" altLang="en-US" sz="6000" b="1" dirty="0">
              <a:solidFill>
                <a:schemeClr val="accent6">
                  <a:lumMod val="75000"/>
                </a:schemeClr>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solidFill>
                  <a:schemeClr val="accent6">
                    <a:lumMod val="75000"/>
                  </a:schemeClr>
                </a:solidFill>
                <a:effectLst>
                  <a:outerShdw blurRad="38100" dist="38100" dir="2700000" algn="tl">
                    <a:srgbClr val="000000">
                      <a:alpha val="43137"/>
                    </a:srgbClr>
                  </a:outerShdw>
                </a:effectLst>
              </a:rPr>
              <a:t>Preparation</a:t>
            </a:r>
            <a:endParaRPr lang="zh-CN" altLang="en-US" sz="6000" dirty="0"/>
          </a:p>
        </p:txBody>
      </p:sp>
      <p:sp>
        <p:nvSpPr>
          <p:cNvPr id="3" name="内容占位符 2"/>
          <p:cNvSpPr>
            <a:spLocks noGrp="1"/>
          </p:cNvSpPr>
          <p:nvPr>
            <p:ph idx="1"/>
          </p:nvPr>
        </p:nvSpPr>
        <p:spPr>
          <a:xfrm>
            <a:off x="1043608" y="1600200"/>
            <a:ext cx="7643192" cy="4525963"/>
          </a:xfrm>
        </p:spPr>
        <p:txBody>
          <a:bodyPr/>
          <a:lstStyle/>
          <a:p>
            <a:pPr marL="0" indent="0">
              <a:buNone/>
            </a:pPr>
            <a:r>
              <a:rPr lang="en-US" altLang="zh-CN" sz="4000" b="1" dirty="0" smtClean="0">
                <a:hlinkClick r:id="rId1"/>
              </a:rPr>
              <a:t>www.baidu.com</a:t>
            </a:r>
            <a:endParaRPr lang="en-US" altLang="zh-CN" sz="4000" b="1" dirty="0" smtClean="0"/>
          </a:p>
          <a:p>
            <a:pPr marL="0" indent="0">
              <a:buNone/>
            </a:pPr>
            <a:r>
              <a:rPr lang="en-US" altLang="zh-CN" sz="4000" b="1" dirty="0" smtClean="0">
                <a:hlinkClick r:id="rId2"/>
              </a:rPr>
              <a:t>www.wikipedia.org</a:t>
            </a:r>
            <a:endParaRPr lang="en-US" altLang="zh-CN" sz="4000" b="1" dirty="0" smtClean="0"/>
          </a:p>
          <a:p>
            <a:pPr marL="0" indent="0">
              <a:buNone/>
            </a:pPr>
            <a:r>
              <a:rPr lang="en-US" altLang="zh-CN" sz="4000" b="1" dirty="0" smtClean="0">
                <a:hlinkClick r:id="rId3"/>
              </a:rPr>
              <a:t>www.mafengwo.cn</a:t>
            </a:r>
            <a:endParaRPr lang="en-US" altLang="zh-CN" sz="4000" b="1" dirty="0" smtClean="0"/>
          </a:p>
          <a:p>
            <a:pPr marL="0" indent="0">
              <a:buNone/>
            </a:pPr>
            <a:r>
              <a:rPr lang="en-US" altLang="zh-CN" sz="4000" b="1" dirty="0" smtClean="0">
                <a:hlinkClick r:id="rId4"/>
              </a:rPr>
              <a:t>www.eueueu.com</a:t>
            </a:r>
            <a:endParaRPr lang="en-US" altLang="zh-CN" sz="4000" b="1"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solidFill>
                  <a:schemeClr val="accent6">
                    <a:lumMod val="75000"/>
                  </a:schemeClr>
                </a:solidFill>
                <a:effectLst>
                  <a:outerShdw blurRad="38100" dist="38100" dir="2700000" algn="tl">
                    <a:srgbClr val="000000">
                      <a:alpha val="43137"/>
                    </a:srgbClr>
                  </a:outerShdw>
                </a:effectLst>
              </a:rPr>
              <a:t>Booking</a:t>
            </a:r>
            <a:endParaRPr lang="zh-CN" altLang="en-US" sz="6000" dirty="0"/>
          </a:p>
        </p:txBody>
      </p:sp>
      <p:sp>
        <p:nvSpPr>
          <p:cNvPr id="3" name="内容占位符 2"/>
          <p:cNvSpPr>
            <a:spLocks noGrp="1"/>
          </p:cNvSpPr>
          <p:nvPr>
            <p:ph idx="1"/>
          </p:nvPr>
        </p:nvSpPr>
        <p:spPr/>
        <p:txBody>
          <a:bodyPr/>
          <a:lstStyle/>
          <a:p>
            <a:pPr marL="0" indent="0">
              <a:buNone/>
            </a:pPr>
            <a:r>
              <a:rPr lang="en-US" altLang="zh-CN" sz="4000" b="1" dirty="0" smtClean="0">
                <a:hlinkClick r:id="rId1"/>
              </a:rPr>
              <a:t>www.qunaer.com</a:t>
            </a:r>
            <a:endParaRPr lang="en-US" altLang="zh-CN" sz="4000" b="1" dirty="0" smtClean="0"/>
          </a:p>
          <a:p>
            <a:pPr marL="0" indent="0">
              <a:buNone/>
            </a:pPr>
            <a:r>
              <a:rPr lang="en-US" altLang="zh-CN" sz="4000" b="1" dirty="0" smtClean="0">
                <a:hlinkClick r:id="rId2"/>
              </a:rPr>
              <a:t>www.skyscanner.com</a:t>
            </a:r>
            <a:endParaRPr lang="en-US" altLang="zh-CN" sz="4000" b="1" dirty="0" smtClean="0"/>
          </a:p>
          <a:p>
            <a:pPr marL="0" indent="0">
              <a:buNone/>
            </a:pPr>
            <a:r>
              <a:rPr lang="en-US" altLang="zh-CN" sz="4000" b="1" dirty="0" smtClean="0">
                <a:hlinkClick r:id="rId3"/>
              </a:rPr>
              <a:t>www.airasia.com</a:t>
            </a:r>
            <a:endParaRPr lang="en-US" altLang="zh-CN" sz="4000" b="1" dirty="0" smtClean="0"/>
          </a:p>
          <a:p>
            <a:pPr marL="0" indent="0">
              <a:buNone/>
            </a:pPr>
            <a:r>
              <a:rPr lang="en-US" altLang="zh-CN" sz="4000" b="1" dirty="0" smtClean="0">
                <a:hlinkClick r:id="rId4"/>
              </a:rPr>
              <a:t>www.airasiago.com</a:t>
            </a:r>
            <a:endParaRPr lang="en-US" altLang="zh-CN" sz="4000" b="1" dirty="0" smtClean="0"/>
          </a:p>
          <a:p>
            <a:pPr marL="0" indent="0">
              <a:buNone/>
            </a:pPr>
            <a:endParaRPr lang="en-US" altLang="zh-CN" sz="4000" b="1" dirty="0" smtClean="0"/>
          </a:p>
          <a:p>
            <a:pPr marL="0" indent="0">
              <a:buNone/>
            </a:pPr>
            <a:endParaRPr lang="en-US" altLang="zh-CN" sz="4000" b="1" dirty="0" smtClean="0"/>
          </a:p>
          <a:p>
            <a:pPr marL="0" indent="0">
              <a:buNone/>
            </a:pPr>
            <a:endParaRPr lang="zh-CN"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hlinkClick r:id="rId1"/>
              </a:rPr>
              <a:t>www.airasia.com</a:t>
            </a:r>
            <a:endParaRPr lang="zh-CN" altLang="en-US" sz="6000" b="1"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70" y="1556792"/>
            <a:ext cx="9175144" cy="5301208"/>
          </a:xfr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hlinkClick r:id="rId1"/>
              </a:rPr>
              <a:t>www.airasiago.com</a:t>
            </a:r>
            <a:endParaRPr lang="zh-CN" altLang="en-US" sz="6000" b="1"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74" y="1667216"/>
            <a:ext cx="9103160" cy="5190784"/>
          </a:xfr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a:bodyPr>
          <a:lstStyle/>
          <a:p>
            <a:pPr marL="0" indent="0">
              <a:buNone/>
            </a:pPr>
            <a:r>
              <a:rPr lang="en-US" altLang="zh-CN" sz="4000" b="1" dirty="0" smtClean="0">
                <a:hlinkClick r:id="rId1"/>
              </a:rPr>
              <a:t>www.ctrip.com</a:t>
            </a:r>
            <a:endParaRPr lang="en-US" altLang="zh-CN" sz="4000" b="1" dirty="0" smtClean="0"/>
          </a:p>
          <a:p>
            <a:pPr marL="0" indent="0">
              <a:buNone/>
            </a:pPr>
            <a:r>
              <a:rPr lang="en-US" altLang="zh-CN" sz="4000" b="1" dirty="0" smtClean="0">
                <a:hlinkClick r:id="rId2"/>
              </a:rPr>
              <a:t>www.agoda.com</a:t>
            </a:r>
            <a:endParaRPr lang="en-US" altLang="zh-CN" sz="4000" b="1" dirty="0" smtClean="0"/>
          </a:p>
          <a:p>
            <a:pPr marL="0" indent="0">
              <a:buNone/>
            </a:pPr>
            <a:r>
              <a:rPr lang="en-US" altLang="zh-CN" sz="4000" b="1" dirty="0" smtClean="0">
                <a:hlinkClick r:id="rId3"/>
              </a:rPr>
              <a:t>www.booking.com</a:t>
            </a:r>
            <a:endParaRPr lang="en-US" altLang="zh-CN" sz="4000" b="1" dirty="0" smtClean="0"/>
          </a:p>
        </p:txBody>
      </p:sp>
      <p:sp>
        <p:nvSpPr>
          <p:cNvPr id="4" name="标题 1"/>
          <p:cNvSpPr>
            <a:spLocks noGrp="1"/>
          </p:cNvSpPr>
          <p:nvPr>
            <p:ph type="title"/>
          </p:nvPr>
        </p:nvSpPr>
        <p:spPr/>
        <p:txBody>
          <a:bodyPr>
            <a:normAutofit/>
          </a:bodyPr>
          <a:lstStyle/>
          <a:p>
            <a:r>
              <a:rPr lang="en-US" altLang="zh-CN" sz="6000" b="1" dirty="0" smtClean="0">
                <a:solidFill>
                  <a:schemeClr val="accent6">
                    <a:lumMod val="75000"/>
                  </a:schemeClr>
                </a:solidFill>
                <a:effectLst>
                  <a:outerShdw blurRad="38100" dist="38100" dir="2700000" algn="tl">
                    <a:srgbClr val="000000">
                      <a:alpha val="43137"/>
                    </a:srgbClr>
                  </a:outerShdw>
                </a:effectLst>
              </a:rPr>
              <a:t>Booking</a:t>
            </a:r>
            <a:endParaRPr lang="zh-CN" altLang="en-US" sz="6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hlinkClick r:id="rId1"/>
              </a:rPr>
              <a:t>www.agoda.com</a:t>
            </a:r>
            <a:endParaRPr lang="zh-CN" altLang="en-US" sz="6000" b="1" dirty="0"/>
          </a:p>
        </p:txBody>
      </p:sp>
      <p:pic>
        <p:nvPicPr>
          <p:cNvPr id="5" name="内容占位符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717009"/>
            <a:ext cx="9143999" cy="5140991"/>
          </a:xfr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solidFill>
                  <a:schemeClr val="accent6">
                    <a:lumMod val="75000"/>
                  </a:schemeClr>
                </a:solidFill>
                <a:effectLst>
                  <a:outerShdw blurRad="38100" dist="38100" dir="2700000" algn="tl">
                    <a:srgbClr val="000000">
                      <a:alpha val="43137"/>
                    </a:srgbClr>
                  </a:outerShdw>
                </a:effectLst>
              </a:rPr>
              <a:t>Getting Ready to Go</a:t>
            </a:r>
            <a:endParaRPr lang="zh-CN" altLang="en-US" sz="6000" dirty="0"/>
          </a:p>
        </p:txBody>
      </p:sp>
      <p:sp>
        <p:nvSpPr>
          <p:cNvPr id="3" name="内容占位符 2"/>
          <p:cNvSpPr>
            <a:spLocks noGrp="1"/>
          </p:cNvSpPr>
          <p:nvPr>
            <p:ph idx="1"/>
          </p:nvPr>
        </p:nvSpPr>
        <p:spPr/>
        <p:txBody>
          <a:bodyPr/>
          <a:lstStyle/>
          <a:p>
            <a:r>
              <a:rPr lang="en-US" altLang="zh-CN" sz="4000" b="1" dirty="0" smtClean="0">
                <a:effectLst>
                  <a:outerShdw blurRad="38100" dist="38100" dir="2700000" algn="tl">
                    <a:srgbClr val="000000">
                      <a:alpha val="43137"/>
                    </a:srgbClr>
                  </a:outerShdw>
                </a:effectLst>
              </a:rPr>
              <a:t>Passport</a:t>
            </a:r>
            <a:endParaRPr lang="en-US" altLang="zh-CN" sz="4000" b="1" dirty="0" smtClean="0">
              <a:effectLst>
                <a:outerShdw blurRad="38100" dist="38100" dir="2700000" algn="tl">
                  <a:srgbClr val="000000">
                    <a:alpha val="43137"/>
                  </a:srgbClr>
                </a:outerShdw>
              </a:effectLst>
            </a:endParaRPr>
          </a:p>
          <a:p>
            <a:r>
              <a:rPr lang="en-US" altLang="zh-CN" sz="4000" b="1" dirty="0" smtClean="0">
                <a:effectLst>
                  <a:outerShdw blurRad="38100" dist="38100" dir="2700000" algn="tl">
                    <a:srgbClr val="000000">
                      <a:alpha val="43137"/>
                    </a:srgbClr>
                  </a:outerShdw>
                </a:effectLst>
              </a:rPr>
              <a:t>Visa</a:t>
            </a:r>
            <a:endParaRPr lang="en-US" altLang="zh-CN" sz="4000" b="1" dirty="0" smtClean="0">
              <a:effectLst>
                <a:outerShdw blurRad="38100" dist="38100" dir="2700000" algn="tl">
                  <a:srgbClr val="000000">
                    <a:alpha val="43137"/>
                  </a:srgbClr>
                </a:outerShdw>
              </a:effectLst>
            </a:endParaRPr>
          </a:p>
          <a:p>
            <a:r>
              <a:rPr lang="en-US" altLang="zh-CN" sz="4000" b="1" dirty="0" smtClean="0">
                <a:effectLst>
                  <a:outerShdw blurRad="38100" dist="38100" dir="2700000" algn="tl">
                    <a:srgbClr val="000000">
                      <a:alpha val="43137"/>
                    </a:srgbClr>
                  </a:outerShdw>
                </a:effectLst>
              </a:rPr>
              <a:t>Arrival/Departure Card</a:t>
            </a:r>
            <a:endParaRPr lang="en-US" altLang="zh-CN" sz="4000" b="1" dirty="0" smtClean="0">
              <a:effectLst>
                <a:outerShdw blurRad="38100" dist="38100" dir="2700000" algn="tl">
                  <a:srgbClr val="000000">
                    <a:alpha val="43137"/>
                  </a:srgbClr>
                </a:outerShdw>
              </a:effectLst>
            </a:endParaRPr>
          </a:p>
          <a:p>
            <a:r>
              <a:rPr lang="en-US" altLang="zh-CN" sz="4000" b="1" dirty="0" smtClean="0">
                <a:effectLst>
                  <a:outerShdw blurRad="38100" dist="38100" dir="2700000" algn="tl">
                    <a:srgbClr val="000000">
                      <a:alpha val="43137"/>
                    </a:srgbClr>
                  </a:outerShdw>
                </a:effectLst>
              </a:rPr>
              <a:t>Customs Declaration </a:t>
            </a:r>
            <a:r>
              <a:rPr lang="en-US" altLang="zh-CN" sz="4000" b="1" dirty="0">
                <a:effectLst>
                  <a:outerShdw blurRad="38100" dist="38100" dir="2700000" algn="tl">
                    <a:srgbClr val="000000">
                      <a:alpha val="43137"/>
                    </a:srgbClr>
                  </a:outerShdw>
                </a:effectLst>
              </a:rPr>
              <a:t>F</a:t>
            </a:r>
            <a:r>
              <a:rPr lang="en-US" altLang="zh-CN" sz="4000" b="1" dirty="0" smtClean="0">
                <a:effectLst>
                  <a:outerShdw blurRad="38100" dist="38100" dir="2700000" algn="tl">
                    <a:srgbClr val="000000">
                      <a:alpha val="43137"/>
                    </a:srgbClr>
                  </a:outerShdw>
                </a:effectLst>
              </a:rPr>
              <a:t>orm</a:t>
            </a:r>
            <a:endParaRPr lang="en-US" altLang="zh-CN" sz="4000" b="1" dirty="0" smtClean="0">
              <a:effectLst>
                <a:outerShdw blurRad="38100" dist="38100" dir="2700000" algn="tl">
                  <a:srgbClr val="000000">
                    <a:alpha val="43137"/>
                  </a:srgbClr>
                </a:outerShdw>
              </a:effectLst>
            </a:endParaRPr>
          </a:p>
          <a:p>
            <a:pPr marL="0" indent="0">
              <a:buNone/>
            </a:pP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effectLst>
                  <a:outerShdw blurRad="38100" dist="38100" dir="2700000" algn="tl">
                    <a:srgbClr val="000000">
                      <a:alpha val="43137"/>
                    </a:srgbClr>
                  </a:outerShdw>
                </a:effectLst>
              </a:rPr>
              <a:t>Passport</a:t>
            </a:r>
            <a:endParaRPr lang="zh-CN" altLang="en-US" sz="6000" b="1" dirty="0">
              <a:effectLst>
                <a:outerShdw blurRad="38100" dist="38100" dir="2700000" algn="tl">
                  <a:srgbClr val="000000">
                    <a:alpha val="43137"/>
                  </a:srgbClr>
                </a:outerShdw>
              </a:effectLst>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11560" y="1439825"/>
            <a:ext cx="7685355" cy="5418175"/>
          </a:xfrm>
          <a:prstGeom prst="rect">
            <a:avLst/>
          </a:prstGeom>
        </p:spPr>
      </p:pic>
      <p:sp>
        <p:nvSpPr>
          <p:cNvPr id="8" name="内容占位符 7"/>
          <p:cNvSpPr>
            <a:spLocks noGrp="1"/>
          </p:cNvSpPr>
          <p:nvPr>
            <p:ph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037898" y="1478356"/>
            <a:ext cx="8106102" cy="5393303"/>
          </a:xfrm>
          <a:prstGeom prst="rect">
            <a:avLst/>
          </a:prstGeom>
        </p:spPr>
      </p:pic>
      <p:pic>
        <p:nvPicPr>
          <p:cNvPr id="5" name="内容占位符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4572000" cy="3223259"/>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Visa</a:t>
            </a:r>
            <a:endParaRPr lang="zh-CN" altLang="en-US" b="1" dirty="0"/>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691680" y="-15130"/>
            <a:ext cx="5112567" cy="6888511"/>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t>Visa on Arrival</a:t>
            </a:r>
            <a:endParaRPr lang="zh-CN" altLang="en-US" sz="6000" b="1" dirty="0"/>
          </a:p>
        </p:txBody>
      </p:sp>
      <p:pic>
        <p:nvPicPr>
          <p:cNvPr id="4" name="内容占位符 3"/>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710872" y="0"/>
            <a:ext cx="5093375" cy="687723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6" name="内容占位符 5" descr="英国1"/>
          <p:cNvPicPr>
            <a:picLocks noGrp="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187624" y="0"/>
            <a:ext cx="6552728" cy="6858000"/>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http://bbs.dy7cd.com/UPLOADFILE/2008-1/20081182141114672.jpg"/>
          <p:cNvPicPr>
            <a:picLocks noGrp="1"/>
          </p:cNvPicPr>
          <p:nvPr>
            <p:ph idx="1"/>
          </p:nvPr>
        </p:nvPicPr>
        <p:blipFill>
          <a:blip r:embed="rId1"/>
          <a:srcRect/>
          <a:stretch>
            <a:fillRect/>
          </a:stretch>
        </p:blipFill>
        <p:spPr bwMode="auto">
          <a:xfrm>
            <a:off x="10015" y="1628800"/>
            <a:ext cx="9144000" cy="446449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descr="http://bbs.dy7cd.com/UPLOADFILE/2008-1/2008118215060126.jpg"/>
          <p:cNvPicPr>
            <a:picLocks noGrp="1"/>
          </p:cNvPicPr>
          <p:nvPr>
            <p:ph idx="1"/>
          </p:nvPr>
        </p:nvPicPr>
        <p:blipFill>
          <a:blip r:embed="rId1"/>
          <a:srcRect/>
          <a:stretch>
            <a:fillRect/>
          </a:stretch>
        </p:blipFill>
        <p:spPr bwMode="auto">
          <a:xfrm>
            <a:off x="0" y="1484784"/>
            <a:ext cx="9144000" cy="49685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229600" cy="1143000"/>
          </a:xfrm>
        </p:spPr>
        <p:txBody>
          <a:bodyPr>
            <a:normAutofit/>
          </a:bodyPr>
          <a:lstStyle/>
          <a:p>
            <a:r>
              <a:rPr lang="en-US" altLang="zh-CN" sz="6000" b="1" dirty="0" smtClean="0"/>
              <a:t>Arrival Card</a:t>
            </a:r>
            <a:endParaRPr lang="zh-CN" altLang="en-US" sz="6000" b="1" dirty="0"/>
          </a:p>
        </p:txBody>
      </p:sp>
      <p:graphicFrame>
        <p:nvGraphicFramePr>
          <p:cNvPr id="4" name="内容占位符 3"/>
          <p:cNvGraphicFramePr>
            <a:graphicFrameLocks noGrp="1"/>
          </p:cNvGraphicFramePr>
          <p:nvPr>
            <p:ph idx="1"/>
          </p:nvPr>
        </p:nvGraphicFramePr>
        <p:xfrm>
          <a:off x="107502" y="1124743"/>
          <a:ext cx="9036498" cy="5728527"/>
        </p:xfrm>
        <a:graphic>
          <a:graphicData uri="http://schemas.openxmlformats.org/drawingml/2006/table">
            <a:tbl>
              <a:tblPr firstRow="1" firstCol="1" bandRow="1">
                <a:tableStyleId>{5C22544A-7EE6-4342-B048-85BDC9FD1C3A}</a:tableStyleId>
              </a:tblPr>
              <a:tblGrid>
                <a:gridCol w="437956"/>
                <a:gridCol w="437956"/>
                <a:gridCol w="437956"/>
                <a:gridCol w="437956"/>
                <a:gridCol w="437956"/>
                <a:gridCol w="437956"/>
                <a:gridCol w="437956"/>
                <a:gridCol w="408760"/>
                <a:gridCol w="408760"/>
                <a:gridCol w="408760"/>
                <a:gridCol w="437956"/>
                <a:gridCol w="437956"/>
                <a:gridCol w="437956"/>
                <a:gridCol w="321168"/>
                <a:gridCol w="189781"/>
                <a:gridCol w="233576"/>
                <a:gridCol w="218978"/>
                <a:gridCol w="233576"/>
                <a:gridCol w="204380"/>
                <a:gridCol w="233576"/>
                <a:gridCol w="204380"/>
                <a:gridCol w="248175"/>
                <a:gridCol w="204380"/>
                <a:gridCol w="204380"/>
                <a:gridCol w="934308"/>
              </a:tblGrid>
              <a:tr h="272787">
                <a:tc gridSpan="5">
                  <a:txBody>
                    <a:bodyPr/>
                    <a:lstStyle/>
                    <a:p>
                      <a:pPr algn="l">
                        <a:spcAft>
                          <a:spcPts val="0"/>
                        </a:spcAft>
                      </a:pPr>
                      <a:r>
                        <a:rPr lang="en-US" sz="1200" kern="0">
                          <a:effectLst/>
                        </a:rPr>
                        <a:t>1. Family Name </a:t>
                      </a:r>
                      <a:r>
                        <a:rPr lang="zh-CN" sz="1200" kern="0">
                          <a:effectLst/>
                        </a:rPr>
                        <a:t>姓</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272787">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545574">
                <a:tc gridSpan="13">
                  <a:txBody>
                    <a:bodyPr/>
                    <a:lstStyle/>
                    <a:p>
                      <a:pPr algn="l">
                        <a:spcAft>
                          <a:spcPts val="0"/>
                        </a:spcAft>
                      </a:pPr>
                      <a:r>
                        <a:rPr lang="en-US" sz="1200" kern="0">
                          <a:effectLst/>
                        </a:rPr>
                        <a:t>2. First (Gicen) Name </a:t>
                      </a:r>
                      <a:r>
                        <a:rPr lang="zh-CN" sz="1200" kern="0">
                          <a:effectLst/>
                        </a:rPr>
                        <a:t>名</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hMerge="1">
                  <a:tcPr/>
                </a:tc>
                <a:tc gridSpan="12">
                  <a:txBody>
                    <a:bodyPr/>
                    <a:lstStyle/>
                    <a:p>
                      <a:pPr algn="l">
                        <a:spcAft>
                          <a:spcPts val="0"/>
                        </a:spcAft>
                      </a:pPr>
                      <a:r>
                        <a:rPr lang="en-US" sz="1200" kern="0">
                          <a:effectLst/>
                        </a:rPr>
                        <a:t>3. Birth Date (day/mo/yr)</a:t>
                      </a:r>
                      <a:endParaRPr lang="zh-CN" sz="1050" kern="100">
                        <a:effectLst/>
                      </a:endParaRPr>
                    </a:p>
                    <a:p>
                      <a:pPr algn="l">
                        <a:spcAft>
                          <a:spcPts val="0"/>
                        </a:spcAft>
                      </a:pPr>
                      <a:r>
                        <a:rPr lang="zh-CN" sz="1200" kern="0">
                          <a:effectLst/>
                        </a:rPr>
                        <a:t>出生日期（日</a:t>
                      </a:r>
                      <a:r>
                        <a:rPr lang="en-US" sz="1200" kern="0">
                          <a:effectLst/>
                        </a:rPr>
                        <a:t>/</a:t>
                      </a:r>
                      <a:r>
                        <a:rPr lang="zh-CN" sz="1200" kern="0">
                          <a:effectLst/>
                        </a:rPr>
                        <a:t>月</a:t>
                      </a:r>
                      <a:r>
                        <a:rPr lang="en-US" sz="1200" kern="0">
                          <a:effectLst/>
                        </a:rPr>
                        <a:t>/</a:t>
                      </a:r>
                      <a:r>
                        <a:rPr lang="zh-CN" sz="1200" kern="0">
                          <a:effectLst/>
                        </a:rPr>
                        <a:t>年）</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r>
              <a:tr h="272787">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545574">
                <a:tc gridSpan="13">
                  <a:txBody>
                    <a:bodyPr/>
                    <a:lstStyle/>
                    <a:p>
                      <a:pPr algn="l">
                        <a:spcAft>
                          <a:spcPts val="0"/>
                        </a:spcAft>
                      </a:pPr>
                      <a:r>
                        <a:rPr lang="en-US" sz="1200" kern="0">
                          <a:effectLst/>
                        </a:rPr>
                        <a:t>4. Country of Citizenship </a:t>
                      </a:r>
                      <a:r>
                        <a:rPr lang="zh-CN" sz="1200" kern="0">
                          <a:effectLst/>
                        </a:rPr>
                        <a:t>国籍</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hMerge="1">
                  <a:tcPr/>
                </a:tc>
                <a:tc gridSpan="12">
                  <a:txBody>
                    <a:bodyPr/>
                    <a:lstStyle/>
                    <a:p>
                      <a:pPr algn="l">
                        <a:spcAft>
                          <a:spcPts val="0"/>
                        </a:spcAft>
                      </a:pPr>
                      <a:r>
                        <a:rPr lang="en-US" sz="1200" kern="0">
                          <a:effectLst/>
                        </a:rPr>
                        <a:t>5.Sex (Male or Female)</a:t>
                      </a:r>
                      <a:endParaRPr lang="zh-CN" sz="1050" kern="100">
                        <a:effectLst/>
                      </a:endParaRPr>
                    </a:p>
                    <a:p>
                      <a:pPr algn="l">
                        <a:spcAft>
                          <a:spcPts val="0"/>
                        </a:spcAft>
                      </a:pPr>
                      <a:r>
                        <a:rPr lang="zh-CN" sz="1200" kern="0">
                          <a:effectLst/>
                        </a:rPr>
                        <a:t>性别（男或女）</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r>
              <a:tr h="272787">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545574">
                <a:tc gridSpan="11">
                  <a:txBody>
                    <a:bodyPr/>
                    <a:lstStyle/>
                    <a:p>
                      <a:pPr algn="l">
                        <a:spcAft>
                          <a:spcPts val="0"/>
                        </a:spcAft>
                      </a:pPr>
                      <a:r>
                        <a:rPr lang="en-US" sz="1200" kern="0">
                          <a:effectLst/>
                        </a:rPr>
                        <a:t>6.Passport Number </a:t>
                      </a:r>
                      <a:r>
                        <a:rPr lang="zh-CN" sz="1200" kern="0">
                          <a:effectLst/>
                        </a:rPr>
                        <a:t>护照号</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12">
                  <a:txBody>
                    <a:bodyPr/>
                    <a:lstStyle/>
                    <a:p>
                      <a:pPr algn="l">
                        <a:spcAft>
                          <a:spcPts val="0"/>
                        </a:spcAft>
                      </a:pPr>
                      <a:r>
                        <a:rPr lang="en-US" sz="1200" kern="0">
                          <a:effectLst/>
                        </a:rPr>
                        <a:t>7.Airline and Flight Number</a:t>
                      </a:r>
                      <a:endParaRPr lang="zh-CN" sz="1050" kern="100">
                        <a:effectLst/>
                      </a:endParaRPr>
                    </a:p>
                    <a:p>
                      <a:pPr algn="l">
                        <a:spcAft>
                          <a:spcPts val="0"/>
                        </a:spcAft>
                      </a:pPr>
                      <a:r>
                        <a:rPr lang="zh-CN" sz="1200" kern="0">
                          <a:effectLst/>
                        </a:rPr>
                        <a:t>航班号</a:t>
                      </a:r>
                      <a:r>
                        <a:rPr lang="en-US" sz="1200" kern="0">
                          <a:effectLst/>
                        </a:rPr>
                        <a:t>NumberHANG</a:t>
                      </a:r>
                      <a:r>
                        <a:rPr lang="zh-CN" sz="1200" kern="0">
                          <a:effectLst/>
                        </a:rPr>
                        <a:t>航班号</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r>
              <a:tr h="272787">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r>
              <a:tr h="272787">
                <a:tc gridSpan="10">
                  <a:txBody>
                    <a:bodyPr/>
                    <a:lstStyle/>
                    <a:p>
                      <a:pPr algn="l">
                        <a:spcAft>
                          <a:spcPts val="0"/>
                        </a:spcAft>
                      </a:pPr>
                      <a:r>
                        <a:rPr lang="en-US" sz="1200" kern="0">
                          <a:effectLst/>
                        </a:rPr>
                        <a:t>8.Country Where You Live</a:t>
                      </a:r>
                      <a:r>
                        <a:rPr lang="zh-CN" sz="1200" kern="0">
                          <a:effectLst/>
                        </a:rPr>
                        <a:t>居住的国家</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gridSpan="15">
                  <a:txBody>
                    <a:bodyPr/>
                    <a:lstStyle/>
                    <a:p>
                      <a:pPr algn="l">
                        <a:spcAft>
                          <a:spcPts val="0"/>
                        </a:spcAft>
                      </a:pPr>
                      <a:r>
                        <a:rPr lang="en-US" sz="1200" kern="0">
                          <a:effectLst/>
                        </a:rPr>
                        <a:t>9.City Where You Boarded</a:t>
                      </a:r>
                      <a:r>
                        <a:rPr lang="zh-CN" sz="1200" kern="0">
                          <a:effectLst/>
                        </a:rPr>
                        <a:t>居住的城市</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r>
              <a:tr h="272787">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545574">
                <a:tc gridSpan="13">
                  <a:txBody>
                    <a:bodyPr/>
                    <a:lstStyle/>
                    <a:p>
                      <a:pPr algn="l">
                        <a:spcAft>
                          <a:spcPts val="0"/>
                        </a:spcAft>
                      </a:pPr>
                      <a:r>
                        <a:rPr lang="en-US" sz="1200" kern="0">
                          <a:effectLst/>
                        </a:rPr>
                        <a:t>10.City Where Visa Was Issued</a:t>
                      </a:r>
                      <a:r>
                        <a:rPr lang="zh-CN" sz="1200" kern="0">
                          <a:effectLst/>
                        </a:rPr>
                        <a:t>获得签证的城市</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hMerge="1">
                  <a:tcPr/>
                </a:tc>
                <a:tc gridSpan="12">
                  <a:txBody>
                    <a:bodyPr/>
                    <a:lstStyle/>
                    <a:p>
                      <a:pPr algn="l">
                        <a:spcAft>
                          <a:spcPts val="0"/>
                        </a:spcAft>
                      </a:pPr>
                      <a:r>
                        <a:rPr lang="en-US" sz="1200" kern="0">
                          <a:effectLst/>
                        </a:rPr>
                        <a:t>11.Date Issued (day/mo/yr)</a:t>
                      </a:r>
                      <a:endParaRPr lang="zh-CN" sz="1050" kern="100">
                        <a:effectLst/>
                      </a:endParaRPr>
                    </a:p>
                    <a:p>
                      <a:pPr algn="l">
                        <a:spcAft>
                          <a:spcPts val="0"/>
                        </a:spcAft>
                      </a:pPr>
                      <a:r>
                        <a:rPr lang="zh-CN" sz="1200" kern="0">
                          <a:effectLst/>
                        </a:rPr>
                        <a:t>签证日期（日</a:t>
                      </a:r>
                      <a:r>
                        <a:rPr lang="en-US" sz="1200" kern="0">
                          <a:effectLst/>
                        </a:rPr>
                        <a:t>/</a:t>
                      </a:r>
                      <a:r>
                        <a:rPr lang="zh-CN" sz="1200" kern="0">
                          <a:effectLst/>
                        </a:rPr>
                        <a:t>月</a:t>
                      </a:r>
                      <a:r>
                        <a:rPr lang="en-US" sz="1200" kern="0">
                          <a:effectLst/>
                        </a:rPr>
                        <a:t>/</a:t>
                      </a:r>
                      <a:r>
                        <a:rPr lang="zh-CN" sz="1200" kern="0">
                          <a:effectLst/>
                        </a:rPr>
                        <a:t>年）</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r>
              <a:tr h="272787">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272787">
                <a:tc gridSpan="25">
                  <a:txBody>
                    <a:bodyPr/>
                    <a:lstStyle/>
                    <a:p>
                      <a:pPr algn="l">
                        <a:spcAft>
                          <a:spcPts val="0"/>
                        </a:spcAft>
                      </a:pPr>
                      <a:r>
                        <a:rPr lang="en-US" sz="1200" kern="0">
                          <a:effectLst/>
                        </a:rPr>
                        <a:t>12.Address While in the United States (Number and Street)</a:t>
                      </a:r>
                      <a:r>
                        <a:rPr lang="zh-CN" sz="1200" kern="0">
                          <a:effectLst/>
                        </a:rPr>
                        <a:t>在美地址（含街道和门牌号）</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r>
              <a:tr h="272787">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272787">
                <a:tc gridSpan="25">
                  <a:txBody>
                    <a:bodyPr/>
                    <a:lstStyle/>
                    <a:p>
                      <a:pPr algn="l">
                        <a:spcAft>
                          <a:spcPts val="0"/>
                        </a:spcAft>
                      </a:pPr>
                      <a:r>
                        <a:rPr lang="en-US" sz="1200" kern="0">
                          <a:effectLst/>
                        </a:rPr>
                        <a:t>13.City and State</a:t>
                      </a:r>
                      <a:r>
                        <a:rPr lang="zh-CN" sz="1200" kern="0">
                          <a:effectLst/>
                        </a:rPr>
                        <a:t>（上述地址所在）城市和州</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r>
              <a:tr h="272787">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272787">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dirty="0">
                          <a:effectLst/>
                        </a:rPr>
                        <a:t> </a:t>
                      </a:r>
                      <a:endParaRPr lang="zh-CN" sz="1050" kern="100" dirty="0">
                        <a:effectLst/>
                        <a:latin typeface="Calibri" panose="020F0502020204030204"/>
                        <a:ea typeface="宋体" panose="02010600030101010101" pitchFamily="2" charset="-122"/>
                        <a:cs typeface="Times New Roman" panose="02020603050405020304"/>
                      </a:endParaRPr>
                    </a:p>
                  </a:txBody>
                  <a:tcPr marL="0" marR="0" marT="0" marB="0" anchor="ctr"/>
                </a:tc>
              </a:tr>
            </a:tbl>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t>Departure Card</a:t>
            </a:r>
            <a:endParaRPr lang="zh-CN" altLang="en-US" sz="6000" b="1" dirty="0"/>
          </a:p>
        </p:txBody>
      </p:sp>
      <p:graphicFrame>
        <p:nvGraphicFramePr>
          <p:cNvPr id="4" name="内容占位符 3"/>
          <p:cNvGraphicFramePr>
            <a:graphicFrameLocks noGrp="1"/>
          </p:cNvGraphicFramePr>
          <p:nvPr>
            <p:ph idx="1"/>
          </p:nvPr>
        </p:nvGraphicFramePr>
        <p:xfrm>
          <a:off x="107504" y="2060848"/>
          <a:ext cx="9036496" cy="3456383"/>
        </p:xfrm>
        <a:graphic>
          <a:graphicData uri="http://schemas.openxmlformats.org/drawingml/2006/table">
            <a:tbl>
              <a:tblPr firstRow="1" firstCol="1" bandRow="1">
                <a:tableStyleId>{5C22544A-7EE6-4342-B048-85BDC9FD1C3A}</a:tableStyleId>
              </a:tblPr>
              <a:tblGrid>
                <a:gridCol w="451072"/>
                <a:gridCol w="466107"/>
                <a:gridCol w="466107"/>
                <a:gridCol w="466107"/>
                <a:gridCol w="390929"/>
                <a:gridCol w="135322"/>
                <a:gridCol w="390929"/>
                <a:gridCol w="135322"/>
                <a:gridCol w="345824"/>
                <a:gridCol w="120286"/>
                <a:gridCol w="345824"/>
                <a:gridCol w="120286"/>
                <a:gridCol w="345824"/>
                <a:gridCol w="120286"/>
                <a:gridCol w="345824"/>
                <a:gridCol w="120286"/>
                <a:gridCol w="345824"/>
                <a:gridCol w="120286"/>
                <a:gridCol w="375893"/>
                <a:gridCol w="105250"/>
                <a:gridCol w="390929"/>
                <a:gridCol w="120286"/>
                <a:gridCol w="345824"/>
                <a:gridCol w="120286"/>
                <a:gridCol w="345824"/>
                <a:gridCol w="120286"/>
                <a:gridCol w="345824"/>
                <a:gridCol w="120286"/>
                <a:gridCol w="345824"/>
                <a:gridCol w="120286"/>
                <a:gridCol w="345824"/>
                <a:gridCol w="120286"/>
                <a:gridCol w="375893"/>
                <a:gridCol w="105250"/>
              </a:tblGrid>
              <a:tr h="432048">
                <a:tc gridSpan="5">
                  <a:txBody>
                    <a:bodyPr/>
                    <a:lstStyle/>
                    <a:p>
                      <a:pPr algn="l">
                        <a:spcAft>
                          <a:spcPts val="0"/>
                        </a:spcAft>
                      </a:pPr>
                      <a:r>
                        <a:rPr lang="en-US" sz="1200" kern="0">
                          <a:effectLst/>
                        </a:rPr>
                        <a:t>1. Family Name </a:t>
                      </a:r>
                      <a:r>
                        <a:rPr lang="zh-CN" sz="1200" kern="0">
                          <a:effectLst/>
                        </a:rPr>
                        <a:t>姓</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r>
              <a:tr h="432048">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864095">
                <a:tc gridSpan="21">
                  <a:txBody>
                    <a:bodyPr/>
                    <a:lstStyle/>
                    <a:p>
                      <a:pPr algn="l">
                        <a:spcAft>
                          <a:spcPts val="0"/>
                        </a:spcAft>
                      </a:pPr>
                      <a:r>
                        <a:rPr lang="en-US" sz="1200" kern="0">
                          <a:effectLst/>
                        </a:rPr>
                        <a:t>2. First (Gicen) Name </a:t>
                      </a:r>
                      <a:r>
                        <a:rPr lang="zh-CN" sz="1200" kern="0">
                          <a:effectLst/>
                        </a:rPr>
                        <a:t>名</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gridSpan="12">
                  <a:txBody>
                    <a:bodyPr/>
                    <a:lstStyle/>
                    <a:p>
                      <a:pPr algn="l">
                        <a:spcAft>
                          <a:spcPts val="0"/>
                        </a:spcAft>
                      </a:pPr>
                      <a:r>
                        <a:rPr lang="en-US" sz="1200" kern="0">
                          <a:effectLst/>
                        </a:rPr>
                        <a:t>3. Birth Date (day/mo/yr)</a:t>
                      </a:r>
                      <a:endParaRPr lang="zh-CN" sz="1050" kern="100">
                        <a:effectLst/>
                      </a:endParaRPr>
                    </a:p>
                    <a:p>
                      <a:pPr algn="l">
                        <a:spcAft>
                          <a:spcPts val="0"/>
                        </a:spcAft>
                      </a:pPr>
                      <a:r>
                        <a:rPr lang="zh-CN" sz="1200" kern="0">
                          <a:effectLst/>
                        </a:rPr>
                        <a:t>出生日期（日</a:t>
                      </a:r>
                      <a:r>
                        <a:rPr lang="en-US" sz="1200" kern="0">
                          <a:effectLst/>
                        </a:rPr>
                        <a:t>/</a:t>
                      </a:r>
                      <a:r>
                        <a:rPr lang="zh-CN" sz="1200" kern="0">
                          <a:effectLst/>
                        </a:rPr>
                        <a:t>月</a:t>
                      </a:r>
                      <a:r>
                        <a:rPr lang="en-US" sz="1200" kern="0">
                          <a:effectLst/>
                        </a:rPr>
                        <a:t>/</a:t>
                      </a:r>
                      <a:r>
                        <a:rPr lang="zh-CN" sz="1200" kern="0">
                          <a:effectLst/>
                        </a:rPr>
                        <a:t>年）</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r>
              <a:tr h="432048">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3">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r>
              <a:tr h="432048">
                <a:tc gridSpan="21">
                  <a:txBody>
                    <a:bodyPr/>
                    <a:lstStyle/>
                    <a:p>
                      <a:pPr algn="l">
                        <a:spcAft>
                          <a:spcPts val="0"/>
                        </a:spcAft>
                      </a:pPr>
                      <a:r>
                        <a:rPr lang="en-US" sz="1200" kern="0">
                          <a:effectLst/>
                        </a:rPr>
                        <a:t>4. Country of Citizenship </a:t>
                      </a:r>
                      <a:r>
                        <a:rPr lang="zh-CN" sz="1200" kern="0">
                          <a:effectLst/>
                        </a:rPr>
                        <a:t>国籍</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hMerge="1">
                  <a:tcPr/>
                </a:tc>
                <a:tc gridSpan="1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hMerge="1">
                  <a:tcPr/>
                </a:tc>
                <a:tc hMerge="1">
                  <a:tcPr/>
                </a:tc>
                <a:tc hMerge="1">
                  <a:tcPr/>
                </a:tc>
                <a:tc hMerge="1">
                  <a:tcPr/>
                </a:tc>
                <a:tc hMerge="1">
                  <a:tcPr/>
                </a:tc>
                <a:tc hMerge="1">
                  <a:tcPr/>
                </a:tc>
                <a:tc hMerge="1">
                  <a:tcPr/>
                </a:tc>
                <a:tc hMerge="1">
                  <a:tcPr/>
                </a:tc>
                <a:tc hMerge="1">
                  <a:tcPr/>
                </a:tc>
                <a:tc hMerge="1">
                  <a:tcP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r>
              <a:tr h="432048">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tc>
                <a:tc hMerge="1">
                  <a:tcPr/>
                </a:tc>
                <a:tc gridSpan="12">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hMerge="1">
                  <a:tcPr/>
                </a:tc>
                <a:tc hMerge="1">
                  <a:tcPr/>
                </a:tc>
                <a:tc hMerge="1">
                  <a:tcPr/>
                </a:tc>
                <a:tc hMerge="1">
                  <a:tcPr/>
                </a:tc>
                <a:tc hMerge="1">
                  <a:tcPr/>
                </a:tc>
                <a:tc hMerge="1">
                  <a:tcPr/>
                </a:tc>
                <a:tc hMerge="1">
                  <a:tcPr/>
                </a:tc>
                <a:tc hMerge="1">
                  <a:tcPr/>
                </a:tc>
                <a:tc hMerge="1">
                  <a:tcPr/>
                </a:tc>
                <a:tc hMerge="1">
                  <a:tcPr/>
                </a:tc>
                <a:tc hMerge="1">
                  <a:tcPr/>
                </a:tc>
              </a:tr>
              <a:tr h="432048">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a:effectLst/>
                        </a:rPr>
                        <a:t> </a:t>
                      </a:r>
                      <a:endParaRPr lang="zh-CN" sz="1050" kern="100">
                        <a:effectLst/>
                        <a:latin typeface="Calibri" panose="020F0502020204030204"/>
                        <a:ea typeface="宋体" panose="02010600030101010101" pitchFamily="2" charset="-122"/>
                        <a:cs typeface="Times New Roman" panose="02020603050405020304"/>
                      </a:endParaRPr>
                    </a:p>
                  </a:txBody>
                  <a:tcPr marL="0" marR="0" marT="0" marB="0" anchor="ctr"/>
                </a:tc>
                <a:tc>
                  <a:txBody>
                    <a:bodyPr/>
                    <a:lstStyle/>
                    <a:p>
                      <a:pPr algn="l">
                        <a:spcAft>
                          <a:spcPts val="0"/>
                        </a:spcAft>
                      </a:pPr>
                      <a:r>
                        <a:rPr lang="en-US" sz="1200" kern="0" dirty="0">
                          <a:effectLst/>
                        </a:rPr>
                        <a:t> </a:t>
                      </a:r>
                      <a:endParaRPr lang="zh-CN" sz="1050" kern="100" dirty="0">
                        <a:effectLst/>
                        <a:latin typeface="Calibri" panose="020F0502020204030204"/>
                        <a:ea typeface="宋体" panose="02010600030101010101" pitchFamily="2" charset="-122"/>
                        <a:cs typeface="Times New Roman" panose="02020603050405020304"/>
                      </a:endParaRPr>
                    </a:p>
                  </a:txBody>
                  <a:tcPr marL="0" marR="0" marT="0" marB="0" anchor="ct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6000" b="1" dirty="0" smtClean="0">
                <a:hlinkClick r:id="rId1" action="ppaction://hlinkfile"/>
              </a:rPr>
              <a:t>Customs Declaration</a:t>
            </a:r>
            <a:endParaRPr lang="zh-CN" altLang="en-US" sz="6000" b="1" dirty="0"/>
          </a:p>
        </p:txBody>
      </p:sp>
      <p:sp>
        <p:nvSpPr>
          <p:cNvPr id="5" name="内容占位符 4"/>
          <p:cNvSpPr>
            <a:spLocks noGrp="1"/>
          </p:cNvSpPr>
          <p:nvPr>
            <p:ph idx="1"/>
          </p:nvPr>
        </p:nvSpPr>
        <p:spPr/>
        <p:txBody>
          <a:bodyPr/>
          <a:lstStyle/>
          <a:p>
            <a:endParaRPr lang="zh-CN"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6000" b="1"/>
              <a:t>Groupwork</a:t>
            </a:r>
            <a:endParaRPr lang="en-US" altLang="zh-CN" sz="6000" b="1"/>
          </a:p>
        </p:txBody>
      </p:sp>
      <p:sp>
        <p:nvSpPr>
          <p:cNvPr id="3" name="内容占位符 2"/>
          <p:cNvSpPr>
            <a:spLocks noGrp="1"/>
          </p:cNvSpPr>
          <p:nvPr>
            <p:ph idx="1"/>
          </p:nvPr>
        </p:nvSpPr>
        <p:spPr/>
        <p:txBody>
          <a:bodyPr/>
          <a:p>
            <a:r>
              <a:rPr lang="en-US" altLang="zh-CN" sz="3600" b="1"/>
              <a:t>Pick a destination.</a:t>
            </a:r>
            <a:endParaRPr lang="en-US" altLang="zh-CN" sz="3600" b="1"/>
          </a:p>
          <a:p>
            <a:r>
              <a:rPr lang="en-US" altLang="zh-CN" sz="3600" b="1"/>
              <a:t>Write an itinerary.</a:t>
            </a:r>
            <a:endParaRPr lang="en-US" altLang="zh-CN" sz="3600" b="1"/>
          </a:p>
          <a:p>
            <a:r>
              <a:rPr lang="en-US" altLang="zh-CN" sz="3600" b="1">
                <a:sym typeface="+mn-ea"/>
              </a:rPr>
              <a:t>Make up your travel story to p</a:t>
            </a:r>
            <a:r>
              <a:rPr lang="en-US" altLang="zh-CN" sz="3600" b="1"/>
              <a:t>rovide more  information, e.g. </a:t>
            </a:r>
            <a:r>
              <a:rPr lang="en-US" altLang="zh-CN" sz="3600" b="1">
                <a:sym typeface="+mn-ea"/>
              </a:rPr>
              <a:t>passport etc.</a:t>
            </a:r>
            <a:endParaRPr lang="en-US" altLang="zh-CN" sz="3600" b="1"/>
          </a:p>
          <a:p>
            <a:r>
              <a:rPr lang="en-US" altLang="zh-CN" sz="3600" b="1"/>
              <a:t>Exchange your stories and fill in the forms.</a:t>
            </a:r>
            <a:endParaRPr lang="en-US" altLang="zh-CN" sz="3600" b="1"/>
          </a:p>
          <a:p>
            <a:endParaRPr lang="en-US" altLang="zh-CN" sz="3600" b="1"/>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b="1"/>
              <a:t>Sample</a:t>
            </a:r>
            <a:endParaRPr lang="en-US" altLang="zh-CN" b="1"/>
          </a:p>
        </p:txBody>
      </p:sp>
      <p:sp>
        <p:nvSpPr>
          <p:cNvPr id="3" name="内容占位符 2"/>
          <p:cNvSpPr>
            <a:spLocks noGrp="1"/>
          </p:cNvSpPr>
          <p:nvPr>
            <p:ph idx="1"/>
          </p:nvPr>
        </p:nvSpPr>
        <p:spPr>
          <a:xfrm>
            <a:off x="182880" y="1324610"/>
            <a:ext cx="8503920" cy="4801870"/>
          </a:xfrm>
        </p:spPr>
        <p:txBody>
          <a:bodyPr>
            <a:noAutofit/>
          </a:bodyPr>
          <a:p>
            <a:pPr algn="l"/>
            <a:r>
              <a:rPr lang="en-US" altLang="zh-CN"/>
              <a:t>    </a:t>
            </a:r>
            <a:r>
              <a:rPr lang="zh-CN" altLang="en-US"/>
              <a:t>Li Tian who is holding a Chinese passport (E10245678) with a Thailand visa (No.2148776) is on a trip from Hangzhou to Bangkok to celebrate her 27th birthday. This morning, her flight CA773 took off from Hangzhou Xiaoshan International Airport, and now it is arriving at the Suvarnabhumi Airport of Bangkok. Ms. Li is in a hurry to meet her friends at Siam Kempinski Hotel, 991 Rama Road, Pathumwan, Bangkok. Please help her fill in the arrival card.</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l="-10000" r="-10000"/>
          </a:stretch>
        </a:blipFill>
        <a:effectLst/>
      </p:bgPr>
    </p:bg>
    <p:spTree>
      <p:nvGrpSpPr>
        <p:cNvPr id="1" name=""/>
        <p:cNvGrpSpPr/>
        <p:nvPr/>
      </p:nvGrpSpPr>
      <p:grpSpPr>
        <a:xfrm>
          <a:off x="0" y="0"/>
          <a:ext cx="0" cy="0"/>
          <a:chOff x="0" y="0"/>
          <a:chExt cx="0" cy="0"/>
        </a:xfrm>
      </p:grpSpPr>
      <p:sp>
        <p:nvSpPr>
          <p:cNvPr id="4" name="标题 3"/>
          <p:cNvSpPr>
            <a:spLocks noGrp="1"/>
          </p:cNvSpPr>
          <p:nvPr>
            <p:ph type="title"/>
          </p:nvPr>
        </p:nvSpPr>
        <p:spPr>
          <a:xfrm>
            <a:off x="467544" y="4437112"/>
            <a:ext cx="8229600" cy="1935088"/>
          </a:xfrm>
        </p:spPr>
        <p:txBody>
          <a:bodyPr>
            <a:normAutofit/>
          </a:bodyPr>
          <a:lstStyle/>
          <a:p>
            <a:r>
              <a:rPr lang="en-US" altLang="zh-CN" sz="6000" b="1" dirty="0">
                <a:solidFill>
                  <a:schemeClr val="tx2"/>
                </a:solidFill>
                <a:effectLst>
                  <a:outerShdw blurRad="38100" dist="38100" dir="2700000" algn="tl">
                    <a:srgbClr val="000000">
                      <a:alpha val="43137"/>
                    </a:srgbClr>
                  </a:outerShdw>
                </a:effectLst>
              </a:rPr>
              <a:t>Plan for Your Vacations.</a:t>
            </a:r>
            <a:br>
              <a:rPr lang="en-US" altLang="zh-CN" sz="6000" b="1" dirty="0">
                <a:solidFill>
                  <a:schemeClr val="tx2"/>
                </a:solidFill>
                <a:effectLst>
                  <a:outerShdw blurRad="38100" dist="38100" dir="2700000" algn="tl">
                    <a:srgbClr val="000000">
                      <a:alpha val="43137"/>
                    </a:srgbClr>
                  </a:outerShdw>
                </a:effectLst>
              </a:rPr>
            </a:br>
            <a:r>
              <a:rPr lang="en-US" altLang="zh-CN" sz="6000" b="1" dirty="0" smtClean="0">
                <a:solidFill>
                  <a:schemeClr val="tx2"/>
                </a:solidFill>
                <a:effectLst>
                  <a:outerShdw blurRad="38100" dist="38100" dir="2700000" algn="tl">
                    <a:srgbClr val="000000">
                      <a:alpha val="43137"/>
                    </a:srgbClr>
                  </a:outerShdw>
                </a:effectLst>
              </a:rPr>
              <a:t>Enjoy your trip!</a:t>
            </a:r>
            <a:endParaRPr lang="zh-CN" altLang="en-US" sz="6000" b="1" dirty="0">
              <a:solidFill>
                <a:schemeClr val="tx2"/>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10938</Words>
  <Application>WPS 演示</Application>
  <PresentationFormat>全屏显示(4:3)</PresentationFormat>
  <Paragraphs>1577</Paragraphs>
  <Slides>24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24</vt:i4>
      </vt:variant>
    </vt:vector>
  </HeadingPairs>
  <TitlesOfParts>
    <vt:vector size="37" baseType="lpstr">
      <vt:lpstr>Arial</vt:lpstr>
      <vt:lpstr>宋体</vt:lpstr>
      <vt:lpstr>Wingdings</vt:lpstr>
      <vt:lpstr>Times New Roman</vt:lpstr>
      <vt:lpstr>Comic Sans MS</vt:lpstr>
      <vt:lpstr>Calibri</vt:lpstr>
      <vt:lpstr>Helvetica Neue</vt:lpstr>
      <vt:lpstr>Helvetica</vt:lpstr>
      <vt:lpstr>微软雅黑</vt:lpstr>
      <vt:lpstr>Arial Unicode MS</vt:lpstr>
      <vt:lpstr>Calibri</vt:lpstr>
      <vt:lpstr>Times New Roman</vt:lpstr>
      <vt:lpstr>Office 主题​​</vt:lpstr>
      <vt:lpstr>Itinerary  </vt:lpstr>
      <vt:lpstr>Itinerary</vt:lpstr>
      <vt:lpstr>PowerPoint 演示文稿</vt:lpstr>
      <vt:lpstr>PowerPoint 演示文稿</vt:lpstr>
      <vt:lpstr>Preparation</vt:lpstr>
      <vt:lpstr>Booking</vt:lpstr>
      <vt:lpstr>www.airasia.com</vt:lpstr>
      <vt:lpstr>www.airasiago.com</vt:lpstr>
      <vt:lpstr>Booking</vt:lpstr>
      <vt:lpstr>www.agoda.com</vt:lpstr>
      <vt:lpstr>Getting Ready to Go</vt:lpstr>
      <vt:lpstr>Passport</vt:lpstr>
      <vt:lpstr>PowerPoint 演示文稿</vt:lpstr>
      <vt:lpstr>Visa</vt:lpstr>
      <vt:lpstr>Visa on Arrival</vt:lpstr>
      <vt:lpstr>PowerPoint 演示文稿</vt:lpstr>
      <vt:lpstr>PowerPoint 演示文稿</vt:lpstr>
      <vt:lpstr>PowerPoint 演示文稿</vt:lpstr>
      <vt:lpstr>Arrival Card</vt:lpstr>
      <vt:lpstr>Departure Card</vt:lpstr>
      <vt:lpstr>Customs Declaration</vt:lpstr>
      <vt:lpstr>Groupwork</vt:lpstr>
      <vt:lpstr>Sample</vt:lpstr>
      <vt:lpstr>Plan for Your Vacations. Enjoy your trip!</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PC</dc:creator>
  <cp:lastModifiedBy>Administrator</cp:lastModifiedBy>
  <cp:revision>134</cp:revision>
  <dcterms:created xsi:type="dcterms:W3CDTF">2014-11-16T03:34:00Z</dcterms:created>
  <dcterms:modified xsi:type="dcterms:W3CDTF">2018-05-31T02:47:45Z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2052-10.1.0.6929</vt:lpwstr>
  </property>
</Properties>
</file>