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xml" ContentType="application/inkml+xml"/>
  <Override PartName="/ppt/ink/ink20.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xml" ContentType="application/inkml+xml"/>
  <Override PartName="/ppt/ink/ink30.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xml" ContentType="application/inkml+xml"/>
  <Override PartName="/ppt/ink/ink40.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2" r:id="rId5"/>
    <p:sldId id="258" r:id="rId6"/>
    <p:sldId id="711" r:id="rId7"/>
    <p:sldId id="712" r:id="rId8"/>
    <p:sldId id="485" r:id="rId9"/>
    <p:sldId id="486" r:id="rId10"/>
    <p:sldId id="487" r:id="rId11"/>
    <p:sldId id="488" r:id="rId12"/>
    <p:sldId id="489" r:id="rId13"/>
    <p:sldId id="259" r:id="rId14"/>
    <p:sldId id="261" r:id="rId15"/>
    <p:sldId id="263" r:id="rId16"/>
    <p:sldId id="375" r:id="rId17"/>
    <p:sldId id="291" r:id="rId18"/>
    <p:sldId id="279" r:id="rId19"/>
    <p:sldId id="280" r:id="rId20"/>
    <p:sldId id="367" r:id="rId21"/>
    <p:sldId id="603" r:id="rId22"/>
    <p:sldId id="281" r:id="rId23"/>
    <p:sldId id="282" r:id="rId24"/>
    <p:sldId id="283" r:id="rId25"/>
    <p:sldId id="284" r:id="rId26"/>
    <p:sldId id="285" r:id="rId27"/>
    <p:sldId id="286" r:id="rId28"/>
    <p:sldId id="287" r:id="rId29"/>
    <p:sldId id="288" r:id="rId30"/>
    <p:sldId id="289" r:id="rId31"/>
    <p:sldId id="369" r:id="rId32"/>
    <p:sldId id="370" r:id="rId33"/>
    <p:sldId id="371" r:id="rId34"/>
    <p:sldId id="372" r:id="rId35"/>
    <p:sldId id="290" r:id="rId36"/>
    <p:sldId id="264" r:id="rId37"/>
    <p:sldId id="265" r:id="rId38"/>
    <p:sldId id="266" r:id="rId39"/>
    <p:sldId id="267" r:id="rId40"/>
    <p:sldId id="268" r:id="rId41"/>
    <p:sldId id="269" r:id="rId42"/>
    <p:sldId id="270" r:id="rId43"/>
    <p:sldId id="275" r:id="rId44"/>
    <p:sldId id="274" r:id="rId45"/>
    <p:sldId id="271" r:id="rId46"/>
    <p:sldId id="272" r:id="rId47"/>
    <p:sldId id="276" r:id="rId48"/>
    <p:sldId id="277" r:id="rId49"/>
    <p:sldId id="293" r:id="rId50"/>
    <p:sldId id="294" r:id="rId51"/>
    <p:sldId id="295" r:id="rId52"/>
    <p:sldId id="296" r:id="rId53"/>
    <p:sldId id="297" r:id="rId54"/>
    <p:sldId id="298" r:id="rId55"/>
    <p:sldId id="713" r:id="rId56"/>
    <p:sldId id="299" r:id="rId57"/>
    <p:sldId id="300" r:id="rId58"/>
    <p:sldId id="301" r:id="rId59"/>
    <p:sldId id="302" r:id="rId60"/>
    <p:sldId id="303" r:id="rId61"/>
    <p:sldId id="380" r:id="rId62"/>
    <p:sldId id="304" r:id="rId63"/>
    <p:sldId id="381" r:id="rId64"/>
    <p:sldId id="305" r:id="rId65"/>
    <p:sldId id="376" r:id="rId66"/>
    <p:sldId id="378" r:id="rId67"/>
    <p:sldId id="377" r:id="rId68"/>
    <p:sldId id="379" r:id="rId69"/>
    <p:sldId id="306" r:id="rId70"/>
    <p:sldId id="307" r:id="rId71"/>
    <p:sldId id="308" r:id="rId72"/>
    <p:sldId id="309" r:id="rId73"/>
    <p:sldId id="310" r:id="rId74"/>
    <p:sldId id="311" r:id="rId75"/>
    <p:sldId id="312" r:id="rId76"/>
    <p:sldId id="313" r:id="rId77"/>
    <p:sldId id="314" r:id="rId78"/>
    <p:sldId id="315" r:id="rId79"/>
    <p:sldId id="316" r:id="rId80"/>
    <p:sldId id="317" r:id="rId81"/>
    <p:sldId id="850" r:id="rId82"/>
    <p:sldId id="851" r:id="rId83"/>
    <p:sldId id="318" r:id="rId84"/>
    <p:sldId id="319" r:id="rId85"/>
    <p:sldId id="320" r:id="rId86"/>
    <p:sldId id="321" r:id="rId87"/>
    <p:sldId id="322" r:id="rId88"/>
    <p:sldId id="323" r:id="rId89"/>
    <p:sldId id="324" r:id="rId90"/>
    <p:sldId id="325" r:id="rId91"/>
    <p:sldId id="326" r:id="rId92"/>
    <p:sldId id="327" r:id="rId93"/>
    <p:sldId id="328" r:id="rId94"/>
    <p:sldId id="329" r:id="rId95"/>
    <p:sldId id="330" r:id="rId96"/>
    <p:sldId id="331" r:id="rId97"/>
    <p:sldId id="332" r:id="rId98"/>
    <p:sldId id="333" r:id="rId99"/>
    <p:sldId id="334" r:id="rId100"/>
    <p:sldId id="335" r:id="rId101"/>
    <p:sldId id="336" r:id="rId102"/>
    <p:sldId id="337" r:id="rId103"/>
    <p:sldId id="338" r:id="rId104"/>
    <p:sldId id="339" r:id="rId105"/>
    <p:sldId id="340" r:id="rId106"/>
    <p:sldId id="341" r:id="rId107"/>
    <p:sldId id="342" r:id="rId108"/>
    <p:sldId id="343" r:id="rId109"/>
    <p:sldId id="344" r:id="rId110"/>
    <p:sldId id="345" r:id="rId111"/>
    <p:sldId id="346" r:id="rId112"/>
    <p:sldId id="347" r:id="rId113"/>
    <p:sldId id="348" r:id="rId114"/>
    <p:sldId id="349" r:id="rId115"/>
    <p:sldId id="350" r:id="rId116"/>
    <p:sldId id="351" r:id="rId117"/>
    <p:sldId id="352" r:id="rId118"/>
    <p:sldId id="353" r:id="rId119"/>
    <p:sldId id="354" r:id="rId120"/>
    <p:sldId id="355" r:id="rId121"/>
    <p:sldId id="356" r:id="rId122"/>
    <p:sldId id="357" r:id="rId123"/>
    <p:sldId id="358" r:id="rId124"/>
    <p:sldId id="359" r:id="rId125"/>
    <p:sldId id="360" r:id="rId126"/>
    <p:sldId id="361" r:id="rId127"/>
    <p:sldId id="362" r:id="rId128"/>
    <p:sldId id="363" r:id="rId129"/>
    <p:sldId id="364" r:id="rId130"/>
  </p:sldIdLst>
  <p:sldSz cx="9144000" cy="6858000" type="screen4x3"/>
  <p:notesSz cx="6858000" cy="9144000"/>
  <p:custDataLst>
    <p:tags r:id="rId13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79" userDrawn="1">
          <p15:clr>
            <a:srgbClr val="A4A3A4"/>
          </p15:clr>
        </p15:guide>
        <p15:guide id="2" pos="29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showGuides="1">
      <p:cViewPr varScale="1">
        <p:scale>
          <a:sx n="64" d="100"/>
          <a:sy n="64" d="100"/>
        </p:scale>
        <p:origin x="1348" y="72"/>
      </p:cViewPr>
      <p:guideLst>
        <p:guide orient="horz" pos="2079"/>
        <p:guide pos="293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4" Type="http://schemas.openxmlformats.org/officeDocument/2006/relationships/tags" Target="tags/tag2.xml"/><Relationship Id="rId133" Type="http://schemas.openxmlformats.org/officeDocument/2006/relationships/tableStyles" Target="tableStyles.xml"/><Relationship Id="rId132" Type="http://schemas.openxmlformats.org/officeDocument/2006/relationships/viewProps" Target="viewProps.xml"/><Relationship Id="rId131" Type="http://schemas.openxmlformats.org/officeDocument/2006/relationships/presProps" Target="presProps.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3667 4215,'0'0,"24"0,-1 0,1 0,0 0,24 0,-25 0,1-24,0 24,-24 0,24 0,0 0,23 0,-47 0,48 0,-24 0,0-24,23 24,-23 0,24 0,-48 0,23-24,1 24,0 0,0 0,47 0,-23-23,47 23,0 0,-23 0,-1 0,-23 0,23 0,1 0,-1 0,25 0,-49 0,1 0,23 0,-47 0,24 0,-25 0,-23 0,24 0,0 0,0 0,23-48,1 48,24 0,23 0,0 0,48 0,-48 0,0 0,24 0,-71 0,0 0,-1 0,25 0,23 0,-23 0,47 0,-48 0,48 0,24 0,-95 0,-1 0,-23 0,24 0,-48 0,71 0,48 0,48 0,95 0,0 0,0 0,-24 0,-95 0,-24 0,-72 0,-47 0,48-24,0 24,-25 0,1 0,71 0,-23 0,47-24,-95 24,47 0,-47 0,0 0,0 0,23 0,1 0,0 0,47 0,0 0,48 0,-48 0,0 0,-23 0,-25 0,25 0,-48 0,0 0,-1 0,1 0,71-71,-47 71,-24 0,47 0,1 0,-25 0,-47 0,24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11453 3953,'24'-24,"-24"24,48 0,-1 0,-47-24,24 24,0 0,0-24,24 24,-48 0,23-23,-23 23,48 0,-48 0,24 0,23 0,-23 0,0 0,0 0,0 0,0 0,-1-24,1 24,0 0,0 0,0 0,-24 0,23 0,25-24,-24 24,-24 0,24 0,-1 0,-23 0,48 0,0-24,-48 24,47 0,-47 0,24 0,-24 0,48 0,-48 0,24 0,-24 0,47 0,-47-24,24 24,-24 0,48 0,-48 0,47-23</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13549 4024,'0'-47,"0"47,24-24,-24 24,24 0,-24 0,47 0,-23 0,-24 0,71-24,-71 24,24 0,48 0,-72-24,23 24,1 0,0 0,-24 0,24 0,24 0,-25 0,25 0,23 0,-23 0,71 0,24 0,0 0,0 0,47 0,-23 0,0 0,-1 48,-70-24,46-24,-46 0,-25 0,-23 0,-24 0,-24 0,23 0,1 0,0 0,-24 0,48 0,-1 0,25 0,-25 0,25 0,23 0,24 47,-24-47,24 24,0 24,0-48,24 47,-71-47,-25 24,-23-24,24 0,-48 0,24 0,-24 0,24 0,-1 0,1 0,48 0,23 24,0 0,48-24,0 47,-48-23,0-24,-47 0,23 0,-71 0,24 0,0 0,0 0,0 0,-1 0,-23 0,24 0,24 0,23-24,-47 24,48 0,-1 0,0 0,1 0,-24 0,-25 0,1 0,0 0,0 0,23 0,-47 0,24 0,-24 0,24 0,-24 0,24 0,0 0,-24-23</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9120 9192,'0'0,"24"0,-24 0,23-24,-23 24,24 0,0 0,0 0,-24 0,24 0,-1 0,1-24,-24 24,48 0,23-24,1 24,-25 0,1-24,71 24,-71 0,-1 0,25 0,-1 0,-47 0,47 0,1-23,-1 23,-23 0,0-24,-1 24,25 0,-1 0,-23 0,47-24,0 0,-23 24,-72 0,23-24,25 24,24 0,23 0,24 0,0 0,48 0,-1 0,-47 0,24 0,-24 0,96 24,-120-24,0 24,24-24,-47 0,-1 24,1-24,-1 24,-23-24,-1 0,48 0,1 0,-1 0,0 0,0 0,-23 23,-1-23,1 0,-25 0,-23 24,24-24,-24 0,23 0,-23 0,24 24,-1-24,25 0,-72 0,47 0,1 0,-48 0,48 0,-25 0,25 0,-24 0,47 0,25 24,-1 0,-24-24,-23 23,-1-23,1 0,24 24,-72-24,71 0,48 0,72 0,70 0,-22 0,-25 0,24 0,-119 0,-47 0,-49 0,1 0,0 0,47 0,-23 0,95 0,0 0,-24 0,-24 0,24 0,-24 0,25 0,-1 0,-48 0,24 0,-23 0,-49 0,25 0,24 0,-25 0,-47 0,48 0,-1 0,-23 0,0 0,0 0,0 0,23-24,25 1,23 23,24 0,72 0,-25 0,-23 0,24 0,-24-24,-72 24,24 0,-71 0,0 0,24 0,-1 0,1 0,0 0,-25 0,25 0,23 0,1 0,-1 0,1 0,23 0,-47 0,23 0,-23 0,-25 0,1 0,-24 0,24 0,24 0,-1 0,1 0,23 0,48 0,0 0,-23 0,-1 0,0 0,1 0,23 0,-48 0,-23 0,-25-24,25 24,-24 0,0 0,23 0,-47 0,48-24,0 0,23 24,-23 0,23 0,1-23,-25 23,1 0,23 0,-71 0,24 0,0-48,0 48,-24 0,23 0,-23 0,48-24,23 0,-47 24,24 0,0 0,23 0,-23-24,-48 1,23 23,1 0,-24 0,48 0,-48 0,24 0,47-24,-47 24,47 0,-47 0,48-24,-49 0,1 24</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14430 11192,'0'0,"24"0,-24 0,24 0,-1 0,1 0,71 0,-23 0,47 0,0 0,95 0,-23 0,-1 0,-47 0,-24 0,48 0,-119 0,23 0,0 0,25 0,23 0,-24 0,24 47,-47-47,-25 0,1 0,23 0,-47 0,0 0,23 0,25 0,-24 0,23 0,-47 0,23 0,25 0,-48 0,-24 0,24 0,-1 0,25 0,23 0,25 0,-1 0,24 0,24 0,24 0,-48 0,0 0,-24 0,0 0,-23 0,70-23,-46 23,-72-24,95 0,-48 24,-23 0,-1-24,48 24,1 0,-1-24,0 24,-23 0,23 0,0-23,-23 23,-1 0,24-24,-23 24,-1-24,24 24,-47-24,0 24,-24 0,-24 0,47-24,1 24,23-23,24-1,1-24,118 48,-47 0,-72-48,-24 48,1 0,-48 0,-1 0,1 0,0 0,0 0,23 0,1 0,0 0,23 0,-23 0,23 0,1 0,23 0,24 0,-24 0,24 0,0 0,-47 0,-48 0,47 0,-23 0,-1 0,1 0,-24 0,23 0,1 0,0 0,-48 0,47 0,-23 0,0 0,23 0,25 0,23 0,72 0,-48 0,24 0,-48 0,-24 0,-47 0,24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2000 12001,'0'0,"24"-23,-24 23,24 0,-24 0,23 0,1 0,-24 0,48 0,-24-24,-24 24,47 0,-47 0,24-24,71 24,-23 0,23 0,24 0,48 0,71 0,-48 0,48 0,-95 0,72 24,-96-24,-24 24,-47-24,-1 0,-23 0,24 0,-1 0,25 0,-1 0,1 0,23 23,0 25,0-48,-23 24,23-24,24 24,-24-24,-23 0,71 0,-48 47,-24-23,48-24,-23 0,-1 0,24 24,0-24,71 0,-47 71,0-71,24 24,-24-24,-24 24,24 0,0 23,-96-47,25 0,23 24,24-24,-48 0,72 24,-47-24,46 48,-94-48,47 24,1-24,-25 23,24-23,-47 0,23 24,-47-24,48 0,-1 0,0 0,-23 0,24 0,-25 0,48 0,-23 0,-1 0,24 0,48 0,-47 0,-1 0,0 0,24 0,-47 0,-72 0,23 0,1 0,0 0,-24 0,71 0,1 0,23 0,48 0,-48 0,48 0,-48 0,-23 0,-1 0,-71 0,24 0,0 0,24 0,-25 0,49-47,23 47,-23 0,47 0,-24-24,-71 24,71 0,-95-24,24 24,-24 0,23 0,-23 0,48 0,0 0,47 0,0 0,1 0,-1 0,0 0,-24 0,-23 0,0 0,-25 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11001 13406,'24'0,"0"0,-1 0,25 0,-24 0,47-23,48-1,0-24,96 24,-49 24,1 0,-24 0,0 0,0 0,-72 0,1 0,-1 0,-47 0,47 0,-47 0,-24 0,48 0,-24 0,-24 0,47 0,25 0,70 0,-22 0,22 0,49 0,-24 0,23 0,-47 0,-48 0,-23 0,-72 0,47 0,-47 0,24 0,-24 0,24 0,24 0,-25 0,-23 0,72 0,-25 0,-23 0,48 0,23 0,-71 0,47 0,-47 0,24 0,-25 0,49 0,-48 0,23 0,1 0,23 0,-71 0,72 0,-25 0,-23 0,-24 0,48 0,-1 0,1 0,-24 0,24 0,-1 0,1 0,-1 0,1 0,0 0,23 0,-71 0,72 0,-25 0,-23 0,47 0,1 0,-1 0,1 0,-1 0,1 0,-25 0,1 0,0 0,-25 0,1 0,0 0,0 0,0 0,-24 0,47 0,1 0,-1 0,49 0,-25 24,1-24,23 24,0-24,24 24,-47-24,-25 0,1 0,47 47,-95-47,48 0,-25 0,25 0,0 0,-1 0,-23 0,24 0,-48 0,47 0,1 0,-48 0,72 0,-49 0,49 0,23 0,-24 0,48 0,-23 0,-25 0,-23 0,23 0,-47 0,48 0,-72 0,23 0,1 0,0 0,-24 0,48-23,-48 23,23 0,25 0,-24 0,23 0,1 0,23 0,1 0,23 0,-71 0,24 0,-25 0,1 0,0 0,24 0,23 0,1 0,-25 0,-23 0,0 0,0 0,-1 0,25-24,-48 24,48 0,-1-24,1 24,-24-24,71-47,-71 47,23 24,25 0,-1-24,-23 24,-24 0,0 0,23 0,1-24,-24 24,118-24,-94 24,47-23,1 23,23-24,-72 0,-23 24,-24 0,24-24,0 24,0 0,-1 0,-23-24,48 24,-48 0,24 0,0 0,23-23,-47 23,24 0,0 0,0-24,23 24,-47 0,24 0,-24 0,48 0,-48 0,24 0,-24 0,47-48,1 48,23 0,-23 0,-24 0,0 0,-1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10406 5834,'24'0,"-24"0,47 0,-47 0,24 0,-24 0,48 0,-48 0,23 0,-23 0,48 0,-48 0,24 0,-24 0,47 0,-47 0,24 0,-24 0,48 0,-1 0,1 0,47 0,1 0,-1 0,48 0,-24 0,71 24,-71 0,48-1,-95-23,47 24,-24-24,0 24,0-24,-95 0,48 24,0-24,23 0,0 0,72 24,-47-24,-1 0,48 24,23 47,-118-71,47 0,1 24,-25-24,-47 0,0 24,23-24,1 0,-24 0,23 0,25 0,23 0,-24 23,1 1,47 0,-24 0,0-24,24 47,-47-47,23 0,-23 24,23-24,-24 0,1 24,-1 24,-23-48,-1 0,49 0,-73 0,25 0,-24 0,-24 0,24 0,-1 24,1-24,-24 0,48 0,-24 23,-24-23,47 0,1 0,-48 0,71 24,-47-24,0 0,0 0,0 24,0-24,23 24,-23-24,24 47,-25-47,1 0,0 24,-24-24</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2571 16526,'0'0,"24"0,24-24,-48 24,47 0,-47 0,24 0,24 0,-48-24,24 24,-24-24,47 24,-47 0,24 0,-24-23,48 23,-24 0,23 0,48 0,48 0,-47 0,23 0,24 0,23 0,-71 0,-71 0,-24 0,95 0,48-48,-71 0,47 25,-48-1,48 24,-23 0,23 0,-48 0,1 0,-49 0,1 0,0 0,0 0,0 0,23-24,-23 24,119 0,0 0,0 0,0 0,23 0,-70 0,-49 48,-23-48,24 0,-1 0,-23 0,24 0,-25 0,1 0,48 0,-72 0,23 0,1 0,-24 0,24-24,0 24</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22193 16716,'0'0,"0"0,24 0,-24 0,47 0,-23 0,0 0,24-23,-25 23,73-48,-73 48,25 0,24 0,-49-24,25 24,0 0,-25 0,1 0,0 0,-24 0,24 0,0 0,-1 0,1-24,0 24,-24 0,24 0,23 0,1-24,-24 24,24-23,-1 23,1-24,-1 24,-47 0,24 0,-24 0,48 0,-48 0,24 0,23 0,-47 0,24 0,0-48,0 48,0 0,-1 0,49 0,-72 0,24 0,-1 0,1 0,-24 0,24 0,0-24,0 24,-24 0,47 0,-23 0,-24 0,48-23,-48 23,24 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20479 5100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7302 7084,'0'-20,"20"0,-20 0,20 20,0-19,0-1,20-40,19 21,-39-1,0 40,19-40,-19 40,0-20,-20 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14526 12462,'0'0,"0"0,19 0,1 0,0 0,-20 0,20 0,0 0,0 0,-20 0,20 0,-1 0,1 0,20 0,-20 0,0 0,19 0,1 0,0 0,-21 0,21 0,0 0,0 0,-21 0,21 0,0 0,19 0,-19 0,-20 0,20 0,-1 0,1 0,-20 0,19 0,1 0,-40 0,20 0,0 0,0 0,19 0,-39 0,20 0,-20 0,40 0,-20 0,-20 0,39 0,1 19,0-19,-20 0,19 0,-19 0,20 0,-20 0,39 40,-59-40,40 0,0 0,-1 20,-19-20,20 0,-20 0,-1 0,41 0,-20 20,-20-20,-1 0,21 40,-40-40,20 0,0 0,19 0,-19 0,0 0,20 0,-20 0,0 19,19-19,1 0,-20 0,0 0,19 0,21 40,-40-40,0 0,19 0,-19 0,20 0,-1 0,-19 0,0 0,40 0,-41 0,1 0,20 0,-20 0,0 0,0 20,39-20,-59 0,20 0,0 0,0 0,19 0,-19 0,0 0,-20 0,20 0,0 0,-1 0,1 0,0 0,0 0,-20 0,20 0,20 0,-40 0,19 0,1 0,0 0,-20 0,20 0,0 0,0 0,-20 0,19 0,1 0,0 0,-20 0,20 0,0 0,0 0,-20 0,20 0,19 0,-19 0,0 0,0 0,0 0,39 0,-59 0,40 0,-20 0,0 0,-1 0,1 0,-20 0,20 0,0 0,20 0,-40 0,19 0,1 0,0 0,-20 0,20 0,0 0,0 0,-20 20,19-20,1 0,0 0,0 0,0 0,0 0,19 0,-39 0,20 0,-20 0,40 0,-40 0,20 0,-20 0,39 0,-39 0,20 0,-20 0,40 0,-40 0,20 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22939 13831,'0'-20,"20"20,0-20,0 20,0-20,0 20,19 0,-19 0,0-20,20 20,-40 0,20 0,39 0,-39 0,20 0,19-39,-19 39,-1 0,-19 0,20-20,0 20,-40 0,39 0,-19 0,0 0,0 0,-20 0,40 0,-21 0,1 0,20 0,0 0,-40 0,39 0,-19 0,20 0,-20 0,19 0,1 0,20 0,-21 0,1 0,-20 0,0 0,0 0,-1 0,1 0,0 0,0 0,0 0,0 0,-20 0,19 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2381 14843,'0'0,"40"0,19 0,21 0,19 0,0 0,-19 0,19 0,-20 0,-19 0,19 0,1 0,-21 0,60 0,-40 0,-19 0,19 0,-39 0,20 40,-1-40,1 0,-1 0,1 0,-1 0,-19 0,0 0,19 0,-19 0,0 0,19 19,-19 1,-20-20,39 0,-19 0,-20 0,39 0,-39 0,20 0,-20 0,39 20,-39 0,20-20,-21 0,21 0,20 0,-21 0,1 0,-20 0,20 0,-1 0,1 0,-20 0,20 0,-1 0,1 0,-20 0,19 0,1 0,0 0,-20 0,39 0,-19 0,19 0,-19 0,0 0,19 0,-19 0,20 0,-21 0,-19 0,0 0,20 0,-40 0,19 0,1 0,0 0,-20 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6648 17323</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2758 2520,'0'0,"40"0,39 0,60 0,0 0,0 0,20 0,-20 0,0 0,0 0,19 0,-19 0,-119 0,0 0,-20 0,20 0,0 0,-1 0,1 0,0 0,20 0,-40 0,20 0,19 0,-19 0,0 0,0 0,0 0,19 0,1 0,20 0,-21 0,1 0,19 0,1 0,-20 0,-1 0,-19 0,20 0,0 0,19 0,-19 0,0 0,19 0,-19 0,-1 0,21 0,-40 0,39 0,-19 0,-20 0,79 0,-59 0,-1 0,21 0,0 0,19 0,0 0,20 0,1 0,19 20,20-20,-40 0,20 0,-40 0,40 0,20 0,-39 0,19 0,0 39,-40-39,60 0,-40 0,-39 0,19 0,-19 0,19 0,0 0,1 0,-1 0,60 0,-40 20,0-20,-39 0,39 0,20 0,-39 0,-1 0,20 0,-39 0,-1 0,-19 0,20 0,-1 0,-39 0,59 0,1 0,-21 0,21 0,58 0,21 0,-40 0,60 0,59 0,0 0,99 0,100 0,119 139,-21-79,-98 98,119-38,-60 18,-119-38,-99-41,-80-39,-59 0,-20 20,-99-40,0 0,-20 0,19 0,1 0,0 0,20 0,-20 0,0 0,39-20,-59 20,20 0,0 0,0-20,-1 0,21 20,-40-20,60 0,-40 20,19-19,-19-1,20 20,-1-20,1-20,0 40,19-20,-39 0,40 1,-40-1,-1 0,1 20,-20 0,40-40,0 40,-40 0,39-20,-19 1,0 19,20-40,19 40,-39-20,40-20,-1 20,-19 20,-1-19,21-21,-40 40,0-20,39 0,21-39,-61 59,41-20,0-20,-41 40,1 0,20-20,-20 0,39 20,-39-19,40-1,19 0,-59 20,39 0,21-40,-60 20,39 1,20 19,-79 0,60 0,-40-40,20 40,-1-20,-19 20,20 0,19-20,-19 0,-20 20,20 0,-1-19,-19-1,20 20,-20 0,19 0,1-40,0 40,59 0,0 0,-20 0,41 0,18 0,-98 0,20 0,-21 0,1 0,-40 0,60 0,-21 0,-19 0,40 0,-1 0,1 0,-1 0,21 0,-21 0,1 0,19 0,0 0,1 0,39 0,-20 20,-39-20,-21 0,21 20,-21-20,-19 0,40 0,-40 20,0-20,19 0,-19 0,20 0,-20 0,39 0,-59 0,20 0,0 0,59 0,60 0,-20 0,0 0,-59 0,-1 0,-19 0,-20 0,-20 0,20 0,0 0,39 0,20 0,40 19,1 1,-21 0,0 40,-79-60,0 19</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16530 3314,'20'0,"0"0,39 0,-19 0,19 0,41 0,-41 0,1 0,-21 0,1 0,19 0,-39 0,40 0,-60 0,20 0,19 0,-19 0,40 20,-21-1,21 1,-20-20,-21 0,21 0,-20 0,0 0,-20 0,40 0,-21 0,-19 0,20 0,0 0,0 0,20 0,-40 0,19 0,21 0,-20 0,40 0,-1 0,-19 0,19 20,21-20,-21 20,21-20,-1 0,-59 0,59 0,-59 0,20 0,19 0,-39 0,40 0,-41 0,21 0,-20 0,0 0,19 0,-19 0,20 0,-40-20,20 20,-20 0,40 0,-21 0,21 0,-40-20,40 20,-1 0,-39 0,20 0,0 0,20 0,-40 0,20 0,0 0,-1 0,21 0,-40 0,20 0,20 0,-1 0,1 0,-20 0,39 0,-59 0,40 0,-20 0,39 0,-19 0,0 0,39-20,-19 20,-21 0,1 0,-20 0,39 0,-39 0,-20 0,40 0,-20 0,-20 0,39 0,-39 0,20 0,0-19,0-1,-20 20,20 0,-20 0,40 0,-21 0,1 0,0 0,-20 0,20 0,0 0,0 0,-20 0,19 0,1 0,0 0,-20 0,20 0,0 0,0 0,-20 0,20 0,-20 0,39 0,-39 0,20 0,-20 0,40 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8731 4564,'20'0,"0"0,39 0,41 0,-41 0,-39 0,59 0,-39 20,0-20,-20 0,0 0,-1 0,1 0,0 0,-20 0,40 0,-40 20,20-20,-20 0,19 0,-19 0,40 0,-40 0,40 0,-20 19,-1-19,1 0,0 0,0 20,0-20,20 0,-21 0,41 0,-60 0,40 0,-21 0,21 20,-40 0,20-20,0 0,19 0,21 0,-20 0,19 0,-39 0,20 0,-1 0,-19 0,0 0,-20 0,20 0,0 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6906 5457,'0'0,"19"0,1 0,0 0,0 0,0 0,0 0,0 0,39 0,-19 0,-40 0,59 0,-19 0,19 0,-59 0,60 0,0 0,-41 0,41 0,-1 0,-19 0,20 0,-21 0,-19 0,40 0,-21 0,21 0,-20 0,-1 0,1 0,0 0,-1 0,-39 0,20 0,0 0,0 0,0 0,0 0,19 0,-39 0,20 0,0 0,0 0,-20 0,20 0,0 0,-1 0,-19 0,40 0,-20 0,39 0,1 0,-40 20,19-20,1 0,0 0,-40 0,40 0,-1 0,-19 0,0 0,20 0,-40 0,39 0,-19 0,0 0,0 0,59 0,-39 0,19 0,1 0,0 0,-41 0,21 0,-20 0,0 0,-20 0,20 0,-1 0,1 0,-20 0,20 0,0 0,0 0,-20 0,39 0,-19 0,20 0,-40 0,20 0,-20 0,40-20,-21 20,1 0,0 0,-20 0,40-20,-20 20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2818 6389,'0'0,"59"0,1 0,19 0,1 0,-1 0,-19 0,39 0,0 0,-40-19,21 19,-21 0,1 0,-20 0,19 0,1 0,-40 0,19 0,1 0,0 0,-1 0,1 0,-20 0,20 0,-1 0,1 0,-20 0,19 0,21 0,-1 0,21 0,-21-20,-19 20,-20 0,39-20,-19 20,0 0,-20-20,-1 20,1-20,0 20,0 0,0 0,0 0,0 0,-1 0,1 0,0-20,20 1,-40 19,59 0,-39 0,-20 0,60 0,-40 0,-1 0,1-20,0 20,0 0,0 0,0 0,-1-20,1 20,-20 0,20 0,0 0,0 0,-20 0,40-20,-40 20,19 0,1 0,0-20,-20 20,20 0,-20 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22066 12085,'0'0,"20"0,-20-20,60 20,-41 0,41 0,19 0,-19 0,-1 0,1 0,19 0,-19 0,19 0,1 0,39 0,-20 0,-20 0,-19 0,39 0,-20 0,-39 0,39 0,-59 0,40 0,-40 0,-20 0,39 0,1 0,-20 0,0 0,-20 0,20 0,-20-20,19 20,1 0,-20 0,20 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2163 12680,'0'0,"0"0,20 0,19 0,21 0,-40 0,39 0,1 0,-1 0,21 0,-21 0,1 0,-40 0,19 0,-19 0,20 0,-20 0,0 0,19 0,-19 0,0 0,20 0,-1 0,1 0,0 0,19 0,-19 0,39 0,1 0,-1 0,0 0,1 0,-1 0,1 0,39-40,-20 40,0 0,20 0,-39 0,-21 0,1 0,19 0,-39 0,19 0,1 0,-21 0,-19 0,40 0,-40 0,19 0,-39 0,40 0,0 0,-1 0,-39 0,40 0,0 0,-20 0,39 0,-19 0,19 0,-19 0,20 0,-21 0,41 0,-21 0,21 0,-21 0,1 0,39 0,-59 0,19 0,1 0,-21 0,1 0,19 0,-19 0,0 0,-20 0,19 0,1 0,-40 20,20-20,-20 0,20 0,0 0,-1 0,-19 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7461 12680,'20'-20,"59"20,60 0,20 0,79 0,40 0,0 0,20 0,39 0,0 0,-79 0,-20 0,-59 0,0 0,-60 0,-40 0,-20 0,-39 0,0 0,-20 0,20 0,0 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12521 6905,'0'0,"20"0,0 20,0-20,20 0,-1 0,-19 0,0 0,20 0,-40 0,39 0,1 0,-20 0,0 0,0 0,19 0,-39 0,40 0,0 0,-40 0,39 0,-19 0,20 0,-20 0,0 0,19 0,1 20,-20-20,0 0,19 0,1 0,0 20,-20-20,39 0,-39 20,20-20,-21 0,21 0,0 0,-1 20,1-20,0 19,0-19,-21 0,21 0,20 0,-21 0,-19 20,0 0,0-20,0 0,0 0,-1 0,21 0,-40 0,40 0,-40 0,20 0,-20 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5655 3949,'0'0,"20"0,-20 0,40 0,0 0,-20 0,-1 0,1 0,0 0,0 0,-20 0,40 0,-1 0,-19 0,20 0,19 0,-39 0,40 0,19 0,-59 0,39 0,1 0,-20 0,-1 0,21 0,-20 0,-1 0,1 0,0 0,-1 0,1 0,-40 0,40 0,-20 0,19 0,-19 0,-20 0,40 0,-20 0,-20 0,19 0,21 0,-20 0,20 0,-40 0,20 0,-20 0,39 0,-39 0,20 0,-20 0,40 0,-40 0,20 0,-1 0,1 0,-20 0,20 0,-20-20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2342 5318,'0'0,"39"0,-19 0,40 0,-21 0,61 0,-21 0,0 0,40 0,-39 0,19 0,80 0,-80 0,-20 0,40 0,-39 0,-21 0,1 0,-21 0,1 0,-20 0,20 0,-1 0,21 0,-40 0,39 0,1 0,-1 0,-19 0,39 0,-19 0,19 0,-19 0,-21 0,1 0,-20 0,20 0,-40 0,19 0,21 0,-20 0,20 0,-1 0,1 0,-20 0,20 0,-1 0,21 0,-1 0,-39 0,20 0,0-20,-40 20,19 0,1 0,0 0,-20 0,40 0,-20-20,39 20,1 0,-21 0,1 0,0 0,-1 0,21 0,-20 0,-1 0,21 0,-40 0,39 0,-19-20,19 20,1-20,19 20,1-19,-41 19,61-20,-61 20,1 0,20-20,19 20,-39 0,-21-20,41 20,-60 0,20-20,0 20,0 0,19 0,-39 0,20 0,40 0,-60 0,19 0,21 0,0 0,-1 0,21 0,-20 0,19 0,21 0,-21 0,-19 0,-1 0,-19 0,40 0,-1 0,-19 0,0 0,-1 0,1 0,20 0,-1 0,-19 0,0 0,-40 0,39 0,-19 0,0 0,-20 0,20 0,0 0,0 0,-20 0,19 0,1 0,0 0,-20 0,20 0,0 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3651 6628,'0'0,"20"0,79 19,60 1,-40 20,20-20,20 0,39-1,1 41,-60-60,-1 20,21-20,-60 0,21 0,-41 0,40 0,-20 0,0 0,-19 0,19 0,20 0,20 20,-20-20,0 0,20 0,0 0,-20 0,-40 0,40 0,-19 0,-61 0,41 0,-21 0,1 0,-21 0,80 0,-79 0,20 0,-1 0,-39 0,20 0,-20 0,-1 0,41 0,0 0,-1 0,1 0,19 39,-20-39,21 0,19 0,-20 0,1 0,59 0,-40 0,0 20,-19-20,-1 0,20 0,-19 0,-21 0,-19 0,19 0,1 0,-1 0,-19 0,20 0,19 0,0 0,-59 0,20 0,19 0,-19 0,20 0,-1 0,1 0,-1 0,1 0,-1 0,21 0,-21 0,21 0,-41 0,41 0,-21 0,1 0,19 0,-39 0,19 0,1 0,-40 0,39 0,1 0,-21 0,1 0,-20 0,20 0,19 0,1-20,-41 20,41 0,-20 0,19 0,-19 0,0-19,-21 19,41-40,-40 40,20 0,-1-20,-19 20,-20 0,40-20,-20 20,-1 0,-19 0,20-20,0 20,0 0,-20 0,20 0,0 0,-1-20,-19 1,20 19</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19229 6826,'19'0,"1"0,-20 0,20 0,20 0,0 0,-21 0,41 0,-20 0,-1-20,-19 20,20 0,-1 0,1-20,-20 20,40 0,19 0,20-20,20-19,20 39,20 0,-20 0,20 0,-40 0,0 0,-60 0,1 0,-1 0,-39 0,0 0,0 0,0 0,-20 0,19 0,1 0,0 0,-20 0,40 0,-20 0,19 0,-19 0,20 0,-20 0,-20 0,20 0,-1 20,-19-20,20 0,-20 0,20 0,20 0,39 0,1 0,-1 39,20-19,20-20,0 20,-20 0,-59-20,-20 0,0 0,0 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8672 8374,'0'0,"0"0,20-20,39 20,1 0,19 0,-39 0,19 0,21 0,-21 0,21 0,-1 0,-20 0,1 0,-1 0,1 0,39 0,-19 0,-1 0,-20 0,21 0,39 0,-60 0,1 0,19 0,-39 0,20 0,-1 0,1 0,-21 0,1 0,0 0,19 0,1 0,-1 0,-19 0,39 0,-19 0,-40 0,39 0,-39 0,0 0,-20 0,20 0,0 0,-20-20,19 0,-19 20,20 0,20 0,-40 0,20 0,0 0,19 0,-19 0,20 0,-20 0,19 0,-39 0,20 0,-20 0,40 0,-40 0,20 0,20 0,-40 0,39 0,1 0,-20 0,39 0,-19 0,0 0,-1 0,-19 0,20 0,-20 0,0 0,-1 0,21 0,-40 0,40 0,-1 0,-19 0,0 0,20 0,0 0,-1 0,-19 0,20 0,-1 0,21 0,-20 0,19 0,1 0,-1 0,1 0,-21 0,61 0,-61 0,21 0,-20 0,-1 0,21 0,-1 0,-19 0,-20 0,39 0,-19 0,0 0,19 0,-39 0,40 0,-1 0,1 0,-21 0,21 0,19 0,1 0,-21 0,-19 0,39 0,-39 0,20 0,-21 0,41 0,19-39,-40 39,41 0,-21 0,20 0,0 0,-39 0,19 0,-19 0,19 0,1 0,-21 0,-19 0,39 0,20-40,1 0,-41 40,1 0,19 0,-19 0,-21 0,41 0,-21 0,1 0,-40 0,-20 0,39 0,-39 0,20 0,-20 0,40-20,-40 20,20 0,-20 0,39 0,-39 0,20 0,-20 0,40 0,-40 0,20 0,-20 0,39 0,-39 0,20 0,20 0,-40 0,20 0,19 0,-39 0,40 0,-20 0,0 0,0 0,-1 0,1 0,-20 0,20 0,0 0,0 0,-20 0,20 0,0 0,-1 0,1 0,0-19,-20 19,20 0,-20 0,40-20,-21 20,1 0,20 0,0 0,-20 0,-1 0,-19 0,20 0,-20-20,20 20,0 0,-20 0,20 0,0 0,-1 0,-19 0,20-20,0 20,0 0,-20 0,20 0,0 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19308 8354,'0'0,"40"0,19 0,-19 0,39 0,-19 0,-1 0,-19 0,39 0,-19 0,19 0,1 0,19 0,0 0,-20 0,41 0,-1 0,-40 0,0 0,1 0,-21 0,1 0,19 0,20 0,-39 0,-1 0,21 0,-60 0,59 0,0 0,40 0,20 0,-20 0,-19 0,39-60,-20 60,-40 0,0 0,-19 0,-1 0,1 0,-1 0,-39 0,40 0,-20 0,-1 0,-39 0,40 0,-20 0,19 0,-39 0,20 0,0 0,0 0,-20 0,20 0,0 0,0 0,-20 0,19 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2302 9545,'20'19,"39"-19,21 0,19 0,20 0,20 0,-40 0,40 0,20 0,-20 0,-1 0,-18 0,-21 0,20 0,20 0,-100 0,21 0,0 0,19 0,-59 0,59 0,-19 0,-1 20,-19-20,0 0,19 0,-39 0,20 20,-21-20,21 40,-20-40,0 0,-20 0,39 0,-19 0,0 0,20 0,0 0,19 0,1 20,-41-20,41 20,-20-20,19 0,60 39,-39-39,-21 20,1-20,19 0,-79 0,60 0,-21 0,-19 0,-20 0,20 0,0 0,0 0,-20 0,20 0,-1 0,1 0,40 0,-40 0,39 0,-39 0,20 0,-1 0,-19 0,0 0,0 0,20 0,-40 0,19 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7799 11033,'19'0,"-19"0,20 0,0 0,40 0,-21 0,21 0,-1 0,21 0,-1 0,1 0,39 0,-20 0,0 0,-20 0,1 0,-1 0,-19 0,39 0,-59 20,-1-20,21 0,-1 0,1 0,-20 0,39 0,-20 20,21-20,-21 0,41 0,-21 0,20 0,0 0,-19 0,39 0,-60 0,21 0,-1 0,20 0,-19 0,-1 0,0 0,21 19,-61-19,1 0,0 0,19 0,-19 0,0 0,-1 0,1 0,20 0,-21 0,21 0,19 0,-19 0,-21 0,21 0,19 20,-19-20,39 20,-20-20,40 20,-39 0,-1-20,20 20,-39-20,19 59,-59-59,40 0,-40 0,19 0,21 0,-21 0,21 0,0 0,-21 0,41 0,-21 0,21 0,-1 0,-20 0,1 0,19 0,-39 0,0 0,-20 0,-1 0,1 0,0 0,-20 0,20 0,0 0,0 0,-20 0,19 0,21 0,-40 0,40 0,-1 0,1 0,-20-20,40 20,-1-20,-19 20,-1 0,21-19,-20 19,-20 0,-1 0,21-20,-40 20,20 0,0 0,0-20,19 20,-39 0,20 0,20 0,-20-20,0 0,-1 20,1 0,-20 0,20 0,0-20,0 20,-20 0,20-19,19 19,-19 0,0-20,0 20,0 0,-20-20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15300 10973,'0'0,"19"0,21 0,-20 0,20 0,-1 0,21 0,-60 0,40 0,-21 0,21 0,-20 0,0 0,19 0,-39 0,40 0,-20 0,-20 0,20 0,0 0,-1 0,1 0,20 0,-20 0,39 0,21 0,-1-19,40-1,-39 20,78-20,21 20,19 0,1-40,-160 40,-19 0,0 0,-20 0,20 0,0 0,0 0,-20 0,20 0,-1-20,1 20,-20 0,40 0,-20 0,-20 0,39 0,-39-20,20 20,-20 0,40 0,-40 0,20 0,19 0,-19 0,0 0,20 0,0-39,-21 39,1 0,0 0,0 0,20 0,-21 0,1 0,20 0,0-20,-40 20,39 0,1 0,0-20,-20 0,39 20,-39 0,0 0,0 0,59-20,-79 20,40 0,-20 0,-20-19,39 19,-19 0,-20 0,40 0,-40 0,20 0,-1 0,1 0,0 0,0 0,-20 0,40 0,-20 0,19 0,-39 0,40 0,19-60,-19 60,0 0,19 0,1 0,-20 0,-21 0,1 0,0 0,40 0,-41 0,1 0,-20 0,20 0,20 0,-20 0,0 0,-1 0,-19 0,40 0,0 0,-20 0,-1 0,41 0,-40 0,0 0,0 0,19 0,-19 0,0 0,0 0,0 0,19 0,-19 0,20 0,-20 0,19 0,-19 0,0 0,20 0,-20 0,19 0,-19 0,0 0,0 0,0 0,-1 0,1 0,0 0,-20 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2342 12184,'39'0,"41"0,39 0,-60 0,60 0,20 0,0 0,-40 0,1 0,-1 0,-20 0,40 0,40 0,-80 0,40 0,-39 0,39 0,20 0,-60 0,0 0,-19 0,0 0,19 0,-20 0,1 0,19 0,-59 0,40-20,-1 20,-39 0,40 0,-21 0,-19 0,0 0,40 0,-21 0,21 0,-21 0,-19 0,20 0,59 0,-79 0,40 0,-1 0,-19 0,59 0,0 0,-19 0,-21 0,20 0,21 0,-21 0,0 0,1 0,-1 0,1 0,19 0,20 0,-60 0,21 0,-1 0,1 0,-1 0,-20 0,1 0,-20 0,-1 0,-19 0,0 0,0 0,0 0,19 0,-19 0,-20 0,60 0,-40 0,-1 0,21 0,20 0,19 0,20 0,-19 0,19 0,0 0,-39 0,19 0,20 0,-19 0,-1 0,0 0,-19 0,-1 0,-19 0,0 0,19 0,-19 0,0 0,-20 0,19 0,1 0,-40 0,20 0,0 0,-20 0,19 0,1 0,0 0,-20 0,20 0,0 0,20 0,-1 0,-19 0,20 0,-20 0,39 0,-59 0,20 0,39 0,1 0,-20 0,19 0,1 0,-1 0,-39 0,40 0,-21 0,21 0,-20 0,-21 0,1 0,0 0,0 0,0 0,19 0,-19 0,20 0,39 0,-59 0,40 0,-40 0,19 0,-19 0,0 0,20 0,-40 0,20 0,-1 0,-19 0,20 0,0 0,0 0,-20 0,20 0,0 0,-1 0,1 0,-20 0,20 0,0 0,-20 0,20 20,0-20,-1 0,-19 0,20 0,0 0,0 0,-20 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2004 4842,'20'0,"20"19,-20-19,-20 0,19 0,21 0,-40 0,40 0,19 20,-39-20,0 0,20 0,-20 0,-20 0,39 0,-19 0,20 0,-20 0,-20 0,19 0,21 0,-40 0,20 0,0 0,0 0,-20 0,20 0,19 0,-19 0,-20 0,20 0,20 0,-1 0,-19 0,20 0,19 0,1 0,-20 0,-1 0,21 0,-21 0,1 0,0 0,-40 0,40 0,-21 0,-19 0,20 0,0 0,0 0,-20 0,20 0,0 0,-1 0,-19 0,20 0,0 0,0 0,-20 0,40 0,-21 0,1 0,-20 0,40 0,-20 0,0 0,0 0,-1 0,41 0,-40 0,-20 0,39 0,21 0,-20 0,-40 0,39 0,1 0,-20 0,0 0,-20 0,20 0,-20 0,19 0,-19 0,20 0,0 0,20 0,-40 0,40 0,-21 0,-19 0,20 0,0 0,0 0,0 0,0 0,-1 0,-19 0,20 0,0 0,0 0,-20 0,20 0,0 0,-1 0,-19 0,20 0,0 0,0 0,-20 0,20 0,0 0,0 0,-20 0,19 0,1 0,0 0,-20 0,20 0,0 0,0 0,-20 0,19 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7719 4961,'0'0,"20"0,-20 0,60 0,-41 0,21 0,-20 0,40 0,-41 0,21 0,20 0,-21 0,1 0,0 0,-1 0,1-20,0 20,-20 0,19 0,21-20,-21 20,1 0,0 0,-1 0,21-20,-20 20,-1 0,-19 0,0 0,20 0,19 0,-39 0,0 0,40 0,-21 0,-39 0,40 0,0 0,-40 0,39 0,1 0,-40 0,60 0,-21 0,-19 0,59 0,-19 0,-20 0,19 0,-19 0,39 0,1 0,58 0,81 0,-1 0,20 0,-20 60,-39-21,39 21,-79-40,-59-20,-1 20,-19-20,-60 0,19 0,21 0,-40 19,20-19,0 0,0 0,-20 0,39 0,-19 0,-20 0,20 0,20 0,-20 0,19 0,1 0,0 0,19 0,-39 0,0 0,19 0,-19 0,20 0,0 0,19 0,-19 0,39 0,-59 0,59 0,-19 0,19 0,-39 0,20 0,-1 0,1 0,-21 0,21 0,-1 0,-19 0,20 0,-1 0,-39 0,40 0,-21 0,1 0,19 0,1 0,-20 0,-1 0,-19 0,40 0,-1 0,-39 0,20 0,-1 0,21-19,0 19,-41 0,21 0,-20 0,39 0,-39 0,0 0,20 0,19 0,-19 0,20 0,-1 0,1 0,-21 0,21 0,19 0,-19 0,-1 0,-19 0,39 0,-39 0,0 0,-20 0,-1 0,1 0,0 0,0 0,0-40,19 40,-39-20,40 20,0 0,19-20,21 20,-41-20,21 20,0 0,-41 0,21 0,-40 0,20-19,-20 19,40 0,-40 0,19 0,-19 0,40 0,-40 0,20 0,-20-20,40 20</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4207 7620,'0'-20,"0"20,20 0,0 0,-1 0,-19 0,40-20,-40 20,20 0,0 0,0 0,-20 0,19 0,1-20,0 20,20 0,0 0,-21 0,21 0,0 0,-1 0,-19 0,20 0,19 0,-19 0,-20 0,20-20,-1 20,1 0,-20 0,20 0,19 0,-19 0,-40 0,59 0,-19 0,20-39,-41 39,21 0,-20-20,0 20,0 0,19 0,-39 0,20 0,20 0,-40 0,40 0,-21 0,-19-20,40 20,-20 0,0 0,0 0,19 0,-19-20,-20 20,40 0,-20 0,19 0,-39 0,20-20,20 20,-40 0,20 0,-20 0,39 0,-39 0,40 0,-20 0,0 0,19 0,-19 0,0 0,-20 0,20 0,0 0,0 0,-20 0,20 0,-1-20,1 20,-20 0,20 0,0 0,0 0,-20 0,20 0,-1 0,1 0,-20-19,20 19,-20 0</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8711 8414,'0'0,"0"0,60 0,-1 0,-39 0,40 0,-1 0,-19 0,20 0,19 0,-59 0,39 0,1 0,-1 0,-19 0,20 0,-21 0,1 0,0 0,-1 0,1 0,0 0,-1 0,-19 0,40 0,-21 0,21 0,-20 0,19 0,-19 0,19 0,1 0,19 0,-19 0,-1 0,1 0,19 0,-39 0,0 0,39 39,-19-39,-41 0,21 0,-20 0,20 0,-20 0,19 0,-19 0,40 0,-21 0,21 0,-1 0,-39 0,40 0,-1 0,-19 0,0 0,-21 0,1 0,0 0,0 0,-20 0,40 0,-20 0,-20 0,39 0,-39 0,20 0,-20 0,40 0</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6826 10358,'20'0,"-20"0,40 0,-20 0,59 0,-19 0,-1 0,-19 0,-1 0,21 0,-40 0,39 0,-39 0,20 0,-20 0,0 0,19 0,-19 0,-20 0,20 0,0 0,0 0,19 0,-39 0,20 0,20 0,-20 0,19 0,-19 0,40 0,-21 0,21 0,-20 0,39 0,-39 0,79 0,-60 0,21 20,-1 0,0 0,1 0,-1-1,1-19,-21 20,20-20,-39 0,40 20,19 0,-40-20,21 20,-21-20,-39 0,0 20,0-20,-20 0,20 0,-20 0,39 0,-39 0,20 0,-20 0,40 0,-40 0,20 0,-20 0,39 0,-39 0,20 0,-20 0,40 0,-40 0,20 0,-20 0,20 0,-20 0,19-20,1 20,0 0,0-20,-20 20,20 0,0 0,-1 0,-19 0,20-20,20 20,-20 0,39 0,-39-20,-20 20,60 0,-21-20,1 1,-40 19,40 0,-20 0,-20 0,19-20,1 20,-20 0,20 0,-20 0,40-20,0 0,-21 20,1 0,40-20,-60 20,20 0,19 0,-19 0,0 0,0 0,0-40,0 40,-1 0,1 0,-20 0,20-19,0 19,20-20,-1 20,-19 0,0-20,-20 20,20 0,-20-20,20 20,-1 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22840 13077,'0'0,"0"0,40 0,-20 0,39 0,-19 0,19 20,1-20,0 19,-21-19,21 0,19 0,-59 20,20 20,-21-40,21 0,-20 0,-20 0,20 0,0 0,19 0,-39 0,20 0,0 0,0 0,-20-20,40 20,-21 0,21 0,20-40,-41 40,41 0,-20 0,-1-19,-39 19,20 0,0 0,0 0,-20 0,20 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2163 13771,'20'0,"19"0,21 0,-20 20,-1-20,21 0,19 40,1-40,-1 20,20 0,40-1,-40-19,20 40,1-40,-21 20,0-20,-40 0,21 0,-21 20,1-20,-1 0,1 0,0 0,-1 0,1 0,-21 0,41 0,-60 0,59 0,-20 0,21 0,-60 0,19 0,-19 0,0 0,20 0,-40 0,20 0,19 0,-19 0,40 0,-1 0,-19 0,19 0,21 0,-41 0,-19 0,40 0,-21 0,21 0,-20 0,-20 0,39 0,1 0,-1 39,-19-39,39 20,-19-20,39 20,-40-20,1 0,19 0,21 40,-21-20,0-20,-19 19,-1-19,21 0,-41 20,21-20,0 20,-1-20,-19 0,39 0,1 0,-21 20,20 0,-59-20,40 0,19 20,20 0,-39-20,19 0,-19 19,-1-19,1 0,-1 0,1 20,19-20,-39 0,20 0,-41 0,61 20,-41-20,1 0,0 0,-20 0,39 0,1 0,-21 0,21 0,-1 0,1 0,-40 0,39 0,-19 0,0 0,19 0,-59 0,40 0,0 0,-21 0,21 0,20 0,-21 0,21 0,19 0,21 0,-1 0,-40 0,21 0,-1 0,-19 0,39 0,-20 0,20 0,-19 0,-1 0,40 40,-59-20,-1-20,-19 0,39 0,-19 0,-40 0,39 0,-19 0,-20 0,59 0,-59 0,59 0,-19 0,-1 0,21 0,19 0,-39 0,39-40,-20 40,0 0,41 0,-41-20,20 20,-19-40,19 40,-20 0,-19 0,19-19,20 19,0-20,-59-20,-40 40,20 0,-20 0,20 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4028 7024,'20'0,"0"0,20 0,-1 0,41 0,19 20,-40-20,41 0,-1 20,20 20,-40-40,-19 20,19-20,-19 20,-1-20,1 0,-20 0,-1 0,21 19,-40 1,19-20,41 20,-21-20,-19 0,19 0,21 0,-1 0,-19 0,19 0,-19 0,-21 0,41 0,-21 0,1 0,-40 0,-1 0,41 0,-20 0,-21 0,21 0,0 0,19 0,1 0,-40 0,39 0,1 0,-20 0,-1 0,60 0,-39 0,19 0,-39 0,39 0,40 0,-19 0,-41 0,1 0,-1 0,1 0,-21 0,1 0,-20 0,20 0,-20 0,19 0,-39 0,40 0,-20 0,0 0,19 0,21 0,19 0,-19 0,-1 0,1 0,-40 0,39 0,-19 0,-20 0,0 0,-1 0,1 0,0 0,0 0,20 0,-21 0,21 0,0 0,-1 0,-19 0,0 0,0 0,0 0,-20 0,20 0,0-20,-1 20,-19 0,40 0,-20 0,-20 0,40 0,-40 0,19 0,-19 0,40 0,-20-20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12125 7064,'0'-20,"19"20,21 0,20 0,59 0,-20 0,40 0,0 0,0 0,19 0,-39 0,0 0,60 0,-40 0,-20 0,0 0,-59 0,19 0,-19 0,-21 0,21 0,-21 0,21 0,0 0,-1 0,-39 0,39 0,1 0,-20 0,-1 0,1 0,39 0,-39 0,79 0,-40 0,21 0,78 0,-59 0,60 0,-20 0,-1 0,-19 0,0 0,-40 0,-39 0,39 0,-79 0,20 0,-20 0,39 0,-39 0,20 0,-20 0,39 0,1 0,-21 0,1 0,-20 0,0 0,19 0,-39 0,40 0,-40-20,20 20,-20 0,20-19,0 19</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2203 8473,'19'0,"1"0,-20 0,20 0,0 0,0 0,20 0,-1-20,41 20,-1-20,0 20,40-19,20 19,0-40,-20 20,20 0,-20 20,0 0,40-20,-20 20,0 0,-20 0,20 0,-20 0,20 0,-40 0,0 0,60 0,-40 0,20 0,0 0,-40 0,60 0,-40 0,20 0,0 0,-40 0,20 0,-40 0,40 0,-59 0,19 0,-19 0,19 0,-19 0,-1 0,1 0,-20 0,39 0,0 0,1 0,-41 0,41 0,59 0,-40 0,0 0,-79 0,0 0,0 0,-20 0,19 0,1 0,0 0,-20 0,20 0,0 0,0 0,-20 0,20 0,19 0,-39 0,40 0,0 0,-1 0,1 0,0 0,-1 0,21 0,-20 0,-21 0,1 0,20 0,0-39,-21 39,1-20,0 20,0 0,0 0,20 0,-21 0,-19 0,20 0,20 0,-20 0,19 0,-19-20,0 20,20 0,-40 0,39 0,1 0,20 0,-1 0,-19 0,19 0,21 0,-40 0,39 0,-39-20,19 20,-39 0,20-20,-20 20,-20 0,19-20,1 20,-20 0,20 0,-20 0,40 0,-40 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4008 9961,'0'20,"0"-20,20 0,0 0,0 0,0 0,0 0,0 0,39 20,-39-20,20 0,-1 0,21 0,-60 0,39 0,21 40,-40-40,0 0,39 20,-19-20,19 0,-59 0,60 0,-20 0,-1 0,21 0,19 0,-19 0,-21 0,81 0,-81 0,41 0,-21 0,1 0,19 0,-59 0,39 0,1 0,-40 0,0 0,-1 0,1 0,-20 0,60 0,-40 0,-20 0,20 0,-1 0,1 0,-20 0,20 0,40-20,-21 20,-39 0,40 0,-20 0,0 0,19 0,-19 0,20 0,0-20,-1 20,-19 0,0 0,0-20,0 20,-20 0,19 0,1 0,0 0,0 0,20-20,-20 20,39 0,1-20,-21 20,21 0,-20 0,-1 0,21 0,-1 0,-19 0,0 0,19 0,-59 0,40 0,0 0,-40 0,19 0,1 0,-20 0,20 0,-20 0,20-20,0 1,0 19,-20 0,19 0,1 0,0 0,40 0,-60 0,19 0,-19 0,40 0,-20 0,0 0,0 0,-20 0,20 0,-1 0,1 0,0 0,0 0,0 0,0 0,-1 19,1-19,0 0,-20 0,20 0,20 0,-40 0,20 0,-1 0,21 0,0 0,-40 0,39 0,1 0,-40 0,20 0,0 0,0 0,-20 0,20 0,-1 0,1 0,-20 0,20 0,0 0,0 0,0 0,-1 0,1 0,-20 0,20 0,0 0,0 0,-20 0,20 0,-1 0,1 0,-20 0,20 0,40-19,-60 19,39 0,-39 0,20 0,-20 0,40 0,0 0,-1 0,21 0,-21 0,41 0,19 19,-20-19,-19 0,0 20,-21-20,-19 0,0 0,-20 0,20 0,0 0,-1 0,-19 0,20 0,0 0,0 0,-20 0</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15339 10140,'0'0,"40"0,-20 0,0 0,-1 0,1 0,0 0,0 0,20 0,19 0,1 0,-21 0,21 0,-20 0,-1 0,41-20,-1 0,-39 0,39 20,-39 0,19 0,-39 0,20-19,19 19,1-20,-20 20,19 0,1-40,-21 40,21 0,-40 0,-20 0,59 0,-39-20,0 20,0 0,20 0,-21-20,1 20,0 0,40 0,-41-20,1 20,20 0,0 0,19 0,-39-19,40 19,-1 0,-39 0,39 0,-39 0,40-20,-40 20,-1 0,21 0,-40 0,20 0,20-40,19 40,-39 0,20 0,-1 0,-19 0,0 0,40 0,-40 0,19-20,-19 20,40 0,19 0,-39 0,-1 0,-19-20,40 20,-40 0,19 0,-19 0,20 0,-40 0,20 0,-20 0,39 0,-39 0,20 0,-20 0,40 0,-40 0,20 0,39 0,1 0,-40 0,19 0,-19 0,40 0,-41 20,21 0,-40-20,20 0,-20 0,20 0,20 20,-40-20,19 0,21 0,20 20,59-20,-60 20,-39-20,0 0,20 19,-21-19,-19 20,40-20,-40 0,20 0,-20 0,40 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4326 11688,'0'0,"20"0,-20 0,59 0,-39 0,79 0,-19 0,-1 0,0 0,60 0,-20 0,-19 0,19 0,-20 0,20 0,-20 0,20 0,-59 0,39 0,20 0,-40 0,41 0,-21 0,-60 0,41 0,19 0,0 0,-39 0,19 0,60 20,-20 19,40-39,59 0,40 0,-59 0,-1 0,-39 0,39 0,-59 0,-60 0,21 0,-41 0,21 0,-21 0,1 0,-21 0,-19 0,20 0,19 0,-39 0,40 0,-1 0,-39 0,40 0,-1 0,1 0,-1 0,1 0,-1 0,1 0,-20 0,-1 0,21 0,-21 0,41 0,-21 0,-19 0,20-20,-1 20,21 0,-21 0,20 0,-39 0,40 0,-41 0,41 0,-1 0,0 0,-19 0,39 0,0 0,0 0,21 0,18 0,1 0,20 0,-20 0,79 0,-39 0,19 0,-39 0,20 0,-1 0,-19 0,20 0,-1 0,-19 0,0 0,-20 0,19 0,-19 0,20 0,-40 0,-20 0,40 0,-59 0,19 0,0 0,-20 0,21 0,-21 0,0 0,-19 0,19 0,-39 0,39 0,-19 0,-40 0,19 0,1 0,-20 0,0 0,19 0,-19 0,0 0,-20 0,20 0,0 0,0 0,-20 0,20 0,-1 0,1 0,0-19,-20 19,20 0,0 0,-20 0,20 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3929 13037,'0'0,"0"20,0-20,20 0,0 0,19 0,1 0,0 20,0-20,19 20,1-20,19 0,0 0,21 0,19 0,-40 0,0 0,40 0,-59 0,39 0,-19 0,-21 0,20 0,-19 0,19 0,-19 0,-1 0,1 0,-20 0,19 0,1 0,19 0,-39 0,19 0,1 0,-1 0,-19 0,20 19,-41-19,21 0,20 0,-1 0,1 0,19 20,0 20,1-40,-1 0,1 0,-1 0,-20 0,-39 0,40 0,19 0,-59 0,20 0,19 0,-19 0,0 0,39 0,-39 0,-1 0,41 0,-60 0,39 0,1 0,-21 0,41 0,-21 0,1 20,-1-20,-19 0,20 0,19 0,-20 0,-39 0,20 0,0 0,-1 0,1 0,0 0,-20 0,-20 0,19 0,1 0,0 0,0 20,-20-20,20 0,0 0,-20 0,59 0,21 0,39 39,-40-39,100 40,-80-40,20 20,20-20,-20 40,-40-21,1-19,19 20,-79-20,39 0,-19 0,-20 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14367 13077,'0'0,"20"0,-20 0,20 0,-20 0,39 0,1 0,0 0,19 0,-19 0,39 0,-19 0,19 0,20 0,-39 0,-1 0,21 0,-60 0,39 0,-39 0,40 0,-41 0,21 0,-20 0,39 0,1 0,0 0,-1 0,1 20,19-20,0 0,21 0,-21 0,-20 19,21-19,19 20,-39-20,19 0,-39 0,-1 0,21 0,-20 0,19 0,1 0,-21 20,1-20,-20 0,79 0,-39 0,-1 0,1 0,19 0,0 20,-19 0,-1-20,1 0,-1 20,-39-20,60 20,-1-1,-59-19,39 0,1 0,19 0,-39 0,0 0,59 0,-59 0,-1 20,1-20,39 20,-19-20,-1 0,21 0,-21 0,21 40,-21-40,-19 20,19-20,-19 0,-20 0,0 0,0 0,0 0,-20 0,19 0,1 0,0 0,-20 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7620 2500,'0'0,"99"-20,0 20,80 0,-20 0,-20 0,-20-39,-40 19,0 20,-19-20,0 20,-41 0,1 0,0 0,-20 0,40 0,-20 0,-20 0,19 0,1 0,20 0,-40 0,40 0,-20 0,39 0,-39 0,39 0,1 0,-20 0,39 0,20 0,-19 0,-21 0,1 0,19 0,-19 0,-21 0,21 0,19 0,-19 0,-1 0,1 0,-1 0,21 0,-1 0,0 0,21 0,-41 0,21 0,-21 0,-19 0,19 0,1 0,-1 0,-39 0,40 0,-21 0,1 0,0 0,-1 0,21 0,-20 0,-1 0,-19 0,20 0,-20 0,19 0,-19 0,40 0,-40 0,19 0,1 0,20 0,-1 0,-19 0,19 0,-19 0,-20 0,20 0,-1 0,21 0,-1 0,-39 0,20 0,19 0,-19 0,-20 0,20 0,19 0,-19 0,19 0,1 0,19 0,1 0,39 0,-40 0,-19 0,19 0,0 0,-19 0,-1 0,21 0,-21 0,41 0,-21 0,0 0,1 0,-21 0,1 0,-1 0,1 0,-21 0,1 0,0 0,0 0,19 0,1 0,19 0,-19 0,-21 0,41 0,-1 0,0 0,60 0,-20 0,-20 0,1 0,58 0,-58 0,-1 0,-20 20,-19-20,-20 20,19-20,-39 0,20 19,-1-19,1 0,-20 0,0 0,19 0,-39 0,40 0,-40 0,20 0,-20 0,40 0,-1 0,-19 0,0 0,0 0,39 0,-19 0,-20 0,39 0,-19 0,20 0,-21 0,-19 0,0 0,20 0,-21 0,21 0,0 0,19 0,21 0,-21 0,1 0,-20 0,39 0,-39 0,19 0,1 0,-1 0,21 0,-21 0,40 0,20 0,-39 0,-21 0,1 0,-60 0,39 0,-19 0,0 0,-20 0,20 0,0 0,0 0,19 0,-19 0,20 0,-20 0,0 0,-1 0,21 0,0 0,0 0,-1 0,1 0,0 0,39 0,-20 0,-39 0,40 0,-1 0,-39 0,40 0,-21 0,41 0,-21 0,-19 0,0 0,19 0,1 0,-1 0,-19 0,-40 0,40 0,19 0,-19 0,19 0,-39 0,60 0,-21 0,1 0,19 0,-19 0,-1 0,21 0,-41 0,-19 0,40 0,-21 40,1-40,-40 0,40 0,19 0,-19 0,19 0,1 0,-20 0,19 0,21 0,-21 0,1 0,-21 0,21 0,-1 0,-19 0,20 0,-1 0,-39 0,20 0,19 0,-39 0,0 0,20 0,-1 0,-19 0,0 0,39 0,-59 0,20 0,0 0,0 0,-20 0,20 0,19 0,1 0,0 0,-20 0,79-20,-40 20,1 0,19 0,-19 0,-20 0,39 0,-19 0,-1 0,-19 0,19 0,1 0,-40 0,39 0,-19 0,19 0,1 0,19-39,-39 19,-20 20,39 0,-19 0,0 0,-1 0,1 0,20 0,-21 0,21 0,-60 0,59 0,-39 0,20 0,-40 0,40 0,-1 0,1 0,0 0,-1 0,21 0,-40 0,39 0,-39 0,0 0,20 0,-21 0,21 0,-20 0,-20 0,40 0,-20 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2143 3135,'0'0,"20"0,0 0,19 0,1 0,20-20,-21 20,1 0,0 0,39 0,-39 0,0 0,19 0,-39 0,39 0,-19 0,0 0,-20 0,19 0,1 0,-20 0,0-20,39 20,-59 0,20 0,20 0,-20 0,19 0,1 0,0-39,-1 39,1 0,20 0,-21 0,1 0,0 0,-1 0,-19 0,-20 0,40-20,0 20,-21 0,1 0,-20 0,20 0,0 0,0 0,-20 0,20 0,-1 0,1 0,-20 0,20 0,0 0,0 0,-20 0,20 0,0 0,-1 0,-19 0,20 0,0 0</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9148 3036,'0'0,"20"0,20 0,-21 0,41 0,-1 0,1 0,-40 0,39 0,-39 0,0 0,0-20,-20 20,20 0,0 0,-1 0,1 0,0 0,40 0,-60 0,39-20,-19 20,40 0,-60 0,39 0,1-40,0 40,-20 0,19 0,21 0,-21 0,21 0,19 0,-39 0,20 0,-1 0,1 0,-21 0,21 0,-40 0,19 0,-19 0,20 0,-20 0,0 0,-1 0,1 0,0 0,0 0,0 0,20 0,-1-19,-39 19,40 0,-20 0,0 0,19 0,-19 0,20 0,-1 0,1 0,-20 0,20 0,-20 0,19 0,-39 0,20 0,20 0,-20 0,19 0,-19 0,0 0,20 0,-20 0,39 0,1-20,-21 20,-19 0,20 0,0 0,-1-20,-19 20,0 0,-20 0,20 0,0-20,-20 20,19 0,-19 0</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17046 3949,'0'0,"20"0,-20 0,39 0,1 0,-20 0,0 0,19 0,1 0,0 0,-20 0,19 0,1 0,0 0,-1 0,21 0,-20 0,-1 0,1 0,0 0,-1 0,1 0,0 0,-20 0,19 0,1 0,0 0,-21 0,21 0,-20 0,40 0,-41 0,21 0,-20 0,39 0,1 0,-20 0,-1 0,-19 0,20 0,0 0,-1 0,-19 0,0 0,20 0,-1 0,-19 0,20 0,-1 0,1 0,-20 0,20 0,-20 0,-1 0,21 0,-20 0,20 0,-21 0,1 0,40 0,-20 0,-1 0,21 0,-1 0,1 0,-1 0,1 0,-20 0,-21 0,41 0,-20 0,-1 0,21 0,-40 0,39 0,-19 0,19 0,-39 0,0 0,40 0,-21 0,-19-20,0 20,0 0,0 0,19 0,-39 0,20 0,0-20,0 20,-20 0,20 0,-20-20,20 20,-20 0,19 0,1 0,0 0,-20 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2143 4623,'0'0,"0"-19,40 19,-1 0,1 0,0-20,0 20,19 0,1 0,-1 0,1 0,19 0,-19 0,-1 0,-19 0,19 0,1 0,-20 0,19 0,1 0,-21 0,21 0,19 0,-39 0,0 0,39 0,0 0,-19 0,19 0,-19 20,-21-20,61 0,-21 39,-39-19,59-20,-20 0,1 20,-21-20,21 0,-21 0,21 0,-21 40,1-40,19 0,-20 0,-19 0,20 0,-40 0,19 0,21 0,-21 0,1 0,0 0,19 0,1 0,-40 0,39 0,1 0,-20 19,-1-19,-19 0,40 0,-41 0,41 0,-40 0,0 0,19 0,1 0,-20 0,39 0,-39 0,20 0,-20 0,19 0,-19 0,20 0,-20 0,0 0,39 0,-39 0,20 0,-40 0,39 0,-19 0,0 0,0 0,20 0,-40 0,19 0,1 0,-20 0,20 0,0 0,-20 0,20 0,-20 0,20 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16728 5516,'0'0,"40"0,20 0,-21 0,21 0,-21 0,21 0,-1 0,-19 0,0 0,19 0,-39 0,20 0,0 0,-1 0,-19 0,20 0,-1 0,21 0,-20 0,19 0,-19 0,19 0,-19 0,20 0,-1 0,-19 0,19-20,-19 20,0 0,19 0,-39 0,40-19,-40 19,19 0,-39 0,20 0,20 0,-40 0,20 0,-1 0,1-20,0 0,0 0,-20 20,20 0,-20 0,20 0,0 0,-1 0,-19 0,20 0,20 0,-20 0,19 0,-19 0,-20-20,40 20,-40 0,20 0,0-20,-1 20,-19 0,20-19,-20 19,40 0,-40 0,40 0,-20 0,-1-20,1 20,0 0,0 0,0 0,0 0,-1 0,-19 0</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8374 7818,'20'-20,"-20"20,40 0,-21 0,61 0,-21 0,-39 0,40 0,-1 0,1 0,-21 0,21 0,39 0,-39 0,19 0,-19 0,39 0,-40 0,21 0,-41 0,21 0,19 0,-19 0,-40 0,39 20,1-20,-21 0,41 0,-21 0,41 0,-21 0,0 0,40 40,40-20,-40-20,20 39,0-39,0 40,-20-40,20 20,-40-20,-19 0,39 20,20-20,-60 0,-20 20,21-20,19 0,-20 0,-19 0,39 39,-39-39,19 0,-19 0,-1 0,-19 0,19 0,-19 0,0 0,-20 0,-1 0,1 0,20 0,-40 0,20 0,0 0,-1 0,-19 0,20 0,0 0,0 0,-20 0,40 0,-20 0,-1 0,-19 0,20 0,0 0,0-20,-20 20</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12125 10259,'0'0,"0"0,19 0,-19 0,40 0,-40 0,20 0,0 0,0 0,-1 0,1 0,20 0,-40 0,59 0,-19 0,0 0,19 0,1 0,-1 0,1 0,0 20,-1-20,20 39,1-39,19 0,-20 0,-39 0,39 0,-19 20,0-20,-21 0,21 20,-1-20,1 0,-21 0,21 0,19 0,21 0,-21 0,-19 0,19 0,0 0,-19 0,-20 0,39 0,-20 0,-39 0,0 0,20 0,-40 0,20 0,-1 0,1 0,-20 0,40 0,-20 0,20 0,-21 0,1 0,0 0,0 0,20 0,-21 0,1 0,20 0,-20 0,-20 0,39 0,-19 0,0 0,0 0,0 0,20 0,-21 0,1 0,20 0,-20 0,19 0,-39 0,40 0,0 0,-20 0,39 0,1 0,-60 0,20-20,-1 20,1 0,0 0,-20 0,20-20,0 20,-20 0,20 0,0 0,-1 0,1-19,0 19,0 0,39-20,-39 20,40 0,-40-20,-20 20,19 0,1 0,0-20,-20 20,20 0,0 0,0 0,19-40,-39 40,40 0,-40 0,20 0,0-19,0 19,-20 0,19 0,1 0,0 0,-20 0,20 0,0-20,0 0,-20 20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23416 11013,'0'-40,"39"40,-19 0,60 0,-21 0,20 0,-19 0,19 0,21-19,-41 19,20 0,-19-20,0 20,-1 0,-39 0,0 0,19 0,-39 0,20 0,0 0,0 0,-20 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2242 11767,'0'-20,"0"20,0-39,40 39,0-20,-1-20,21 40,-1-40,21 20,-21 1,1 19,39-40,-79 40,59 0,-39 0,39 0,-39 0,-20 0,39 0,-39 0,20 0,-20 0,-20-20,40 20,-21 0,21 0,-40 0,60 0,-41 0,41 0,-1 0,1 0,0 0,39-20,-20 20,-19 0,-1 0,21 0,-1 0,40 0,-40 0,40 0,-39 0,-1 0,-19 0,-1 0,-19 0,0 0,-40 0,19 0,1 0,0 0,-20 0,40 0,0 0,-40 0,39 0,21 0,-21 0,1 0,-20 0,20 0,-1 0,21 0,-40 0,19 0,21 0,-40 0,0 0,0 0,19 0,-39 0,40 0,-20 0,39 0,-39 0,0 20,-20-20,40 0,-1 0,-39 0,40 0,0 20,-20-20,19 0,-19 0,0 0,20 20,-40-20,39 0,1 0,19 39,-19-39,-20 0,-20 0,40 0,-40 0,20 0,-20 0,19 0,1 0,0 20,-20-20,20 0,0 0,0 0,-20 0,19 0,1 0,0 0,-20 0,20 0,0 0,0 0,-20 0,20 0,-1 0,1 0,-20 0,20 0,0 0,0 0,-20 0,20 0,-1 0,1 0,-20 0,20 0</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19506 11787,'0'0,"20"0,0 0,20 0,-20 0,-20 0,39 0,21 0,-1-20,1 20,-20 0,19 0,1 0,-1 0,21 0,-21 0,1 0,-21 0,1 0,-20 0,20 0,-1 0,-39 0,40 0,-20 0,19 0,-39 0,20 0,20 0,-40 0,40 0,-20 0,-1 0,41 0,-40 0,-20 0,59 0,-19 0,-20 0,0 0,39 0,1 0,-1 0,1 0,-1 0,-19 0,0 0,19 0,1 0,19 0,0 0,21 0,-41 0,21 0,-61 0,41 0,-20-20,-1 20,-19 0,40 0,-40 0,19 0,-39 0,40-20,-40 20,20 0,-20 0,20 0,-1-19,1 19,20 0,0 0,-1-20,-19 20,40 0,-21 0,1 0,-40 0,20 0,39-40,-39 40,0 0,-20 0,20 0,20 0,-40 0,20 0,-1 0,1 0,-20-20,20 20,0 0,0 0,-20 0,20 0,-1 0,1 0,-20-20,20 20,0 0,0 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19903 13374,'20'0,"20"0,-1 0,-39 0,40-19,-20 19,0 0,20 0,-21 0,21 0,20-40,-41 40,1 0,40 0,-40 0,59-20,-19 20,-1 0,-19-20,0 20,19 0,-19 0,19 0,1 0,-40 0,39 0,-39 0,20 0,-40 0,39 0,-19 0,-20 0,20 0,0 0,39 0,-19 0,-20 0,20 0,-1 0,21 0,-60 0,59 0,-19 0,20 0,-1 0,1 0,19 0,20 0,-39 0,39 0,-39 0,19 0,-39 0,19 0,1 0,-1 0,-19 0,0 0,-21 0,21 0,-20 0,-20 0,20 0,0 0,-1 0,-19 0,20 0,0 0,0 0,0 0,0 0,0 0,-1 0,-19 0,20 0,0 0,0 0,-20 0,20-20,-20 1,20 19,-20 0,19 0,1 0,0 0,0 0,20 0,39 0,20 0,-39 0,-20 0,-1 0,-19 0,-20 0,40 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6449 14208,'0'0,"40"0,-40 0,20 0,19 0,-39 0,40 0,0 0,-20 0,19 0,1 0,0 0,-20 0,19 0,-19 0,20 0,-20 20,-1-20,21 0,-20 0,40 0,-41 0,21 0,-20 0,39 20,-59-20,40 0,-20 0,-20 0,20 0,0 0,-1 0,-19 0,20 0,0 0,0 0,40 0,-60 0,39 0,1 0,19 0,-39 0,-20 0,40 0,20 0,-21 0,21 0,-40 0,39 0,1 0,-1 0,-19 0,0 0,-21 0,21 19,0-19,-1 0,-19 0,0 0,0 0,20 0,-1 0,-39 0,40 0,-20 0,0 0,19 0,-19 0,40 0,-21 0,1 0,20 0,-40 0,39 0,-39 0,20 0,-21 0,21 0,20 0,-21 0,-19 0,0 0,20 0,19 0,-39 0,20 0,-20 0,39 0,-59 0,40 0,-20 0,-20-19,20 19,-1 0,1 0,0 0,0 0,-20 0,40-40,-40 40,39 0,-19 0,0 0,0 0,0 0,-20 0,39 0,-19 0,0 0,20-20,-40 20,20 0,19 0,-19-20,0 20,20 0,-1 0,-19 0,20-20,-20 20,0 0,39-20,-59 20,20 0,20 0,-40 0,19 0,1 0,0-19,0 19,0 0,0 0,0 0,-1 0</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10874 15081,'20'0,"79"40,1-40,39 0,19 0,41 20,-60-1,19-19,-19 20,0-20,20 40,-100-40,-39 0,20 0,-20 0,20 0,-21 0,21 0,-20 0,20 20,-1-20,1 0,0 0,19 0,-59 0,40 0,-20 0,39 0,-19 0,0 0,-20 0,19 0,-19 0,-20 0,40 0,-40 0,20 0,-20 0,39 0,-19 0,0 0,20 0,-21-20,21 20,-20 0,40 0,-1-20,-39 20,0 0,0 0,-20 0,19-20,1 20,0-20,-20 20,20 0,0 0,0 0,-20 0,19 0,1-19,0 19,-20 0,40-20,-20 20,0-20,-1 20,1 0,0 0,-20 0,20-20</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4048 4822,'0'0,"20"0,20 0,-40 0,39 0,-19 0,-20 0,60 0,-40 0,19 0,-39 0,20 0,40 0,-41 0,21 0,20 20,-21-20,21 0,39 0,-39 0,-1 0,21 0,-1 0,-39 0,39 0,-19 0,-1 0,1 0,-1 0,1 0,-1 0,1 0,-40 0,19 0,1 0,19 0,-39 0,20 0,-20 0,39 0,21 0,-80 19,39-19,1 0,0 0,-20 0,19 0,-19 0,0 0,-20 0,20 0,0 0,0 0,-20 0,19 0,1 0,0 0,-20 0,20 0,0 0,0 0</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12382 4723,'0'0,"20"19,40-19,-40 0,0 0,19 0,60 20,-79-20,20 0,20 0,19 0,20 0,-19 0,-21 0,20 0,1 0,39 0,-20 0,0 0,0 0,21 0,-41 0,-20 0,1 0,-20 0,19 0,1 20,-1-20,-19 0,0 0,-1 0,-19 0,60 0,-80 0,39 0,-19 0,20 0,-20 0,19 0,1 0,0 0,-1 0,1 0,39 0,40 0,60 0,-40 0,79 0,-19 0,-21 0,-19 0,-20 0,-60 0,1 0,-60 0,-20 0,19 0,1 0,-20 0,20 0,-20 0,40 0,19 0,21 0,19 0,40 0,20 0,-60 0,20 0,-40 0,-39 0,0 0,-1 0,-39 0,20 0,0 0,0 0,0 0,-1 0,1 0,-20 0,20 0,0 0,20 0,-40 0,20 0,19 0,-19 0,40 0,-1 0,1 0,19 20,-19-20,-21 20,-19-20,20 0,0 0,-21 0,1 0,0 0,0 0,0 0,0 0,-1 0,1 0,0 0,0 0,0 0,0 0,19 0,-19 0,20 0,0 0,19 0,1 0,-1 0,1 0,19 0,-19 20,-1-20,1 0,-41 0,61 19,-80-19,40 0,-1 20,1-20,-40 0,20 0,0 0,-1 0,1 0,0 0,40 40,-60-40,20 0,19 0,-39 0,40 0,0 0,-1 0,-19 0,0 0,0 0</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3770 7580,'0'20,"0"-20,0 0,60 20,-40-20,0 0,19 20,1-20,-20 0,-20 0,39 0,-19 0,0 0,0 0,20 0,-40 0,39 0,-19 0,20 0,-40 0,20 0,19 0,-39 0,40 0,-20 0,0 0,0 0,-1 0,1 0,40 0,-20 0,19 0,-19 0,-1 0,21 0,-1 0,-19 0,0 0,-20 0,19 0,1 0,20 0,-1 0,-39 0,40 0,-21 0,1 0,0 0,-21 0,21 0,0 0,0 0,-21 0,41 0,-20 0,-1 0,-19 0,20 0,-1 0,21 0,-40 0,20 0,-1 0,-19 0,20 0,-1 0,1 0,0 0,-1 0,-19 0,0 0,20 0,-20 0,19 0,-19 0,20 0,0 0,-1 0,-39 0,60 0,-40 0,39 0,1 0,-21 0,21 0,0 0,-41 0,21 0,20 0,-41 0,41 0,-40 0,0 0,19 0,-19 0,40 0,-21 0,-19 0,40 0,-21 0,21 0,-1 0,1 39,-20-39,19 0,1 0,19 0,-39 0,19 0,1 0,-1 0,-39 0,40 0,-1 0,1 0,-20 0,-21 0,41 0,-40 0,0 0,-1 0,1 0,20 0,-40 0,20 0,20 0,-1 0,-19 0,40 0,-21 0,1 0,-20 0,19 0,-19 0,0 0,20 0,-20 20,0-20,-1 0,-19 0,20 0,20 0,-20 0,0 0,-1 0,1 0,-20 0,20 0,20 0,-20 0,0 0,19 0,-39 0,40 0,0 0,-21 0,1 0,-20 0,20 0,0 0,0 0,0 0,0 0,-1 0,1 0,20 0,-20 0,39 0,-39 0,20 0,-20 0,39 0,-39 0,40-20,-21 20,1 0,19 0,21 0,-60 0,39 0,-19 0,0 0,-40 0,39 0,-19 0,-20 0,40 0,-20 0,39 0,-39 0,20 0,39 0,-59 0,39 0,1 0,-20 0,39 0,-39 0,-20 0,-20-20</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3889 10755,'0'0,"20"0,40 0,-1 0,1 0,19 0,1 0,-1 0,0 0,21 0,-1 0,-20 0,40 0,-39 0,39 0,-20 0,20 0,-40 0,40 0,-39 0,19 0,0 0,-19 0,-21 0,-19 0,-1 0,1 0,-40 0,20 0,-20 0,40 0,-40 0,19 0,-19 0,40 0,-20-40,0 40,20 0,-21 0,1 0,20 0,19 0,-39-19,20 19,20 0,-21 0,1-20,0 20,19-20,1 0,-21 20,21 0,-1-20,-39 20,79-20,-59 20,-40 0,20 0,0 0,0 0,-20 0,20 0,-1 0,1 0,-20-20,20 20,-20 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8553 10735,'59'0,"60"0,-20 0,40 0,0 0,60 0,19-39,20 19,-20 0,40 20,-59 0,-1 0,-59 0,20 0,-40 0,-40 0,60 0,-59-20,-1 20,-19 0,19 0,-20 0,21 0,-21 0,1 0,-20 0,19 0,1 0,19 0,0 0,21 0,-21 0,-20 0,41 0,-21 0,20 0,-19 0,-1 0,0 0,-39 0,0 0,-20 0,0 0,-1 0,1 0,20 0,-40 0,20 0,-20 0,20 0,19 0,1 0,-20 0,-20 0,20 0,19 0,-39 0,20 0,0 0,0 0,0 0,0 0,-1 0,-19 0,40 0,-20 0,20 0,-1 20,21 0,-40-20,39 0,-59 0,20 20,0-20,0 0,-20 0,20 0</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19566 10696,'0'0,"0"0,20 0,19-20,1 20,20 0,19 0,119 0,21 0,19 0,-59-20,-60 20,-40-20,40-20,-59 40,-1 0,-39-20,20 20,-1 0,-39 0,20 0,0 0,0 0,0 0,19 0,21 0,-40 0,39-19,1 19,-21 0,21 0,0 0,-1 0,20 0,-39 0,59 0,20 0,0 0,-19 0,19-40,0 40,-20 0,20 0,20-20,-60 0,40 20,-59 0,19 0,-19-20,-20 20,-21 0,41-19,-40 19,19 0,1 0,-20 0,0 0,0 0,-20 0,39 0,-39 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2699 12005,'20'0,"99"0,20 0,-1 20,41-20,39 0,1 20,-1-20,0 0,20 20,-39-20,-21 0,1 39,-20-39,-1 20,21-20,-20 0,-60 0,20 0,-40 0,1 0,19 0,-20 20,1 0,19-20,-20 0,1 0,59 0,0 0,-40 0,79 0,-39 0,20 0,-20 0,-60 0,1 0,-1 0,-19 0,-1 0,1 0,-1 0,21 0,-21 0,40 0,-19 0,39 0,39 0,-78 0,59 20,-100-20,41 0,-40 0,19 0,-39 0,20 0,-1 0,61 0,-61 0,1 0,-20 0,19 0,-19 0,0 0,0 0,20-40,-1 20,61 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8711 13652,'0'0,"20"0,40 20,19-20,20 0,1 0,58 0,1 0,40 0,-21 0,21 0,-21 0,1 0,-20 0,19 0,-39 0,-20 0,20 0,-20 40,-40-40,1 0,39 0,-40 0,20 0,40 0,-59 0,-21 0,60 0,-19 0,-1 0,-20 0,0 0,41 0,-41 0,0 0,40 0,-39 0,-1 20,60-20,0 0,-20 0,20 0,-20 0,0 0,20 0,-60 0,40 0,-39 0,-1 0,1 0,19 0,-40 0,21 0,-41 0,41 0,-1 0,0 0,21 0,-21 0,0 0,-19 0,-1 0,21 0,19 0,-20 0,-59 0,40 0,-20 0,-1 0,1 0,-20 0,19 0,21 0,-20 0,-21 0,61 0,-21 0,21 0,-21 0,21 0,-21 0,1 0,-1 0,-19 0,0 0,-1 0,1 0,20 0,-21 0,-19 0,20 0,-1 0,1 0,-20 0,20 0,-1 0,1 0,-40 0,40-20,-1 20,-19 0,20-20,0 20,-1 0,-19 0,20 0,0 0,-1 0,1 0,0 0,-40 0,19 0,41-40,-20 40,-21 0,1 0,20-20,20 20,-21 0,1 0,19 0,-19 0,0 0,19 0,1 0,-1 0,1-19,-40 19,20 0,19-20,-39 20,0 0,19 0,-39-20,20 20,20 0,-40 0,40-20,-21 20,21 0,20 0,19 0,20 0,-39 0,-1 0,-19 0,0 0,-20 0,-20 0,39-40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17502 6429,'20'40,"-20"-40,40 0,-40 0,39 0,-19 0,-20 0,40 0,-20 0,19 0,-39 0,20 0,20 0,-20 0,0 0,0 0,-1 0,1 0,0 0,20 0,-1 0,-39 0,40 0,0 0,-20 0,19 0,-39 0,20 0,20 0,-40 0,20 0,19 0,-39 0,20 0,0 0,0 0,-20 0,20 0,0 0,-20 0,19 0,1 0,-20 0,40 0,-40 0,20 0,-20 0,40 0,-40 0,19 0,-19 0,40 0,-20 0,0 0,0 0,-20 0,19 0,1 0,0 0,-20 0,20 0,0 0,0 0,-20 0,19 0,1 0,0 0,-20 0,20 0,0 0,0 0,-20 0,20 0,-1-20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4048 8592,'0'0,"20"0,40 0,-21 0,21 0,-1 0,21 0,-21 0,-19 0,19 0,1 20,-20-20,19 0,-19 40,-1-40,21 0,19 0,-19 0,19 0,-39 0,20 0,19 0,40 0,-40 19,1-19,-1 0,20 0,-19 0,-1 0,20 20,-39-20,19 0,20 0,1 40,19-40,-20 0,0 40,-19-40,-21 20,1-20,39 39,-20-39,-19 0,19 0,-19 0,-1 0,-19 20,39-20,-39 0,-20 0,19 0,1 0,-40 0,20 0,0 0,0 0,-1 0,21 0,-20 0,0 0,20 0,-1 0,-19 0,20 0,-40 0,20 0,19 0,-19 0,20 0,-20 0,-20 0,39 0,1 0,-40 0,20 0,20 0,-40 0,39 0,-19 0,0 0,20 0,-21-20,1 20,20 0,39-20,-79 20,40 0,-20 0,39-19,-39 19,40 0,-21-20,1 0,20 20,-40 0,19-20,1 20,19 0,1 0,-40 0,79-40,-79 40,20 0,-1-20,1 20,0 0,19 0,-19 0,0 0,19 0,-19 0,39 0,-19 0,-40 0,39 0,1 0,-1 0,-19 0,19 0,1 0,-20 0,19 0,1 0,-41 0,21 0,20 0,-21 0,1 0,-20 0,39 0,-19 0,0 0,19 0,-19 0,0 0,-1 0,1 0,20 0,-41 0,41 0,-20 0,19 0,-19 0,-20 0,19 0,1 0,-40 0,20 0,20 0,-40 0,19 0,1 0,0 0,-20 0,20 0,0 0,0 0,-20-19,20 19,-1 0,1 0,-20 0,20 0,0 0,0-20,-20 20,20 0,-1 0,1 0,20 0,-40 0,20-20,-20 20,40 0,-21 0,-19 0,40 0,-40 0</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6013 9386,'19'-20,"1"20,-20 0,20 0,0 0,0 0,-20 0,20 0,0 0,-1 0,1 0,0 0,20 0,-1 0,-19 0,20 0,0 0,-40 0,39 0,-19 0,20 0,-40 0,20 0,39 0,-59 0,20 0,0 0,0 0,0 0,0 0,-1 0,1 0,40 0,-21 0,-19 0,40 0,-21 0,1 0,-20 0,20 0,-1 0,1 0,-20 0,20 0,-1 0,1 0,-20 0,19 0,21 0,-20-20,-40 20,39 0,-39 0,20-20,20 20,-40 0,40 0,-21 0,1 0,20 0,0-20,-40 20,39 0,-19 0,0 0,20-19,-20 19,19 0,-19 0,-20-20,20 20,0 0,0 0,-20 0,20 0,-1-20,1 20,-20 0,40 0,-20 0,19 0,-19 0,0 0,0 0,0 0,-20 0,20 0</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8295 9505,'-20'-20,"20"20,0 0,20 0,0 0,19 0,-19 0,40 0,-1 0,-39 0,59 0,-19 0,19 0,-19 0,-40 0,39 0,1 0,-21 0,1 0,0 0,19-20,-59 20,40 0,-20 0,0 0,0-20,-20 20,39 0,-19 0,0 0,39 0,-19 0,0 0,-20 0,19 0,1 0,20 0,-1 0,-39 0,39 0,-19 0,20 0,-1 0,1 0,-1 0,-19 0,0 0,39 0,-19 0,-1 0,1 0,19 0,-19 0,-1 0,-19 0,19 0,1 0,-1 0,-19 0,20 0,-1 0,20 0,-19 0,-20 0,-1 0,1-39,0 39,39 0,-39 0,19 0,1 0,-60 0,59 0,-39 0,40 0,-40 0,-1 0,21 0,-20 0,0 0,0 0,19 0,1 0,-20 0,20 0,-40 0,59 0,1 0,-41 0,61 0,19 0,-20 0,-19 0,-1 0,1 0,-20 0,19 0,-19 0,0 0,-1 0,-19 0,20 0,19 0,-19 0,-20 0,39 0,-19 0,20 0,-21 0,21 0,-20-20,19 20,-19 0,-1 0,21 0,-40 0,20 0,-21 0,-19 0,40 0,-40 0,20 0,-20 0,40-20,-40 20,19 0,-19 0,40 0</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11748 12898,'0'0,"19"0,21 0,0 0,19 0,21-40,-41 40,21 0,-1-19,21 19,-21-20,21 20,-1-20,0 20,-59 0,40-20,19 0,-59 20,40 0,-1 0,-39 0,39 0,1-20,0 20,-1-19,1 19,-41 0,61 0,-21 0,1 0,19-20,-59 20,20 0,-20 0,39 0,-59 0,20 0,-20 0,40 0,-21 0,1 0,0 0,20 0,0 0,-21 0,21 0,-20 0,20 0,-21 0,1 0,20 0,-20 0,20 0,-21 0,21 0,-20 0,0 0,19 0,-19 0,20 0,-20 0,20 0,-1 0,1 0,0 0,19 0,-19 0,-1 0,21 0,19 0,1 0,-21 0,21 0,39 0,-40 0,0 0,21 0,-41 0,21 0,-1 0,-39 0,59 0,-40 0,60 0,-39 0,-1 0,-19 0,19 0,0 0,-19 0,0 0,-1 0,-19 0,19 0,-19 0,20 0,19 0,-20 0,1 0,19 0,-19 0,-20 0,19 0,1 0,-21 0,21 0,-20 0,-21 0,21 0,0 0,-40 0,39 0,-39 0,20 0,-20 0,40 0,-40 0,20-20</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20657 13017,'20'-20,"20"20,0 0,19 0,1 0,-1 0,40 0,-59 0,0 0,-20 0,19 0,-19-19,0 19,0 0,-20 0,20 0,-20 0,39 0,-39 0,20 0,20 0,-40 0,20 0,0-20,-1 0,-19 20,40 0,-20 0,0 0,0 0,-1 0,21 0,0-20,-20 20,0 0,-1 0,-19 0,40-20,-20 20</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16312 1786,'0'0,"39"0,60 0,1 0,19 0,40 0,-1 0,-39 0,20 0,-20 39,-20-19,1-20,-21 0,-19 0,-41 0,41 20,-20 0,-20 0,19-20,1 0,19 0,21 0,-40 0,39 0,60 0,-20 0,-20 0,-20 0,40 0,-39 0,39 0,-60 0,21-20,-1 20,1 0,-1 0,-39 0,-20 0,39 0,-19 0,19 0,-59 0,40 0,-20 0,39 0,-39 0,20 0,-20 0,39 0,-39-20,20 20,-20 0,19 0,1-20,-20 20,19 0,1 0,-20 0,20 0,-1 0,-39 0,40 0,-40 0,20 0,-20 0,40 0,-40 0,19 0</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14565 5715,'40'0,"79"0,0 0,60 0,19 0,-19 0,-1 0,1 0,0 59,-41-59,-58 0,39 20,-40-20,1 0,-21 20,1-20,-40 0,-20 0,39 0,21 20,-40 0,-1-20,21 0,-20 0,40 0,-41 0,41 0,-20 0,-1 0,1 0,-20 0,39 0,-39 0,20 0,-20 0,39-20,-39 20,20 0,-1 0,21-20,-40 20,39-20,-19 0,0 20,-1 0,1-20,0 20,19 0,-19 0,0 0,-1-39,1 39,0 0,19-20,1 0,-20 20,19-40,-59 40,40-19,19 19,-19 0,0 0,-1 0,21-20,39 20,-20-40,40 20,20 20,-20-20,-19 0,-1 20,-59 0,19-19,-39 19,0-20,-20 20</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10299 7461,'0'0,"20"-20,0 20,59 0,-39 0,19 0,1 0,19 0,0 0,1 0,-1 0,20 0,-19 0,-1 0,-19 0,-1 0,21 0,-41 0,61 0,-21 0,80 0,-40 0,-20 0,40 0,-20 0,-40 0,-39 0,19 0,1 0,0 0,39 0,-40 0,21 0,19 0,20 0,-20 0,0 0,-19 0,-1 0,-19 0,-1 0,-39 0,40 0,-41 0,41 0,-20 0,-1 0,41 0,-21 0,-39-20,20 20,-1 0,-19 0,-20 0,20 0,0 0,0 0,-20 0,40 0,-21 0,1 0,40-39,-21 39,-19 0,20-20,-40 20,40 0,-20 0,19 0,-39 0,20-20,-20 20,60-20,-41 20,-19-20,20 20,0 0</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3612 7163,'19'-19,"-19"19,60 0,-1 0,-39 0,40 0,-1 0,-39 0,20 0,0 0,-1 0,-19 0,20 0,-20 0,0 0,-1 0,1 0,-20 0,20 0,-20 0,20 0,0 0,-20 0,20 0,-1 0,1 0,-20 0,20 0,0 0,0 0,-20 0,39 0,-19 0,-20 0,20 0,20 0,-20 0,0 0,19 0,1 39,-20-39,-20 0,39 0,-19 0,0 0,0 0,20 20,-40-20,39 20</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3770 7362,'0'0,"40"-20,-40 20,40 0,-20 0,-20 0,19 0,1 0,0 0,0 0,0 0,0 0,-1 0,-19 0,20 0,0 0,-20 0,20 0,0 0,0 0,-20 0,39 0,-19 0,0 0,20 0,-1 0,1 0,-20 0,39 0,1 0,-20 0,19 0,1 0,-21 0,1 0,-20 0,0 0,0 0</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4326 6568,'-20'-20,"20"20,-40 0,40 0,-19 0,-21 0,40 0,-40 0,20-20,1 20,19 0,-40-20,0 1,40 19,-40 0,40 0,-39 0,19 0,20 0,-20 0,20 0,-40 19,40-19,-39 20,39-20,-40 20,20 0,-20-20,40 20,-19 0,-1-20,0 0,20 20,-20-20,0 0,0 39,20-39,-19 0,-1 40,0-20,0-20,0 39,0-19,20 0,-20-20,20 20,0-20,0 20,0 20,0-21,0-19,0 20,0 0,0 0,0-20,0 20,0 19,0-39,0 20,0 0,0 0,0 20,20-20,-20-20,0 19,40 21,-20-40,0 40,19-40,1 59,0-59,-1 20,21 40,0-60,-41 19,61 21,-60-40,-1 0,21 20,-40-20,40 0,19 0,-59 20,20-20,20 0,-40 0,40 0,-21 0,-19 0,20 0,0 0,0 0,0 0,0 0,19 0,-39 0,40 0,0-20,-40 0,20 0,-1 0,1 1,-20 19,20-20,0 20,-20-20,20 0,-20 0,0 20,0-20,39 1,-39-1,20-20,0 20,-20-39,0-1,0 20,0-19,0 19,0 20</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15498 10239,'0'-20,"0"20,0 0,40 0,-1 0,41 0,59 0,0 0,59 0,20 0,-19 0,-1 0,1 0,-21 0,21 0,-21 0,-39 0,20 0,-20 0,0 0,-60 0,-19 0,-1 0,-59-20,20 20,0 0,0-19,19 19,-39 0,20 0,-20 0</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10259 12025,'20'0,"-20"0,20 0,-20 0,40 0,39 0,-19 0,39 20,-20-20,40 0,20 0,20 20,-40-20,-20 0,20 0,-59 0,19 0,-19 0,-1 0,21 0,-61 0,21 0,0 0,-1 0,-19 20,20-20,0 0,19 39,21-39,39 20,0 0,-20-20,0 0,20 40,-39-40,39 20,20 19,-20 1,-20-40,20 20,0 0,40-1,-20 21,59 20,-39-60,-40 19,20 21,0-20,-20 0,0-20,-20 0,-40 0,41 0,-21 0,0 0,-19 0,0 40,39-40,-60 0,81 0,-41 0,0 0,40 0,0 0,-19 0,-21 0,60 0,-20 0,-20 0,0 0,1 0,58 0,-58 0,-21 0,0 0,40 0,-59 0,-1 0,-19 0,20 0,-21 0,1 0,0 0,-20 0,-1 0,21 0,-40 0,40-20,-40 20,20 0,-20 0</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2441 6886,'0'0,"20"0,19 0,21 0,-40 0,39 0,-39 0,40 0,19 0,20 0,-19 0,-1 0,0 0,40 0,-59 0,19 0,-19 0,19 0,-19 0,-21 0,21 0,-1 0,-19 0,20 0,19 0,0 0,1 0,19 0,-20 0,1 0,-1 0,-19 0,39 0,-20 0,1 0,-1 0,0 0,40 0,1 0,-41 0,0 0,1 0,-21 0,21 0,-21 0,1 0,-21 0,1 0,-20 0,20 0,-21 0,1 0,20 0,-20 0,19 0,-19 0,40 0,-21 0,21 0,0 0,-41 0,41 0,-1 0,1 0,0 0,-1 19,20-19,-19 20,39-20,-19 20,-21-20,20 20,1-20,-21 20,21-20,-1 0,-19 0,-1 0,-19 0,39 20,-39-20,19 0,-39 0,40 0,-40 0,59 0,-39 0,-1 0,21 0,0 0,-1 0,-39 0,39 0,-39 0,20 0,-20 0,0 0,19 0,-19 0,40 0,-1 0,-39 0,20 0,-20 0,-20 0,39 0,1 0,-40 0,40 0,-21 0,41 0,-60 0,20 0,39-20,-59 20,20 0,0-20,0 20,-20 0,20 0,19 0,-39-20,40 20,-40 0,60 0,-40-20,-1 20,1 0,20 0,19 0,-39 0,20 0,-20 0,39-20,-39 20,20 0,0-39,-1 39,-39 0,20 0,-20 0,20 0,0 0</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2917 10636,'40'-20,"79"20,-40 0,60 0,0 0,0 20,0 0,20 20,-60-21,20 1,-20 0,-39-20,-21 0,-39 0,20 0,0 20,0-20,-20 0,39 0,1 0,40 0,-21 0,-19 0,19 0,21 0,-21 0,1 0,-1 0,21 0,-41 0,21 0,-20 0,19 0,1 0,-1 0,-19 0,19 0,1 0,-20 0,-1 0,-19 0,40 0,-1 0,-39 0,40 0,-41 0,41 0,-60 0,40 0,-21 0,41 0,-20 0,-1 0,-19 0,40 0,-40 0,19 0,-19 0,20 0,-40 0,20 0,19 0,-39 0,40 20,-20-20,0 0,0 0,19 0,-19 0,0 0,20 20,19-20,-39 0,59 39,-19-39,-20 20,19-20,20 0,-39 20,20-20,-1 0,21 0,-21 40,40-40,1 20,-21-20,-20 0,1 19,-20-19,-20 0,-1 0,1 0,0 0,0 0,-20 0,20 0,0 0,-1 0,1 0,0 0,0 0,-20 0,20 0,20 0,-21 0,1 0,0 0,0 0,20 40,-21-40,21 0,-20 0,39 0,-59 0,20 0,20 0,-20 0,0 0,19 0,-39 0,40 0,-20 0,0 0,0 0,-1 0,-19 0,20 0,20 0,-20 0,-20 0,20 0,-20 0,19 0,-19 0</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2679 14585,'20'0,"19"0,-19 0,40 0,-40 0,19 0,-19 0,20 0,-40 0,20 0,39 0,-39 0,20 0,-1 0,21 0,0 0,-1 0,-19 0,19 0,1 0,-1 0,21 0,-41 0,100 0,-99 0,59 0,20 0,-79 0,39 0,-19 0,19 0,-19 0,-1 0,-19 0,20 0,-1 0,-39 0,20 0,-21 0,1 0,0 0,0 0,0 0,19 0,-19 0,40 0,19 0,-59 0,40 0,-21 0,1 0,20 0,-1 0,-39 0,39 0,1 0,19 0,40 0,-19 0,-1 0,-20 0,-19 0,-1 0,-19 0,0 0,19 0,-39 0,-20 0,20 0,0 0,-20 0,20 0,-20 0,19 0,1 0,0 0,0 0,0 0,0 0,-20 0,19 0,1 0,20 0,0 0,-20 0,-1 0,21 0,20 0,19 0,-19 0,-1 0,20 0,-19 0,19 0,-19 0,-1 0,-39 0,0 0,0-20,-20 20,20 0,-20 0,20 0,39 0,1 0,-1 0,1 0,-1 0,1 0,-1 0,-39 0,40 0,-40 0,-1 0,1 0,-20 0,20 0,0 0,0 0,-20 0,20 0,-1 0,1 0,-20 0,20 0,0 0,0 0,-20 0</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10577 6866,'0'0,"39"0,21-40,-40 40,19 0,-19 0,20 0,-20 0,-20 0,20 0,0-20,19 20,-19 0,0 0,0 0,19 0,-19 0,20 0,0 0,-1 0,-19 0,0 0,0 0,0 0,0 0,-1 0,1 0,0 0,0 0,0 0,0 0,-1 0,1 0,0 0,0 0,20 0,-40 0,39 0,-19 0,20 0,-40 0,40 0,-21 0,1-20,0 20,0 0,0 0,39 0,-39 0,20 0,-20 0,0 0,19 0,-19 0,20 0,-20 0,-1 0,21 0,-20 0,20 0,-20 0,19 0,1 0,0 0,-21 0,21 0,0 0,19 0,1 0,-1 0,-19 0,0 0,19 0,-19 0,20 0,-1 0,-39 0,20 0,-1 0,21 0,-1 0,-19 0,20 0,-1 0,-19 0,-1 0,21 0,-20 0,-1 0,-39 0,40 0,0 0,-40 0,39 0,-19 0,20 0,-20 0,19 0,21 0,-40 0,0 0,19 0,1 0,0 0,-20 0,39 0,-19 0,19 0,1 0,-1 0,-19 0,20 0,19 0,-39 0,19 0,1 0,-1 0,21 0,-1 0,-19 0,-21 0,21 0,-1 0,1 0,-40 0,39 0,-19 0,19 0,-19 0,-20 0,20 0,19 0,-19 0,19 0,-39 0,40 0,-1 0,-19 0,0 0,-20 0,59 40,-20-40,-39 0,60 0,-21 0,40 20,60 0,0-20,0 39,-40-19,0 0,40 0,-40-20,20 40,59-1,-99-19,60 60,-80-80,21 19,-21 41,-39-40,-1-20,-19 0,0 0,20 0,-40 0,39 20,21-20,-20 0,19 0,-19 19,-20-19,19 0,-39 0,40 0,-40 20,20-20,-20 0,20 0,-20 0,20 0,-1 0,-19 0,20 0,0 0,0 0,-20 0,20 0,0 0,-1 0,-19 0</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9426 10636,'0'0,"20"0,19 0,-19 0,40 0,19 0,-39 0,19 40,21-20,-41-20,1 0,20 19,-21-19,21 0,-1 20,1-20,-1 20,21-20,19 20,0-20,40 40,0-40,-79 19,-1-19,20 0,-19 20,-40-20,19 0,21 0,-20 40,39-40,-39 20,119 20,-1-21,-78-19,-60 0,-1 20,1-20,-20 0,40 0,-20 0,0 0,-1 0,1 0,0 0,0 0,20 0,-21 0,21 0,0 0,19 0,-19 0,0 0,-1 0,21 0,-20 0,19 0,-59 0,40 0,19 0,1 0,-1 0,-39 0,40 0,-20 0,-1 0,1 0,-20 0,19 0,21 0,0 0,19 0,-20 0,21 0,-1 0,1 0,-21 0,20 0,-39 0,39 0,-19 0,19 0,-59 0,40 0,-1 0,21 0,-1 0,20 0,-19 0,19 0,20 0,-40 0,60 0,-59 0,19 0,-60 0,41 0,-21 0,21 0,-21 0,21 0,-1 0,20 0,1 0,19 0,-40 0,60 0,-40 0,0 0,-19 0,-1 0,-19 0,-21 0,41 0,19 0,-20 0,1 0,-1 0,60 0,-20 0,20 0,20 0,-21 0,1 0,-39 0,-21 0,20 0,-19 0,-21 0,21 0,-41 0,41 0,-21 0,1 0,19 0,0 0,-39 0,39 0,-19 0,19 0,-19 0,-1 0,-39 0,40 0,-21 0,1 0,-20 0,0 0,20 0,-40 0,39 0,-19 0,0 0,0 0,19 0,21 0,0 0,19 0,-20 0,21 0,-1 0,-19 0,-1 0,40 0,-19 0,-1 0,1 0,-21 0,1 0,-1 0,-19 0,19 0,-39 0,40 0,-21 0,21 0,-20 0,-20 0,-1 0,41 20,-20-20,39 40,-20-40,21 20,39-1,-60-19,100 80,-99-60,19-20,0 79,1-59,19 20,20-1,-20 21,-19-40,39 39,-40-39,-19 20,39 19,-59-39,19-20,1 40,-41-20,41-20,-60 19,40 1,-40-20,20 20,-20-20,-20 60</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3254 11370,'40'0,"99"0,40 0,19 0,0 0,60 0,-99 0,20 0,-60 0,-40 0,-19 0,-40 0,19 0,-19 0,40 0,-41 0,21 0,-20 0,40 0,19 0,-20 0,-19 0,40 0,-1 0,0 0,-19 0,19 0,20 0,-19 0,-21 0,1 0,39 0,-39 0,19 0,-20 0,21 0,-1 0,1 0,-21 0,21 0,-1 0,40 0,-60 0,21 0,-1 0,20 0,-39 0,-1 0,1 0,0 0,-1 0,1 0,19 0,0 0,40 20,-59 0,59-20,-20 20,-59-20,19 20,1-20,0 19,39 1,-40-20,21 0,39 40,-40-20,80 0,-20-1,-20-19,79 60,21-20,-1 39,60-59,79 59,-278-59,-59-20,0 0,0 0,-20 0,20 0,-1 0,1 0,-20 0,20 0,20 0,-1 0,-19-20,0 20,20-20,-20 20,59 0,-39-39,-1 39,1-20,20 20,-21-20,21-20,-1 21,-19 19,39 0,-19 0,-40-20,20 20,19 0,-19 0,19-60,1 60,-20 0,39 0,20-20,40-19,-20 39,-40-20,60 0,0 20,-20-20,-19 20,78-40,-98 40,58-19,-58 19,-1 0,-19 0,19 0,-39 0,-1 0,21 0,-40 0,19 0,1 0,20 0,-40 0,39 0,-19 0,19 0,1 0,-1 0,21 0,-1 0,1 0,-1 0,-20 0,41 0,-61 0,41 0,-21 0,1 0,-1 0,-19 0,39 0,60-20,-20 0,-39 20,19-60,-20 60,-19 0,-1 0,1 0,-1 0,-39 0,20 0,-20 0,19 0,-39 0,40 0,-20 0,-20 0,40 0,-1 0,-19 0,0 0,0 0,0 0,-20 0,20 0,-20 0,19 0,1 0,-20 0,40 0,-20 0,19 0,-19 0,0 20,20-20,0 0,19 20,1 0,19 0,-19-20,19 20,-39-20,19 19,-19-19,0 0,-40 20,39 0,1-20,-20 0,0 0,-1 0,41 0,-20 0,-21 0,21 0,-20 0,0 0,0 0,19 20,-39-20,40 0,-40 0,20 0,20 0,-40 0,39 0,-19 0,0 0,0 0,0 0,-1 0,1 0,0 0,-20 0,20 0,-20 0,20 0,20 0,-40 0,19 0,1 20,20 0,-40-20,40 0,-21 0,21 19,-20-19,20 0,-1 0,1 20,-20-20,20 0,19 0,-39 20,0-20,0 0,19 0,-19 20,20-20,-40 0,20 0,-20 0,20 20,-20 0,0 0</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2798 15597,'0'0,"20"0,20 0,-1 0,1 0,19 0,-39 0,20 0,19 0,1 0,0 0,-1 0,-19 0,39 0,-19 0,19 0,-19 0,19 0,20 0,-19 0,-21 0,20 0,1 0,39 0,-20 0,0 0,1 0,58 0,-19 0,20 0,-20 0,0 0,0 0,0 0,-40 0,0 0,-20 0,-19 0,-1 0,1 0,19 0,1 0,39 0,-60 0,41 0,-21 0,20 0,-19 0,-21 0,20 0,1 0,19 0,0 0,-19 0,39 0,-20 0,0 0,-20 0,1 0,-21 0,1 0,-1 0,1 0,19 0,-19 0,19 0,-19 0,19 0,-19 0,19 0,-19 0,19 0,-20 0,-19 0,20 0,-1 0,21 0,19 0,-20 0,1 0,-1 0,40 0,-59 0,-1 0,40 0,20 20,-19 0,-21-20,-20 0,21 19,-1 1,1-20,-21 0,1 20,59 0,40-20,-120 20,-19-20,-20 0,20 0,0 0,0 0,-20 0,39 0,-19 0,0 0,20 0,-21 0,61-20,-80 20,59 0,1-20,-20 20,19 0,1 0,19 0,0-20,-19-19,-20 39,39 0,-19-20,-1 20,-19 0,19 0,21 0,-60 0,59 0,-20 0,1 0,-40 0,59 0,-19 0,-40 0,59 0,-20 0,1-20,-1 20,-19 0,59-40,-39 40,19-20,-19 20,19 0,20-19,-39 19,39-40,-19 20,19 20,-40-20,1 20,-20 0,39 0,-20 0,-19 0,20 0,-1 0,21 0,-21 0,20 0,1 0,-21 0,21 0,-41 0,-19 0,40 0,-40 0,0 0,-1 0,-19 0,20 0,0 0,0 0,-20 0,40 0,-21 0,1 0,20 0,-20 0,39 0,-39 0,40 0,19 0,20 20,-19-20,-1 20,20 0,-19 0,59 19,-60-39,0 20,1-20,-21 20,40-20,-39 0,19 40,-19-40,19 0,-39 19,39-19,20 20,-19-20,39 0,-60 20,80-20,-39 0,19 0,0 40,39-20,-19 0,40-1,-100 1,-19-20,-20 20,39-20,-20 20,-59-20,40 0,0 0,-40 0,20 0,0 0,-1 0,-19 0,40 0,-20 20,-20 0,40-20,-1 0,1 0,-40 0,40 0,-1 0,-39 0,40 19,0-19,-1 0,-19 20,40-20,-21 0,1 0,40 0,-21 0,20 0,-19 0,19 0,21 40,-21-40,0 0,21 20,-61-20,41 20,39-20,0 39,0 1,40 20,-40-41,0 21,-40 0,20-20,-79-20,40 0,-1 19,-19-19,0 0,-21 0,41 20,39 0,-59-20,19 0,1 0,19 0,1 20,-41-20,-19 20,20-20,0 0,39 0,-20 0,-39 0,40 20,-21-20,-19 0,0 0,20 0,0 0,-21 0,1 0,0 0,0 0,0 0,-20 0,20 0,-20 0</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2719 16668,'19'0,"-19"0,40-39,-40 39,20 0,40-20,-21 20,21 0,-1 0,21-20,39 20,-40 0,80 0,-20 0,19 0,1 0,40 0,-1 0,-19 0,-60 0,-20 0,-20 0,40 0,-59 0,19 0,-39 0,39 0,-19 0,19 0,1 0,-1 0,0 0,60 0,-20 0,-19 0,-1 0,0 0,20 0,20 0,-20 0,60 0,-21 0,21 0,0 0,79 0,-40 0,0 0,-79 0,-99 0,-20 0,-1 0,-19 0,20 0,0 0,-20-20,20 20,20 0,-21 0,21-20,0 20,-20 0,19-19,21 19,-1-40,-19 40,-20 0,39-20,1 0,0 20,-1-39,1 39,-1 0,60-40,-20 0,-39 20,59 0,-40 1,40-41,40 40,0-39,0 19,-40 20,0-19,-40 19,20 0,-19 0,-21 20,21-20,-60 0,19 20,-19 0,40 0,-60 0,19-20,21 20,-40 0,40 0,-20 0,0 0,-1 0,-19 0,40 0,0 0,-20 0,19-39,1 39,19-20,-39 20,20 0,39 0,-39 0,39-20,-19 20,19 0,-19 0,-1 0,21 0,-40 0,-1 0,-39 0,40 0,-20 0,-20 0,20 0</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3215 8076,'0'0,"0"-20,39 20,1 0,-20 0,59 0,-19 0,39 0,-20 0,80 0,-20 0,20 0,-20 0,59 0,-19 0,-21 0,21 20,-40-20,0 20,0 20,-80-20,21-20,-21 19,-19-19,19 0,-39 0,40 20,-1-20,60 40,-59-40,19 0,1 0,-1 0,20 20,1-20,19 0,20 0,-20 20,-20-20,-40 0,21 0,19 39,-40-39,21 0,-21 20,1-20,-1 0,41 20,-21-20,0 20,40 20,-59-40,59 0,-40 0,60 39,-20-39,-39 0,39 80,-20-80,20 0,20 0,-60 0,40 19,-59-19,0 0,-1 0,-19 0,19 0,1 0,-1 0,1 40,19-20,20-20,-19 0,-1 0,40 0,-39 0,-1 0,60 0,-60 0,-19 0,-1 0,21 0,19 0,-20-20,-19 20,-1-20,41 20,-41 0,20-39,-19 19,19 0,1 0,19 20,-20-40,21 21,-41 19,21 0,-1 0,40-20,-20-20,-19 40,-21-20,20 0,1 0,-21 1,-19-1,39 0,1 0,-41 0,1 20,20-20,-21 1,21-1,19 0,-59 20,20 0,19-20,-59 20,60-20,-20 20,19-20,1 20,-21-20,21 1,-1 19,1-20,-1 20,-19 0,20 0,-21-20,1 0,20 20,-21 0,-19-20,0 20,39 0,-19 0,0 0,0 0,-21 0,21 0,-20 0,0 0,0 0,19 0,-19 0,20 0,0 0,-1 0,21 0,39 0,20 0,-20 0,40 0,-20 0,20 20,40 0,-1 20,-39-1,-20-39,-39 20,59 0,-60-20,20 0,-20 20,-39-20,20 0,19 0,-19 0,19 0,0 20,-39-20,0 0,-1 0,21 0,-20 0,-20 0,39 0,-39 0,39 0,1 0,-20 0,19 0,21 0,-1 0,-20 0,21 0,-21 0,21 0,19 0,0 0,40 0,0 20,-20-20,-40 0,40 19,-59-19,19 0,-59 0,40 0,-21 0,1 0,-40 0,40 0,-40 0,20 0,19 0,-39 0,40 0,0 0,-20 0,19 0,-19 0,-20 0,40 0,-40 0,20 0,-20 0,39 0,-19 0,0 0,20-19,-20 19,-1 0,21 0,0 0,-20-20,39 20,-19 0,39-40,1 20,19 20,40-20,-40 20,20-39,0 19,20 20,-80-20,61 20,-101-20,41 20,-20-20,19 20,1 0,-1 0,-19 0,19-20,21 20,-21-19,1 19,-20 0,-1-20,1 20,-20 0,19 0,-19 0,20-20,-40 20,40 0,-21 0,1-20,0 20,40 0,-40 0,-20 0,19 0,1 0,0 0</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2818 8850,'40'0,"39"0,40 20,20 0,39-20,1 39,-20 1,39-40,1 20,-1-20,1 20,-61 0,61 39,-80-59,-40 0,40 0,-39 0,-1 20,-19-20,59 20,0-20,0 59,0-59,-40 0,40 20,-39-20,-1 0,20 0,-19 0,-1 0,0 0,21 0,-41 20,40-20,-39 0,59 0,-40 0,-19 0,19 0,-19 0,-1 0,-19 0,39 0,-19 0,-1 0,-19 0,20 0,19 0,80 0,-40 0,20 0,20 0,19 0,-39 0,0 0,-20 0,-40 0,-19 0,-1 0,1 0,0 0,19 0,0 0,20 0,40 0,-20 0,0 0,1 0,38 0,-58 0,19 0,20-20,-80 0,80 1,-20 19,0-20,-40-20,40 20,20 0,-20 0,1-19,58 19,-79 0,40 20,20-20,-40 20,0-39,20 19,-60 0,1 20,19-20,-20-20,21 40,-41 0,1-19,-1 19,21 0,19-20,-40 20,21-40,-1 40,20-40,40 20,-20-39,20 59,-20-20,20 0,-79 20,-1 0,-19-20,0 20,19 0,-19 0,19 0,1 0,-1 0,-39 0,20 0,19 0,1 0,-1 0,21 0,19 0,-20 0,21 0,-80 0,-1 0,1 0,0 0,20 0,-1 0,1 0,0 0,0 0,-1 0,-19 0,0 0,0 0,-20 0,20 0,-1 0,1 0,-20 0,40 0,0 0,-1 0,-19 0,20 0,0 0,-40 0,39 0,1 0,19-19,-19 19,0 0,39-20,40 0,-79 20,39 0,-39 0,-20-20,0 20,39 0,-59 0,40-20,0 20,-1 0,-19 0,40 0,19-20,-59 20,59 0,-19-39,39 39,-20-20,1 0,39 20,-20-20,40 20,-60 0,1-20,-41 20,21 0,19-20,-19 20,-1-19,21 19,-21 0,1 0,-40 0,39-20,-19 20,0 0,-1 0,-19 0,0 0,20 0,-21 0,21 0,-20 0,20 0,-1 0,21 0,19 0,1 0,19 0,0 0,20 0,-20 0,1 0,-41 0,1 0,19 0,20 0,40 0,0 0,59 0,-39 0,0 0,39 0,-98 0,39 0,-100 0,21 0,-1 0,-39 0,0 0,20 20,19-20,21 19,39 21,-40-40,40 40,0-20,-39 0,-21-1,40 21,-99-40,40 0,-20 20,-20-20,39 0</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3016 9426,'0'0,"40"0,0 0,39 0,40 0,20 0,0 0,0 0,0 0,19 0,-58 0,19 0,-20 0,0 0,-19 0,-1 0,-20 0,1 0,-40 0,39 0,-39 0,20 0,-20 0,59 0,-39 0,19 0,-19 0,20 0,-1 0,1 0,-1 0,40 0,-39 0,39 0,20 0,-20 0,-19 0,-1 0,0 0,-19 0,-20 0,-20 0,19 0,1 0,-20 0,-20 0,20 0,-1 0,1 0,-20 0,40 0,-20 0,0 0,-20 0,20 0,19 0,-39 0,40 0,-20 0,19 0,1 0,-20 0,20 0,-20 0,-1 0,21 0,-40 0,40 0,-20 0</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2957 12759,'0'0,"59"0,60 0,-19 0,58 0,21 20,-1 0,41 0,-21-20,40 59,0-19,-19-20,-41 20,41-21,-1 1,20 60,-79-80,19 0,21 19,-1 1,-39 0,0 20,-40-20,0-20,20 20,-20-1,20 21,-20-20,-20-20,60 20,19 0,-39-20,20 39,20-19,-41 0,-38-20,39 20,-60-20,40 40,-20-40,-19 19,39-19,-40 0,20 0,20 0,20 0,0 0,-59 0,19 0,40 0,-20 0,-40 0,60 0,40 0,19 0,0 0,-78 0,78 0,-59 0,0 0,-40 0,20 0,-59 0,39 0,-20 0,20 0,1 0,19 0,-20 0,40 0,-20 0,40 0,-60 0,20 0,40 0,-40 0,-40 0,40 0,0 0,0 0,0 0,-19 0,39 0,-20 0,-20 0,20 0,20 0,-60 0,40 0,20-19,20-1,-40 0,-20 20,20 0,20 0,0 0,20 0,19 0,1 0,19 0,60 0,-20 0,20 0,0 0,60 0,39 0,-39 59,-160-59,-98 0,-40 0,19 0,-19 0,0 0,0 0,20-19,19 19,40-40,1 40,39-20,-40 0,0 0,40 0,-40-19,40-1,-20 0,-40 21,40-21,60-20,-40 40,20-39,59-20,-39 39,39-20,-20-19,-39 39,20 1,-100 19,80-20,-40 0,-20 1,0 19,20-20,-39 40,59-40,19-19,-78 39,39 0,-20-19,-20 19,-39 0,0 20,-20 0,-20 0,19 0</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3453 13751,'0'20,"20"-20,19 0,1 0,0-20,39 20,-39 0,39 0,40-39,-39 39,59 0,-1-20,-38 20,78 0,-39 0,-20 0,20 0,-20 0,20 0,-40 0,1 0,-41 0,20 0,-39 0,20 0,-1 0,1 0,19 0,-19 0,39 0,0 0,0 0,-19 0,39 0,-40 0,40 0,-39 0,58 0,-58 0,39 0,-20 0,-20 0,60 0,0 0,-20 0,-19 0,19 0,20 0,-40 0,20 0,-40 0,60 0,-79 0,39 0,-20 0,20 0,-19 0,-1 0,1 0,-41 0,80 0,-39 0,-21 0,60 0,-39 0,19 0,20 20,-40-20,40 0,-59 20,19-20,20 39,-39-19,19-20,-39 0,39 0,21 20,-21-20,20 40,40-20,0-20,20 19,-20 1,59 20,-19 0,-1-21,60 21,20 0,-19-20,-120-1,-80-19,-19 0,0 0,0 0,0 0,-20 0,39 0,-19 0,60 0,-21 0,-39 0,40 0,-1 0,-19 0,19 0,1 0,-1 0,1 0,19 0,-19-19,-1 19,1-20,-21 20,41 0,-21-20,-39 0,40 0,-1 20,-19-20,0 20,-20-19,19 19,-39 0,20 0,-20-20,20 20,0 0,-20 0,20 0,-20-20,39 20,1-20,99-39,39 19,-19 20,-40-40,40 21,-60 39,-19-40,-41 40,1-20,0 0,-1 1,-39 19</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3929 5080,'0'0,"0"-20,0 20,60 0,-21 0,80 0,-59 0,59 0,-20 0,20 0,0 0,40 0,-80 0,1 0,-21 0,21 0,19 0,-20 0,1 0,-1 0,40 0,-20 0,1 0,-1 0,20 0,-20 0,40 0,-60 0,40 0,20 0,0 0,-40 0,60 0,-40 0,-39 0,39 0,20 0,-60 0,0 0,60 0,-59 0,78 0,-19 0,-20 0,40 0,-20 0,0 0,20 0,-40 0,20 0,-40 0,20 0,20 0,-40 0,-20 0,40 0,-39 0,39 0,-40 0,1 0,39 0,-60 0,21 0,-1-20,0 20,21 0,-21 0,0-20,40-19,0 39,0-20,-39 0,39 20,40 0,-80 0,60-40,-20 40,-40-20,80 0,-60 20,-19 0,39 0,-20 0,20 0,20 0,-40 0,80 0,-80 0,20 0,40 0,-20 0,-40 0,40 0,0 0,-20 20,79 0,-98 0,98 0,0 20,1-21,-40 1,-1 0,41 59,-60-39,39 20,-39-41,-20-19,40 20,-40 20,-40-40,40 40,-39-20,19-20,-20 19,21-19,-41 0,40 0,60 0,-40 0,40 0,-80 0,1 0,-41 0,21 0,-40 0,19 0,-19 0,-20 0,80-19,-21 19,40 0,-39-40,39 20,-39 0,39-39,-20 59,21-20,-21-20,20 0,-20 21,1-21,39 20,-40 0,1 20,19-59,0 39,0 0,1-20,19 20,0-39,0 19,20 1,-60 19,20-20,0 0,1 40,19-19,40-21,-40 40,0-20,-20 0,20 20,-20-20,40 0,-60 20,40-19,20-1,-39 20,-1-40,20 20,-60 20,1-20,-40 20,0 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3235 5933,'0'20,"0"-20,19 0,41-20,19 0,1 20,39-20,39 20,1 0,40-19,19 19,-20 0,-19-40,-40 40,0 0,-20 0,-40 0,20 0,1 0,-21 0,0 0,1 0,19 0,-39 0,19 0,0 0,1 0,39 0,-20 0,60 0,-20 0,79 0,-20 0,-19 0,19 0,-98 0,19 0,-40 0,40 0,-59 0,-1 0,1 0,19 0,-59 0,59 0,-19 0,19 0,1 0,-1 0,40 0,-40 0,60 0,-59 0,59 0,-60 0,0 0,-19 0,-1 0,-19 0,0 0,-1 0,21 0,-20 0,19 0,1 0,-40 0,39 0,-39 0,39 0,1 0,19 0,-39 0,39 0,-19 0,19 0,1 0,-1 0,40 0,-39 0,-1 0,60 0,-40 0,-20 0,1 0,-1 0,40 0,-59 0,19 0,0 0,41 0,-41 0,0 0,40 0,-19 0,38 0,-18 0,-21 0,59 0,-38 0,-1 0,39 0,-118 0,59 0,40 20,-79-20,19 20,-19-20,19 19,-39-19,19 0,-19 20,19-20,1 0,-40 20,59-20,1 40,-1-20,40-20,-20 19,80 1,-40 20,19-20,41 0,-60-1,-20-19,0 40,-20-20,0 20,-19-40,39 39,0-19,-79-20,-21 0,1 0,0 0,0 0,-20 0,20 0,19 0,-19 0,20 0,20 0,-1 0,20 0,-19-20,-1 20,-39-19,80-21,-61 40,21-20,-21 20,41 0,-21-20,41-20,-41 21,-19 19,0 0,-21 0,1 0,0 0,0 0,-20 0,20-20,0 20,-1 0,-19 0,40 0,39 0,-19 0,19 0,21 0,-21-40,40 40,0-20,40 0,-40 1,-20 19,20 0,-39 0,39-40,-80 40,21 0,-1 0,-19 0,39 0,21-20,-41 20,1 0,-40 0,39 0,-19-20,-1 20,-19 0,0 0,-20-20,20 20</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3135 2897,'0'20,"20"-20,20 0,19 0,21 0,39 0,20 0,19 0,41 0,-40 0,-1 0,41 20,-40-20,39 39,-39-19,-20 0,-20 0,-40-20,20 20,-59 0,20-20,-41 0,41 0,-20 0,-1 0,-19 0,40 0,-21 0,21 0,-20 0,19 0,-19 0,19 0,1 0,-40 0,59 0,-79 0,60 0,-60 0,39 0,-19 0,0 0,0 0,0 0,19 0,1 0,0 0,-20 0,19 0,-19 0,0 0,20 0,-20 0,-20 0,39 0</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11053 3155,'0'0,"0"0,40-20,-1 20,1 0,0 0,19 0,1 0,19 0,-19 0,39 0,-20 0,1 0,-41 0,41 0,-21 0,-19 0,0 0,19 0,1 0,-21 0,21 0,-20 0,19 20,1-20,-21 20,21-20,-20 0,39 39,-59-39,39 0,-19 0,0 0,19 0,21 0,-21 0,-39 0,40 0,-41 0,21 0,0 0,-1 0,-19 0,20 0,-20 0,-20 0,39 0,-39 0,20 0,-20 0</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13037 6171,'0'0,"40"0,20 0,19 0,60 0,0 0,0 0,0 0,19 0,-39 0,40 0,-79 0,-1 0,-20 0,1 0,-20 0,-1 0,21 0,-1 0,-39 0,40 0,39 0,-20 0,1 0,-1 0,40 0,20 0,-40 0,40 0,0 0,0 0,-40 0,80 0,-80 0,20 0,20 0,-40 0,-19 0,39 0,0 0,-40 0,20 0,-39 0,19 0,40 0,-59 0,19 0,-19 0,19 0,20 0,-19 0,-21 0,21 0,-21 0,21 0,-61 0,41 0,-1 0,1 0,-1 0,-19 0,0 0,19 0,1 0,19 0,20 0,1 0,19 0,20 0,-40 0,20 0,-20 0,-19 0,19 0,-40 0,1 0,-1 0,-19 0,0 0,19 0,-19 0,39 0,-19 0,-1 0,-19 0,20 0,-1 0,1 0,-21 0,21 0,-20 0,19 0,1 0,-1 0,1 0,-21 0,1 0,20 0,-1 0,-19 0,19 0,-19 0,20 0,19 0,0 0,40 0,-39 0,79 0,-60 0,0 0,-20 0,21 0,-21 0,-20 0,1 0,-20 0,-1 0,1 0,0 0,-20 0,19 0,1 0,0 0,-40 0,19 0,21 0,-20 0,-20 0,40-20,-20 20,-20 0,39 0,-19 0,-20 0,40-20,-40 20,39 0,-19 0,0-19,0 19,0 0,0 0,-20 0,20 0,-1 0,1-20,0 20,0 0,-20 0</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2302 8632,'0'0,"40"0,19 0,-19 0,-1 0,21 0,-20 0,19 0,21 0,-1 0,-39 0,19-20,1 20,19 0,0 0,41-40,-41 40,0 0,20 0,-19 0,-1-20,1 20,-1-19,20-1,-39 0,19 20,1 0,19 0,-40 0,-19 0,19 0,-59 0,40 0,-20 0,0 0,0 0,0 0,19 0,1 0,-40 0,40 0,-21 0,41 0,-40 0,19 0,-19 0,0 0,0 0,0 0,-20 0,40 0,-40 0,19 0,-19 0,40 0,-40 0,20 0,-20 0,40 0,-21 0,1 0,0 0,-20 0</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9862 11370,'20'-20,"0"20,20 0,19 0,21 0,-1 0,-19 0,19 0,-20 0,21 0,-21 0,-19 0,20 0,19 0,-20 0,1 0,0 0,19 0,-20 0,1 0,19 0,1 0,-21 0,-19 0,39 0,-39 0,-20 0,0 0,0 0,-20 0,19 0</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10319 13255,'20'0,"-20"0,39 0,1 0,0 0,-20-19,19 19,-39 0,20 0,0 0,0 0,-20 0,20 0,-1 0,1 0,20 0,-20-20,0 20,-1 0,1 0,20 0,-40 0,20 0,0-20,0 20,-20 0,19 0,1 0,0 0,-20 0,20-20,-20 20,20 0,0 0,-20 0,19 0,1 0,0 0,20 0,-20-20,-1 20,1 0,-20 0,20 0,20 0,-20 0,0-20,-1 20,1 0,-20 0,20 0,0 0,20-20,-40 20,19 0,1 0,0 0,-20 0,20 0,20-19,-40 19,39 0,-19 0,-20 0,40 0,-40 0,59 0,-19-20,0 20,0 0,-1 0,-19 0,40-40,-41 40,21 0,-20 0,20 0,-40 0,19 0,21 0,-20 0,0 0,20 0,-21-20,1 20,20 0,-40 0,40-20,-1 20,1 0,0-19,-21 19,1 0,20 0,-20 0,-20-20,20 20,0 0,-1 0,1 0,20 0,-40 0,20 0,0 0,19 0,-39 0,20 0,0 0,0 0,-20 0,20 0,0 0,-1 0,-19 0,20 0,0 0,0 0,-20 0,20 0,0 0,-1 0,-19 0,20 0,0-20,0 20,-20 0,20 0,0 0,0-20,-20 20,19 0,1 0,0-20,0 20,0 0,0 0,-20 0</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8057 5298,'19'0,"1"0,0 0,-20 0,20 0,0 0,0 0,-20 0,39 0,-19 0,40 0,-21 0,21 0,-1-20,21 20,-21 0,21 0,-21 0,21-59,-21 59,21 0,-21 0,1 0,-21 0,61 0,-61 0,-19 0,20 0,-20 0,-1 0,1 0,0 0,20 0,-40 0,20 0,-1 0,1 0,-20 0,20 0,0 0,0 0,-20 0,20-20</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13117 5238,'0'0,"59"20,-59-20,20 0,40 0,-1 0,-39 0,0 0,20 0,-21 0,1 40,0-40,0 0,-20 0,20 0,19 20,-39-20,40 0,-20 0,0 0,0 0,-1 0,1 0,20 0,-40 0,20 0,39 0,-19 0,-20 0,20 0,-1 0,-39 0,40 0,-20 0,39 0,-59 0,20 0,0 0,0 0,-20 0,20 0,0 0,-1 0,-19 0,20 0,0 0,0 0</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11886 6747,'20'-20,"60"20,19 0,-20 0,40 0,-39 0,19 0,0 0,-20 0,1 20,19-20,-39 0,-1 0,-39 0,40 19,-41-19,1 0,0 0,0 0,20 0,-40 0,39 0,1 0,0 0,-40 0,19 0,21 0,-20 0,40 0,-41 0,21 40,0-40,-1 0,1 0,0 0,-20 0,19 0,-19 0,20 0,-20 0,-20 0,39 0,-19 0,-20 0,20 0,0 0,0 0,-20 0,20 0</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20975 11985,'0'0,"20"0,0 0,19 0,1 0,-40 0,40 0,-1 0,1 0,-20 20,0-20,19 0,1 0,-40 0,40 0,-1 0,-39 0,20 0,0 0,0 0,-20 0,40 0,-21 0,1 0,-20 0,20 0,0 0,0 0,-20 0</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1548 12739,'0'0,"59"20,41 0,-21-20,60 40,0-40,0 20,39 39,-59-59,-19 20,-41-20,20 0,-39 0,0 0,-40 0,20 0,0 0,-1 0,-19 20,20-20,20 0,-20 0,39 40,1-40,19 0,20 0,20 19,0-19,1 20,-61-20,-19 0,19 40,-39-40,0 20,0-20,20 0,-40 0,39-20,-19 20,59 0,-39 0,-20 0,20 0,-1 0,21 0,-60 0,40 0,-21 0,1 0,0 0,0 0,0 0,39 0,1 0,-20 0,39 0,0 0,-19 0,19 0,1 0,-1 0,-20 0,41 0,-21 0,-19 0,-41 0,41 0,-20 0,-1 0,-39 0,40 0,-20 0,-20 0,20 0,0 0,-1 0,1 0,0 0,20-20,-1 20,-19 0,0 0,20 0,-20 0,39 0,-19 0,19 0,1 0,-20 0,-1 0,1 0,0 0,19 0,-19 0,0 0,39 0,0 0,-19 0,-1 0,1 0,0 0,-21-20,-19 20,20 0,-20 0,-20 0,39 0,-19 0,0 0,0 0,-20 0,20 0,19 0,-19 0,-20 0,20 0,20 0,-1 0,1 0,20 0,-1 0,-19 0,39 0,-19 0,-1 0,-39 0,0 0,20 0,-21 0,21 0,-20 0,-20 0,40 0,-20 0,-20 0,39 0,1 0,0 0,-21 0,41 0,0 0,-1 0,1 0,19 0,-20 0,-19 0,0 0,0 0,-21 0,21 0,-40 0,40 0,-1 0,-19 0,0 0,0 0,0 0,0 0,19 0,1 0,-20 0,20 0,-21 0,1 0,20 0,-20 0,19 0,-19 0,40 0,-40 0,0-20,19 20,-19 0,0 0,20-19,-40 19,39-20,1 20,0-20,-20 20,19-20,-19 20,20 0,-20 0,-1-20,41-20,-20 40,-1 0,21-19,-40 19,19 0,1-20,0 20,-20 0,39 0,-19-20,-40 20,20 0,-20 0,19 0,1 0,0 0,-20-20,20 20,0 0,0 0,-20 0,20 0,-1 0,1 0,-20 0,20 0,20 0,-20 0,19 0,-19 0,20 0,-20 0,-20 0,20 0,19 0,-39 0,20 0,20 0,-20 0,-1 0,21 0,0 0,-20 0,0 0,-1 0,1 0,0 0,0 0,20 0,-1 0,-39 0,40 0,-20 0,0 0,19 0,-19 0,0 0,20 0,-40 0,20 0,19 0,-19 0,20 0,-20 0,-1 0,1 0,20 0,-40 0,40 0,-21 0,41 0,-60 0,40 0,-1 0,21 0,-40 0,19 0,-19 0,40 0,-40 0,19 0,-19 0,20 0,-40 0,20 0,19 0,-19 0,20 20,0-20,19 0,-39 0,20 0,-1 0,21 20,-20-20,-21 0,41 0,0 20,-21-1,21-19,-40 0,39 0,1 20,-41-20,21 0,-20 0,40 0,-41 0,21 0,-20 0,0 0,0 0,-1 0,1 0,20 0,-20 0,20 0,-40 0,19 20,41-20,-1 0,-39 0,20 0,0 0,19 20,1-20,-40 0,39 0,1 0,-21 0,21 0,-40 20,19-20,-19 0,20 0,-40 0,40 0,-1 20,-19-20,40 0,-1 0,1 0,39 20,-40-20,1 19,0-19,-1 20,1-20,-21 20,21-20,-40 0,19 0,-19 0,40 0,-1 0,-19 0,0 0,19 40,40-40,-79 0,60 0,-21 0,1 0,-21 0,21 0,-1 0,1 0,-20 0,19 0,-39 0,40 0,-1 0,20 0,1 20,-1-20,20 0,1 19,-21-19,0 0,1 0,19 0,-40 0,21 0,-40 0,79 0,-60 0,21 0,19 0,-40 0,21 0,-41 0,21 0,-20 0,19 0,1 0,-21 0,21 0,-1 0,1 0,-40 0,39 20,-19-20,0 0,-21 0,41 0,-40 0,20 0,-21 0,21 0,20 20,-21-20,21 0,-1 0,-39 20,40-20,-21 0,21 20,-20-20,-1 0,1 0,0 0,-1 0,-19 0,0 0,20 0,-40 0,39 0,-19 0,20 0,-40 0,20 0,20 0,-21 0,1 0,0 0,0 0,59 0,-79 0,20 0,0 0,0 0,-20 0,20 0,-1 0,1 0,-20 0,20 0,20 0,-20 0,0 0,19 0,-19 0,20 0,-1 0,-19 0,-20 0,20 0,0 0,0 0,-20 0,20 0,0 0,-1 0,-19 0,20 0,0 0,0 0,-20 0,79 0,40 0,20 0,-20 0,0 0,100 0,-1 0,-59 0,-20 0,19 0,-78 0,39-40,-40 40,1 0,-21 0,-39 0,39 0,-39 0,40 0,-1 0,-39 0,20 0,-20 0,-20 0,20 0</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1826 13632,'0'0,"39"0,1 0,20 0,-1 20,1-20,-21 0,21 20,-1-20,-19 20,20-20,-21 0,1 0,0 0,-1 0,21 0,-20 0,19 0,-19 20,19-20,-39 0,40 0,19 0,0 0,21 20,-1-20,20 19,20 1,-60-20,40 40,0-20,0-20,0 0,-19 0,-1 0,20 0,-60 0,21 0,-1 0,1 0,-1 20,-39-20,39 0,-19 0,-21 0,41 0,-41 0,21 0,-1 0,21 0,-60 0,19 0,1 0,0 0,-1 0,-19 0,0 0,0 0,0 0,0 0,-20 0,19 0,21 0,-40 0,20 0,20 0,-21 0,21 0,-40 0,20 0,40 0,-41 0,21 0,20 0,-21 0,1 0,0 0,-1 0,-19 0,20 0,-20 0,19 0,-19 0,40 0,-40 0,19 0,-19 0,0 0,0 0,0 0,-20 0,20 0,-1 0,21 0,-20 0,0 0,19 0,-19 0,0 0,-20 0,20 0,-20-20,20 20,-20 0,20 0</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1171 14248,'20'0,"-1"0,1 0,0 0,0 0,20 0,-20 19,19-19,41 0,-41 0,41 0,-21 0,21 0,-1 0,0 0,21 0,-41 0,20 0,-19 0,-20 0,39 0,-19 0,-1 0,1 0,-21 0,41 0,-21 20,1-20,-21 0,21 0,19 0,1 0,-21 0,40 0,-19 0,-21 0,-19 0,20 0,-1 0,40 40,-39-40,-20 0,-1 0,21 0,-21 0,41 20,-1-20,-19 20,-1-20,-19 0,20 0,19 0,40 39,-79-39,19 20,1-20,-1 0,1 0,-1 0,21 20,-1-20,20 20,-59-20,39 40,1-40,-21 0,1 0,-1 0,1 0,-1 0,1 0,-40 0,59 0,-19 0,19 0,-19 0,39 0,-40 0,21 0,-41 0,21 0,-20 0,-21 0,41 0,-20 0,-1 0,-19 0,-20 0,20 0</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12779 14446,'0'0,"60"0,-1 0,21 0,-1 0,20 40,20-20,-39-20,39 19,0 1,-20-20,20 0,-20 0,40 0,20 0,20 40,-40-20,0-20,-1 20,-38-20,19 0,-40 0,60 0,-99 0,39 0,-19 0,-1 0,1 0,-1 0,1 0,19 0,-19 0,-1 0,-39 0,40 0,-21 0,1 0,19 0,-39 0,20 0,19 0,1 0,-20 0,-1 0,21 0,-20 0,39 0,-39 0,39 0,-19 0,19 19,-19-19,19 0,-39 0,39 0,0 0,21 0,-21 0,0 0,1 0,-21 0,1 0,19 0,-39 0,19 0,-19 0,-20 0,0 0,19 0,-19 0,20 0,-20 0,39 0,1 0,-20 0,19 0,20 0,-39 0,20 0,-1 0,-19 0,0 0,19 0,-19 0,-1 0,1 0,-20 0,20 0,-1 0,-39 0,40 0,-20 0,-20 0,20 0,0 0,-1 0,61 20,-80-20,39 0,-19 0,20 0,-20 0,0 0,19 0,-39 0,20 0,0 0,0 0</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7580 10517,'0'0,"159"0,0 20,59 39,-19-59,-21 40,40-20,-19 20,-21-1,-19-39,-20 0,0 20,-20 0,-79-20,-1 0,1 0,-20 0,-20 0,20 0,0 0,-1 0,-19 0,40 0,0 0,19 0,1 0,-20 0,19 0,-19 0,0 0,-1 0,1 0,0 0,-21 0,21 0,0 0,-20 0,19 0,1 0,-20 0,20 0,-21 0,1 0,20 0,-20 0,19 0,1 0,-20 0,0 0,20 0,-21 0,1 0,20 0,-20 0,19 0,-19 0,60 0,-61 0,21 0,-20 0,40 20,-60-20</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16887 10696,'20'0,"39"0,1 0,39 0,-19 0,19 0,40 19,-60-19,0 0,60 0,0 0,-59 0,39 20,-20-20,40 0,-20 0,-20 0,0 0,-19 0,-1 0,0 0,-19 0,-1 0,-19 0,20 0,-40 0,-1 0,1 0,20 0,-20 0,39 0,1 0,-1 0,1 0,-1 0,1 0,-20 0,19 0,1 0,-40 0,39 0,-39 0,20 0,-21 0,21 0,-20 0,0 0,19 0,-19 0,40 0,-1 0,1 0,-20 0,39 0,20 0,-39 0,-1 0,21 0,-60 0,59 0,-20 0,1 0,-20 0,19 0,1 0,-60 0,20 0,-1 0</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18478 3619,'24'0,"71"0,0 0,120 24,-25-24,25 24,-1 0,-24 0,-23-24,-72 0,48 24,-119-24,0 0,-24 0,47 0,-47 0,48 0,0 0,23 0,-47 0,0 0,0 0,-24 0</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1166 4286,'24'0,"0"0,-24 0,48 24,-24 0,-1 0,49-1,-25 1,-23-24,24 24,-1 0,-23-24,48 24,-25-24,-23 0,24 24,23-24,1 0,-1 0,-23 0,23 0,-47 0,47 0,1 0,-1 0,24 23,-47-23,0 0,-1 0,-23 0,-24 0,24 0,-24 0,24 0,0 0,-1 0,-23 0,48 0,0 0,-1 0,-23 0,24 0,23 0,-23 0,-1 24,1-24,0 0,23 0,-23 0,-24 0,-1 0,1 0,0 0,0 0,-24 0,47 0,-23 0,0 0,24 0,-1 0,-23 0,0 0,24 0,-1 0,-23 0,0 0,-24 0,24 0,-24 0</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10239 4405,'167'0,"95"0,71 0,48 0,48 24,-72-24,-48 48,-70-48,-49 24,-23-24,-96 0,-23 0,-1 0,-23 0,0 0,-24 0,48 0,-1 23,25-23,23 0,24 0,48 0,-1 0,-23 0,0 0,24 0,-48 0,24 0,-48 0,-24 0,1 0,-24 0,23 0,-23 0,-1 0,25 0,-25 0,1 0,-1 0,25 0,-24 0,23 0,0 0,1 0,-24 0,47 0,-24 0,-47 0,0 0,23-23,1 23,-24 0,0 0,-1 0,1 0,0 0,-24 0,24 0,-24 0</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5143 2762,'24'0,"47"0,72 0,24 0,0 0,-24 0,47 0,-71 0,-48 0,1 24,-24-24,-25 0,1 0,-24 0,48 0,23 0,1 0,94 0,49 0,-25 0,25 0,-25 24,-23 0,-1-24,-70 23,23-23,-48 0,-23 0,-1 0,1 24,0-24,23 0,-23 0,23 0,-23 0,-1 24,1-24,47 0,-23 0,-1 0,-23 0,-24 0,23 0,-23 0,0 0,0 0,47 0,-47 0,23 0,1 0,0 0,-24 0,23 0,-23 0,0 0,0 0,23 0,-23 0,0 0,24 0,-1 0,1 0,-24 0,23 0,1 0,-24 0,-1 0,25 0,-48 0,24 0,23 0,25 0,-1-24,-23 24,0 0,-1 0,25 0,-72 0,24 0,-1 0,73 0,46-24,25 24,24 0,-1 0,-47 0,-24 0,-48 0,1 0,-24 0,-1 0,-23 0,47 0,-23 0,0 0,23 0,-47 0,24 0,23 0,-23 0,-25 0,25 0,23 0,-23 0,71 0,-24 0,1 0,47 0,-1 0,1 0,0 0,-71 0,23 0,-24 0,-23 0,23 0,-23 0,0 0,23 0,24 0,-47 0,23 0,1 0,-1 0,-23 0,23 0,1 0,23 0,-24 0,25 0,23 0,-48 0,1 0,23-23,0 23,0 0,24 0,-23 0,-25 0,1 0,-1 0,0 0,-23 0,24 0,-25 0,-23 0,24 0,-1 0,25 23,-25-23,-23 0,47 0,-23 0,24 0,-49 0,25 0,0 0,23 0,-23 0,23 0,-23 0,-1 0,25 0,-25 0,49 0,-25 0,1 0,23 0,-24-23,25 23,-49 0,25-24,-1 0,0 24,-47-24,24 24,23-24,-47 1,0 23,47 0,-47 0,24-24,-1 24,25 0,-24 0,-1-24,25 24,23-24,-24 24,1 0,-1 0,-23 0,-24 0,-1 0,-23 0,48 0,47 0,48 0,48 0,-1 0,24 0,-23 24,-120 0,1-24,-48 0,-48 0,-71 24,-48-24,-48 23,48 1,-47-24,-1 0,-23 0,23 0,25 0,71 24,-48-24,47 0,1 0,0 0,-24 0,24 0,-72 0,48 0,-48 0,0 0,1 0,23 0,24-24,-24 24,48 0,-1 0,1 0,24 0,-1 0,1 0,0 0,-25 0,1 0,-48 0,48 0,-24 0,-24 0,48 0,-24-24,23 24,1 0,-48 0,72-23,-24 23,23 0,-23-24,23 24,1 0,0 0,-1 0,1 0,23 0,0 0,25 0,-49-24,48 24,1 0,-1 0,0 0,0 0,0 0,1 0,-49-24,24 24,1 0,-1 0,1 0,47 0,-24 0</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16216 5286,'0'0,"71"24,1-24,-1 0,1 0,23 24,0 0,-47-24,-1 0,1 0,-24 0,-24 0,0 0,24 0,71 0,0 0,96 0,-25 0,25-24,-24 24,-72 0,-24 0,-47 0,-24 0,24 0,47 0,48 0,72 0,-24 0,23 0,48 0,-143 24,-23-24,-48 0,47 0,24 0,1 0,-25-24,48 24,-95 0,0 0</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15930 7906,'48'0,"47"-24,72 24,-1 0,25-24,23 0,1 0,-1 24,-119 0,48-23,-72-1,1 0,-25 24,-23 0,-24 0,24 0,0 0,24-24,-1 0,-23 24,24 0,23 0,1 0,-25-23,1 23,-1-24,1 24,0 0,-25 0,25 0,0 0,23 0,-23-24,-1 24,-23 0,48 0,-49 0,1 0,24 0,0 0,-25 0,1 0,0 0,0 0,0 0,-24 0,47-24,-23 24,24 0,-25 0,49 0,-48 0,-1 0,1 0,-24 0</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1262 8763,'0'0,"24"0,23-24,25 24,-1-24,24 24,0 0,1 0,47 0,23 0,-47 0,48 0,-24 0,-48 0,0 0,-47-23,24 23,-49 0,1 0,0 0,0 0,0 0,23 0,25 0,23 0,-48 0,1 0,47 0,-23 0,23 0,0 0,1 0,-25 0,24 0,-47 0,-1 0,1 0,24 0,-25 0,25 0,-25 0,49 0,-25 0,24 0,-23 0,-1 0,24 0,-23 0,-1 0,1 0,-1 0,-23 0,-1 0,25 0,-1 0,1 0,-1 0,0 0,1 0,47 0,-48 0,-23 0,24 0,-25 0,1 0,-1 0,25 0,-48 0,-1 0,25 0,0 0,-25 0,25 0,0 0,23 0,1 0,-25 0,25 0,-25 0,1 0,23 0,-23 0,23-24,-23 24,0 0,-1 0,25-24,-25 24,-23 0,0 0,47 0,-47-24,0 24,24 0,-24 0,-1 0,25 0,23 0,-23 0,0 0,-1 0,1 0,23 0,-23 0,23 0,1 0,-25 0,1 0,24 0,-1 0,0 0,-23 0,23 24,-23-24,-24 0,23 0,1 0,-24 24,24-24,-1 0,25 0,-25 0,25 0,-25 0,25 0,-48 0,-1 0,25 0,-48 0,24 0,-24 0,24 0,-1 0,1 0,-24 0,48 0,-48 0,24 0,-1 0,1 0,24 0,-48 0,24 0,0 0,-1 0,-23 0,24 0,95 0</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4286 9501,'71'0,"72"-24,24 24,-48-23,95-1,-23 24,-25 0,-70-24,23 24,-95 0,-1 0,1 0,-24 0,24 0,47 0,1-48,-1 48,1 0,23-24,-24 24,-23 0,-24 0,0 0,-24 0,0 0,23 0,1 0,0 0,0 0,0 0,23 0,-23 0,0 0,24 0,-25 0,-23-23,24 23,0 0,-24 0,24 0,-24 0,24 0,0 0,-1 0,1 0,0 0,-24 0</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18454 9501,'0'0,"72"0,47 0,24 0,95 0,-24 0,24 0,-23 0,-25 0,-23 0,-1 0,-70 0,-25 0,-23 0,-24 0,-1 0,-23 0,24 0,24 0,-24 0,23-24,48 1,-47 23,0 0,-1 0,1-24,0 24,-1 0,-23 0,24 0,-1 0,-47 0,24 0,-24 0,-47 0</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2452 10263,'0'0,"0"0,24 0,0 0,-24 0,0-24,24 24,-24 0,24 0,-1 0,49-23,-25 23,25 0,-24 0,-1 0,-23 0,24 0,-1 0</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17835 10311,'0'0,"72"0,47 0,-24 0,48 0,-24 0,48 0,-25 0,-70 0,-1 0,-23 0,-48 0,24 0,0-24,-1 24,1 0,0-24,0 24,-24 0,47 0,-23 0,-24 0,24 0,0 0,-24-24</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8786 12049,'0'0,"24"0,72 0,23 0,47 0,49 24,-1-24,-24 0,48 0,-47 0,0 0,23 0,-95 0,-24 0,24 0,-47 0,-1 0,1 0,-25 0,25 0,-1 0,0 0,25 0,-25 0,24 0,1 0,-1 0,-24 0,1 0,-1 0,1 0,-25 0,1 0,-1 0,1 0,-48 0,48 0,-48 0,47 0,-23 0,0 0,24 0,-1 0,-23 0,0 0,24 0,-1 0,-23-24,24 24,-1 0,1 0,23 0,-23 0,-1-24,-23 24,0 0,0 0,-24 0,48 0,-48 0,23 0,-23 0,48 0,-24 0,0 0,23 0,-23 0,0 0,-24 0,24 0,23 0,49 0,-1 0,-24 0,1 0,-1 0,1 0,-49 0</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11025 3834,'24'0,"23"0,-23 0,0 0,24 0,-25 0,25 0,0 0,-1 0,-23 0,0 0,0 0,-1 0,-23 0,24 0,24 0,23 0,25 0,-1 0,0 0,48 0,0 0,-48 0,-24 0,-23 0,0 0,-1 0,-23 0,-24 0,24 0,0 0,-24 0,24 0,-24 0,23 0,25-24,-24 24,24 0,-1 0,1-24,-24 24,23 0,25 0,-49 0,1 0,0 0,0 0,-24 0,24 0,-1 0,1 0,0 0,-24 0,48-24,-24 24,-1 0,25 0,-48 0,24 0,23 0,-23 0,0 0,24 0,-24 0,-24 0,47-23,-47 23,48 0,-48 0,24 0,-24 0,23 0,1 0,-24 0,24 0,24 0,-1 0,1 0,-1 0,1 0,0 0,-24 0,-1 0,1 0,-24 0,48 0,-48 0,47 0,-23-24,0 24,24 0,-48-24,24 24</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18050 4762,'0'0,"47"0,25 0,23 0,48 0,0 0,71 0,-24 0,1 24,-24-24,-1 0,1 0,-72 0,-23 0,-25 0,25 0,-25 0,-23 0,24 0,-1 0,1 0,23 0,1 0,-1 0,1-24,-25 1,49 23,-1 0,-48 0,1 0,24 0,-1 0,-23 0,23 0,1 0,-49 0,25 0,0 0,-1 0,-23 0,0 0,0 0,23 0,1 0,-24 0,23 0,1 0,-24 0,0 0,-1 0,1 0,-24 0,24-24,0 24,0 0,47 0,-47 0,0 0,23-24,-23 24,0 0,0 0,23 0,-23 0,0 0,24 0,-1 0,-23 0,24 0,-25 0,-23 0,48 0,-24 0,0 0,0 0,-1 0,1 0,24 0,-24 0,-1 0,1 0,-24 0,48 0,-24 0,0 0,-24 0,23 0,1 0,0 0,-24 0,24 0,0 0,-1 0,1 0,-24 0</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10906 7191,'24'0,"71"0,0 0,72 0,23 0,25 0,-25 0,1 24,-25-24,-23 24,-71-24,-1 0,-47 0,0 0,-24 24,23-24,-23 0,96 0,-25-24,1 24,23 0,48 0,-72 0,24 0,-23 0,-25 0,1 0,0 0,-48 0,24 0,23 0,-47 0,24 0,0 0,0 0,-24-24,23 24,-23 0,24 0,0 0,-24-24</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10858 9858,'0'0,"0"0,48 0,47 0,72 0,71 0,-24 0,24 0,24 24,-95-24,-48 0,-24 0,-23 0,-49 0,1 0,24 0,71 0,0 0,48 0,23 0,-23 0,23 0,-47 0,-48 0,-23 0,-24 0,-1 0,-47 0,24 0,24 0,-48 0,23 0,1 0,24 0,23 0,-23 0,47 0,-47 0,23 0,1 0,-1 0,-23 0,23 24,-23-24,-1 0,-23 0,0 0,0 0,0 0,23 0,25 0,-1 0,1 0,-1 0,-47 0,0 0</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16240 10858,'47'0,"25"0,71 0,0 0,47 0,24 0,-23 0,-48 0,-48 0,-24 0,-47 0,24 0,-48 0,24 0,23 0,-23 0,24 0,-1 0,49 0,-25 0,48 0,-24 0,1 0,46 0,25 0,-48 0,48 0,-24 0,23 0,-46 0,46 0,-70 0,-1 0,24 0,-48 0,1 0,-25 0,-23 0,24 0,-24 0,-1 0,49 0,-48 0,-1 0,25 0,0 0,-24 0,-1 0,25 0,-24 0,0 0,-1 0,-23 0,48 0,-24 0,23 0,-23 0,24 0,-24 0,-1 0,1 0,-24 0,24 0,-24 0,24 0,0 0,-24 0,24 0,-24 0,23 0</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9025 15049,'23'0,"73"-23,-1-1,48 24,0 0,71 0,-47 0,23 0,-23 0,0 0,-1 24,-47-24,24 23,-48-23,1 0,23 0,-24 0,0 0,-23 24,47-24,-24 0,-24 0,1 0,-1 0,1 0,23 0,-47 0,47 0,-24 0,48 0,-23 0,-1 0,0 0,0 0,24 0,-47 0,-1 0,1 0,-25 0,1 0,0 0,-25 0,-23 0,48 0,-24 0,0 0,23 0,-23 0,0 0,24 0,-48 0,23 0,25 0,-24 0,0 0,23 0,-23 0,0 0,0 0,-1 0,1 0,0 0,0 0,0 0,-24 0,23 0,-23 0,24 0,0 0,0 24,-24-24,24 0,0 0,23 0,72 0,-23 0,70 0</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10072 10858,'0'0,"0"0,24 0,0 0,24 0,-25 0,1 0,0 0,47 0,-23 0,0 0,23 0,24 0,24 0,-23 0,-1 0,48-23,-72 23,25 0,23-24,-48 24,24 0,0 0,48 0,-71-24,23 24,0 0,-23 0,-1 0,48 0,-24 0,1 0,-1 0,0 0,24 0,-23 0,-1 0,0 0,-24 0,49 0,-25 0,0 0,-23 0,-25 0,25 0,-49 0,1 0,24 0,-48 0,47 0,1 24,-24-24,23 0,-23 0,0 0,24 0,-24 24,23-24,-47 0,48 0,-24 0,-1 0,1 0,24 0,-24 0,0 0,-1 0,1 0,0 0,-24 0,24 0,0 0,-1 0,1 0,0 0,24 0,-25 0,1 0,-24 0,0 0,48 0,-24 0,-1 0,1 0,0 0,0 0,24 0,-1 0,25 0,-1 0,-23 0,-1 0,1 0,0 0,-48 0,23 0,1 0,-24 0,24 0,0 0</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9252 14560,'0'0,"0"0,25 0,25 0,-26 0,-24 0,50 0,-50 0,25 0,-25 0,49 0,-49 0,25 0,-25 0,50 0,-50 0,49 0,-24 0,-25 0,50 0,-25 0,-1 0,1 0,0 0,0 0,0 0,-1 0,26 0,-25 0,0 0,-1 0,26 0,-50 0,50 0,-1 0,-49 0,50 0,-25 0,0 0,-1 0,26 0,-50 0,50 0,-1 0,1 0,-50 0,25 0,24 0,-24 0,-25 0,25 0,0 0,-1 0,-24 0,25 0,25 0,-50 0,25 0,-1 0,1 0,25 0,-50 0,25 0,-25 0,49 0,-24 0,-25 0,50 0,-50 0,24 0,-24 0,50 0,-50 0,25 0,-25 25,49-25,-49 0,25 25,-25-25,50 0,-50 0,25 0,-25 0,49 0,-49 25,25-25,-25 0,50 0,-50 0,25 25,-25-25,49 0,-49 24,25-24,-25 0,50 0,24 25,-24-25,24 0,25 25,-74-25,25 0,-26 0,26 25,-25-25,0 0,-1 0,1 0,0 0,0 0,24 0,-49 0,25 0,25 0,0 0,-50 0,24 0,26 0,-25 0,-25 0,25 0,-1 0,1 0,0 0,25 0,-26 0,26 0,0 0,-1 0,-24 0,0 0,49 0,-49 0,0 0,24 0,1 25,-50-25,50 0,-26 0,1 0,0 0,-25 0,74 0,-49 0,0 0,0 0,0 0,-25 0,25 0,-1 0,1 0,-25 0,25 0</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14114 14536,'0'0,"25"0,-1 0,-24 0,25 0,0 0,0 0,-25 0,25 0,-1 0,1 0,0 0,25 0,24 0,-24 0,24 0,1 0,49 74,-50-49,-24-25,49 0,25 49,49-24,1 0,-50-25,99 25,-49 24,24-24,51-25,-51 25,50 0,-50-25,-24 0,74 0,-99 0,99 0,-99 0,-50 0,25 0,-50 0,26 0,-26 0,1 0,-51 0,26 0,0 0,24 0,-49 0,24 0,-24 0,50 0,-51 0,51 0,-26 0,1 0,24 0,-49 0,50 0,-1 0,25 0,-24 0,24 0,-49 0,49 0,25 0,-50 0,1 0,-51 0,51 0,-1 0,-24 0,24 0,1 0,24 49,-25-24,26-25,24 25,-25 0,50-25,-25 0,0 0,-25 0,0 0,0 0,-24 0,-1 0,-24 0,24 0,-49 0,25 0,-26 0,-24 0,50 0,-25 0,0 0,-1 0,-24 0,25 0,0 0,0 0,-25 0,25 0,-1 0,1 0,-25 0,25 0</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10939 6251,'0'-25,"25"25,-1 0,26 0,74 25,-74-25,24 0,25 0,1 0,-26 0,25 0,-24 0,-1 0,0 0,-24 0,-25 0,24 0,1 0,-25 0,0 0,-25 0,24 0,1 0,0 0,-25 0,25 0,0 0,-25 0,25 0,-1 0,1 0,-25 0,25 0,0 0,0 0,-25 0,24 0,1 0,0 0,-25 0,50 0,-26 0,1 0,-25 0,25 0,0 0,0 0,-1 0,1 0,0 0,-25 0,25 0,0 0,-1 0,1 0,0 0,25 0,-1 0,-49 0,25 0,-25 0,50 0,-50 0,24 0,-24 0,50 0,-50 0,25 0,-25 0,49 0,-49 0,50 0,-25 0,-25 0,25 0,0 0,-25 0,49-25,-49 25,25 0,25 0,-50 0,24-25,1 25,0 0,0 0,0-25,24 1,-49 24,50 0,-25 0,-25 0,49-25,-24 25,0 0,0 0,-1-25,1 25,0-25</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2877 7193,'0'0,"0"0,25 0,0 0,0 0,0 0,-1 0,26 0,-25-24,24 24,1 0,24 0,50-25,-49 25,-1 0,-24 0,24 0,1 0,-26 0,26 0,-26 0,1 0,0 0,49 0,-50 0,26 0,24 0,-25 0,1 0,-26 0,75 0,-49 0,-1 0,1 0,-1 0,1 0,-1 0,0 0,1 0,-26 0,26 0,-1 0,-49 0,49 0,-49 0,0 0,0 0,-25-25</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1405 7358,'23'0,"-23"0,24 0,24 0,-24 0,23 0,48 0,1-24,-1 24,0 0,1 0,-25 0,0 0,1 0,-1 0,1 0,-49 0,25 0,0-24,-1 24,-47 0,48 0,-48 0,24 0,0 0,-1 0,1 0,0 0,0 0,24 0,-1 0,-23 0,24 0,23 0,24 0,-47 0,23 0,1 0,-25 0,1 0,23 0,1 0,-24 0,-1 24,-23-24,0 0,0 0,-1 0,-23 0,24 0,0 24,0-24,23 0,-23 0,24 0,23 0,1 0,-25 0,25 0,-48 0,23 0,25 0,-48 0,-24 0,23 0,1 0,-24 0,24 0,24 0,-48 0,47 0,-47 0,24 0,-24 0,24 0,-24 0,24 0</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1571 3262</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 37,'0'-18,"0"18,50 0,-25 0,49 0,0 0,-24 0,0 0,24 0,0 0,-24 0,25 0,-51 0,26 0,0 0,-1 0,-24 0,25 0,-26 0,51 0,-50 0,24 0,1 0,-25 0,-1 0,26 0,-25 0,24 0,1 0,0 0,24 0,0 0,26 0,-26 0,1 0,-1 0,0 0,-24 0,0 0,49 0,-25 0,25 0,1 0,-26 0,-24 0,49 0,-25 0,-49 0,50 0,-75 0,74 0,-24 0,-26 0,51 0,-50 0,24 0,-24 0,49 0,-24 0,0 0,24 0,-49 0,49-19,1 19,-26 0,1 0,-1 0,1 0,0 0,-1 0,-24 0,50 0,-26 0,1 0,-1 0,1 0,0 0,-1 0,1 0,-25 0,-1 0,26 0,-50 0,50 0,-26 0,26 0,-25 0,24 0,-24 0,-25 0,50 0,-1 0,1 0,-25 0,0 0,24 0,-49 0,25 0,0 0,0 0,-25 0,25 0,-1 0,1 0,-25 0,50 0,-25 0,-1 0,26 0,0 0,24 0,0 0,-49 0,74 0,-24 0,-1 0,-24 0,-1 0,26 0,-50 0,24 0,-24 0,0 0,-25 0,25 0,0 0,-1 0,-24 0,50 0,-25 0,24 0,-24 0,25 0,-25 0,-1 0,1 0,25 0,-1 0,-49 0,50 0,-25 0,-25 0,25 0,-1 0,1 0,-25 0,25 0,0 0,0 0,-25 0,24 0,26 0,-25 0,24 0,1 0,0 0,-1 0,1 0,-25 0,24 0,-24 0,0 0,0 0,0 0,-25 0,24 0,1 0,0 0,-25 0,25 0,0 0,-1 0,-24 0,25 0,25 0,-25 0,24 0,-24 0,25 0,-26 0,26 0,0 0,-50 0,49 0,-24 0,25 0,-50 0,24 0,-24 0,50 0,-50 0,25 0,-25 0,49 0,-24 0,0 0,0 0,-25 0,25 0,0 0,24 0,-24 0,0 0,0 0,-25 0,49 0,1 0,-1 0,1 0,0 0,-26 0,1 0,0 0,0 0,-25 0,49 0,-24 0,0 0,0 0,-25 0,25 0,-1 0,1 0,-25 0,50 0,-25 0,-1 0,1 0,25 0,-25 0,24 0,-24 19,0-19,25 0,24 0,-74 0,25 0,-25 0,49 0,-49 0,25 0,-25 0,50 18,-50-18,25 0,24 0,-24 0,25 0,-1 0,1 36,-25-36,-1 0,26 17,-50-17,50 0,-26 0,1 0,-25 0,25 0,0 0,0 0,-25 0,24 0,1 16,0-16,-25 0,74 0,-74 0,50 19,-25-19,0 0,24 0,-49 0,50 17,0-17,-50 0,24 0,1 0,0 0,25 0,-50 0,24 0,-24 0,25 0,0 19,0-19,0 0,-1 0,26 17,-25-17,0 0,-1 18,1-18,0 0,-25 0,25 0,24 0,-49 0,25 0,0 0,-25 0,25 0,-25 0,25 0,-1 0,1 0,-25 0,25 0,25 0,-26 0,1 0,25 0,-50 0,49 0,-24 0,-25 0,50 0,-50 0,25 0,-25 0,49 0,-49 0,25 0,25 0,-25 0,-1 0,1 0,0 0,0 0,24 0,26 0,-50 0,24 0,-24 0,0 0,0 0,24 0,-49 0,50 0,-50 0,25 0,-25 0,49 0,-49 0,25 0,25 0,-50 0,24 0,-24 0,50 0,-50 0,25 0,-25 0,49 0,-24 0,0 0,25 0,-50 0,74 0,-49 0,25 0,24 0,-49 0,0 0,-1 0,26 0,-50 0,50 0,-50 0,24 0,51 0,-50 0,-1 0,26 0,0 0,-50 0,49 0,-24 0,0 0,24 0,1 0,0 0,-1 0,26 0,24 0,-25 0,1 0,-26 0,26 0,-1 0,-49 0,0 0,24 0,-49 0,50 0,-25 0,0 0,-1 0,1 0,-25 0,50 0,-1 0,1 0,-25 0,49 0,-24 0,-1 0,26 0,-50 0,49 0,-24 0,-25 0,-1 0,1 0,0 0,25-18,-1 18,-49 0,50 0,-25 0,-1 0,1-17,0 17,0 0,-25-19,74 19,50 0,-49 0,24 0,-25 0,1 0,-1 0,-24 0,-1 0,-24 0,0 0,0 0,-25 0,49 0,-24 0,-25 0,25 0,25 0,-1 0,-24 0,-25 0,25 0,24 0,-49 0,25 0,0 0,0 0,-25 0,25 0,-1 0,1 0,-25 0,25 0</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24 416,'-24'-23,"24"0,24 23,1 0,0 0,25 0,-1-23,100 1,-100 22,51-22,-26-1,-25 23,51-23,-1 23,-50-23,1 23,24 0,-24 0,24 0,-24-23,24 23,-49-22,49 22,-24 0,49-23,-50 23,1 0,0-23,-26 23,26 0,0 0,-1-23,25 23,-49-23,50 23,-26 0,50-23,-49 23,24 0,-24 0,24 0,-49-45,0 45,-1 0,1 0,25 0,-50 0,25 0,24 0,1 0,-26 0,26 0,24 0,-49 0,25 0,24 0,-49 0,49 0,-74 0,25 0,25 0,-50 0,24 0,1 0,0 0,-25 0,25 0,-25 0,49 0,-49 0,25 0,-25 0,50 0,-50 0,24 0,-24 0,50 0,-50 0,25 0,24 0,-49 0,50 0,-25 0</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396 25,'-25'0,"25"0,-24 0,-1 0,0 0,25 0,-49 0,24 0,25 0,-50 0,50 0,-24 0,24 0,-50 0,50-23,-25 23,25 0,-49 0,49 0,-25 0,25 0</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5292" units="cm"/>
      <inkml:brushProperty name="height" value="0.05292" units="cm"/>
      <inkml:brushProperty name="color" value="#ff0000"/>
    </inkml:brush>
  </inkml:definitions>
  <inkml:trace contextRef="#ctx0" brushRef="#br0">21502 12883,'24'-24,"0"24,0 0,0 0,23 0,-23 0,-24 0,48 0,47 0,-71 0,47 0,-47 0,24 0,-25 0,49 0,-48 0,-1 0,1 0,0 0,0 0,23 0,-47 0,48 0,-24 0,24 0,-48 0,23 0,-23 0,48 0,-48 0,24 0,-24 0,47 0,-23 0,0 0,24 0,-24 0,23 0,25 0,-72 0,47 0,-23 0,0 0,-24 0,47 0,-23 0,-24 0,48 0,-24 0,-1 0,25 0,0 0,23 0,1 0,-1 0,-47 0,47 0,-47 0,0 0,0 0,-24 0,24 0,-24 0,23 0</inkml:trace>
  <inkml:trace contextRef="#ctx0" brushRef="#br0">2262 13692,'24'0,"-24"0,23-24,1 24,0-23,0 23,0-24,-1 24,-23 0,24 0,0 0,24-24,-24 0,-1 0,25 24,0 0,-25 0,25-24,47 1,-47-1,0 24,-25 0,73-24,-49 24,-23 0,24 0,-1 0,1-24,0 24,-1-24,1 24,-1 0,-23 0,48-23,-1 23,-23 0,-1 0,25 0,-25 0,25 0,-25 0,1 0,0 0,-1 0,1 0,23 0,-23 0,0 0,-24 0,23 0,1 0,-1 0,-23 0,24 0,23 0,-23 0,23 0,-23 0,23 0,1 0,23 0,-23 0,23 0,24 0,-24 0,0 0,1 0,46 0,-46 0,23 23,-24-23,48 24,-48 0,0-24,1 48,-1-25,-24 1,-47-24,24 0,-1 24,1 0,0-24,-1 24,-23-24,47 0,-47 0,24 0,0 24,-1-24,-23 0,24 23,23-23,-23 24,-48-24,47 0,1 0,0 0,-25 0,25 0,0 48,-1-48,-23 0,47 0,-23 24,0-24,-1 0,-23 0,24 0,-1 0,-23 0,24 0,-48 0,24 0,23 0,-23 0,24 0,-1 0,25 0,-1 0,-23 0,-1 0,-23 0,48 0,-1 0,-47 0,24 0,-25 0,49 0,-48 0,23 0,1 0,0 23,-1-23,1 0,47 0,-71 0,71 0,-47 0,-24 0,23 0,1 0,23 0,25 0,-25 48,-23-48,47 0,24 24,-48-24,1 0,-1 0,-23 0,-1 0,-23 0,24 0,-24 0,23 0,1 0,23 0,-47 0,24 0,-24 0,23 0,-47 0,24 0,24 0,-25 0,25 0,0 0,47 0,-24 0,1 0,-48 0,47 0,-47 0,47 0,-47 0,24 0,-24 0,23 0,-23 0,0 0,0 0,23 0,1 0,-24 0,23 0,-23 0,24 0,-24 0,-1 0,1 0,24 0,23 0,25-24,-25 24,-23-24,23 24,0-24,-23 24,24-23,-1-1,-47 24,47 0,-71-24,24 24,0 0,0 0,-24 0,24-48,-1 48,1 0,-24-23,24 23,0 0,0 0,-24 0,23 0,1 0,0 0,-24 0,24 0,0 0,-1 0,-23 0,24 0,0 0,0 0,23-48,-47 48,48 0,0 0,-24 0,23 0,-23 0,0 0,-24-24,24 24,-1 0,1 0,-24 0,48 0,23 0,-47 0,0 0,24 0,-1 0,-23 0,24 0,-1 0,-23 0,-24 0,24 0,0 0,-1 0,-23 0,24 0,0 0,0 0</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 10,'0'0,"0"0,25 0,0 0,0 0,49 0,-49 0,50 0,-1 0,-24 0,24 0,-24 0,-1 0,1 0,-25 0,24 0,-24 0,50 0,-75 0,24 0,26 0,-50 0,25 0,0 0,0 0,-25 0,24 0,26 0,-25 0,24 0,76 0,-101 0,76 0,-26 0,0 0,-24 0,25 0,-1 0,0 0,26 0,-26 0,-49 0,25 0,-1 0,26 0,-51 0,-24 0,25 0,0 0,0 0,-25 0,25 0,0 0,-1 0,-24 0,25 0,0 0,0 0,-25 0,25 0,-1 0,1 0,-25 0,25 0,0 0,0 0,-25 0,24 0,1 0,0-9,-25 9,25 0,0 0,0 0,-25 0,24 0</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396 0,'-24'0,"0"0,-25 0,25 0,0 0,-24 0,23 25,1-25,24 0,-24 0,24 0,-24 0,24 25,-48-25,23 25,25-1,0-24,-24 25,24 74,0-49,0 49,0-50,0-24,0 25,0-1,0-49,0 25,0 0,0 0,0-25,24 0,1 0,-1 24,0-24,0 25,-24 0,24-25,0 0,1 0,-1 0,24 25,-48-25,24 0,0 0,-24 0,25 0,-1 0,-24 0,24-25,-24 25,0-25,24-24,0 24,-24 25,24-75,1 51,-25-1,0 25,0-25,24-24,0-1,-24 50,24-25,-24 1,0-1,0 25,0-25,0 0,0 0,0 1,-24-1,0 25,0 0,24 0,-49-25,49 25,-24 0</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1489 66,'0'0,"-25"-25,0 25,0-25,-24 25,49 0,-25-24,-25 24,50 0,-24 0,-1 24,0-24,25 0,-25 25,25 0,-25-25,0 0,25 0,-24 25,24-25,-50 25,25 0,0-25,25 25,-24-25,24 0,-50 0,50 25,-25 0,0 0,0 0,25 24,-49-24,49 0,-25 0,0 0,25 0,-50 50,26-25,-1 0,0-1,0-24,0 50,-24-25,49 0,0-25,-25 24,0 1,0 0,0 25,1-50,-1 50,0-26,25-24,0 0,-25 50,0 0,-24 0,24-26,0 26,-25 0,26-25,24 0,-25-1,25 1,0-50,0 25,0 0,0 0,-25 0,0 0,25-25,-25 25,25-25,0 25,0 0,-49 0</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 12,'0'0,"0"0,74 0,1 0,-51 0,26 0,-25 0,49 0,-49 0,25 0,-25 0,0 0,-1 0,26 0,25 22,-75-22,49 22,1-22,0 22,-26 0,51-22,-50 22,-25-22,49 0,-49 0,25 0,-25 0,50 0,-50 0,25 0</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1018 95,'0'-20,"-124"1,50 19,24-20,-24 20,24-20,25 20,0 0,0 0,1 0,-26 0,50 0,-25 0,25 0,-50 0,26 0,-51 0,50 0,-24 0,24 0,-25 0,50 0,-25 0,0 0,1 0,24 0,-25 0,0 0,0 0,0 20</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0 670,'0'-25,"50"-24,0 24,-1 0,76-49,-125 74,49 0,51-99,24 49,-99 0,49 1,26-1,-51 1,26 24,-75 25,0 0,0 0,50 0,-1 0,26-25,-1-25,-49 25,0 25</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0 277,'0'27,"50"-27,-50 0,50-27,24-56,-24 83,-50 0,49-28,-24 28,25-28,-1 28,1-27,-1 27,26-28,-1 28,-24 0,49-27,50-1,-99 0,49 28,-25 0,25 0,-24 0,-26 0,1 0,-25 0,24 0,-24 0,50 0,-75 0,24 0,26 0,-25 0,24 0,1 0,25 0,24 0,0 0,0 0,0 0,-24 0,24 0,-74 0,74 0,-49 0,-26 0,1 0,50 0,-51 0,26 0,-25 0,24 0,-49 0,25 0,25 0,-25 0,24 0,-24 0,25 0,-25 0,-1 0,-24 0,25 0,25 0,-1 0,-24 0,50 0,-26 0,1 0,24 0,-49 0,0 0,0 0,-1 0,-24 0,25 0,0 0</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0 373,'0'0,"50"0,49 0,25-74,49 49,1-24,-50 49,74-49,-74 49,25 0,-25-24,0-1,-50 25,1 0,-26-25,50 25,0-49,25 49,100-25,-101 25,101-24,-26 24,-25 0,1 0,-75 0,0 0,-49 0,-25 0,-1 0,1 0</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 75,'0'0,"25"0,24-24,1-1,-26 25,75 0,-99-24,25 24,24 0,-49 0,25 0,0 0,0 0</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 0,'0'0,"25"0,0 0,0 0,0 0,-1 0,1 0</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5292" units="cm"/>
      <inkml:brushProperty name="height" value="0.05292" units="cm"/>
      <inkml:brushProperty name="color" value="#ff0000"/>
    </inkml:brush>
  </inkml:definitions>
  <inkml:trace contextRef="#ctx0" brushRef="#br0">19097 11239,'24'-23,"0"23,23-24,-23 24,0-24,24 24,23 0,-47 0,24 0,23 0,1 0,23-24,-48 24,-23-47,0 47,24 0,-25 0,25 0,47 0,1 0,-1 0,-48 0,73 0,-25 0,0 0,0 0,-23 0,-1 0,24 0,-47 0,0 0,-25 0,-23 0</inkml:trace>
  <inkml:trace contextRef="#ctx0" brushRef="#br0">22360 10477,'0'-23,"0"-25,0 24,0 0,0-23,0 47,0-24,0 24,23 0,-23 0,24 0,0 0,0 0,-24 0,24 0,-1 0,1 0,-24 0,24 0,0 0,-24 0,24 0,0 0,23 24,-47-24,48 47,-1-47,-47 24,48 0,-48 0,24-24,-24 24,0-1,24-23,-1 24,-23-24,0 24,0 0,0-24,0 24,0 0,0-1,-23 25,23-48,-48 24,48-24,-24 24,0-24,1 23,-1 1,0 0,24-24,-24 0,24 24,-24 0,1-1</inkml:trace>
  <inkml:trace contextRef="#ctx0" brushRef="#br0">22645 11359,'24'0,"0"23</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0 0</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0,'0'0,"0"0,0 0,25 0,0 0,0 0,0 0,-1 0,26 0,-25 0,0 0,49 0,-49 0,-25 0,50 0,-1 0,-49 0,25 0,25 0,-26 0,26 0,-25 0,25 24,-26-24,26 0,-25 0,0 0,24 0,-24 0,-25 0,50 0,-50 25,25-25,-25 0,49 0,-24 0,0 25,0-25,-25 0,49 0,1 0,-50 0,50 25,-1 0,1-25,-25 0,-1 0,1 0,0 25,-25-25,50 25,-50-25,25 0,-25 25,24-25,1 0,25 0,-50 0,25 25,-1-25,1 24,50 1,-50 0,-1-25,76 50,-76-50,1 25,25 0,0 0,-1 0,-24-25,0 24,24-24,-24 0,50 75,-1-50,25 0,-49-25,49 75,-49-75,24 25,-49-25,0 0,-25 0,99 49,-49-24,-25-25,49 0,-49 0,25 25,-25-25,49 0,-49 25,0-25,0 0,-1 25,26-25,-50 0</inkml:trace>
  <inkml:trace contextRef="#ctx0" brushRef="#br0">75 771,'0'-25,"0"25,49 0,51-25,-51 25,100-49,-99 49,24 0,-49 0,50 0,-51 0,26-25,-25 25,0 0,24 0,-24 0,50-25,-51 25,26 0,49-50,-49 50,0 0,-26 0,76 0,-26-25,-49 25,49 0,-49-25,50 25,-26 0,-24 0,0-25,0 25,0 0,49-25,-49 25,24 0,1-24,0 24,24-25,1-25,-1 50,-24 0,24-25,-24 25,49-25,-74 0,0 25,24 0,1 0,0-25,24 25,-74 0,25 0,0 0,0 0,-1-25,26 25,-50 0,50 0,-1-24,1 24,-25 0,49-25,-24 25,0-25,-50 25,24 0,26 0,-25 0,24 0,-24 0,0 0,0 0,0-50</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40,'0'0,"0"0,49 0,1 0,24 0,-24 0,24 0,1 0,-1 0,-49 0,49 0,-24 0,24 0,-24 0,-25 0,49 0,-24 0,-1 0,1 20,0-20,24 20,-24-20,24 0,50 40,-74-40,49 0,-25 0,25 0,50 0,-74 0,24 0,0 0,0 0,50 0,-50 20,-24-20,24 19,-74-19,24 0,1 20,24 0,-49-20,25 0,49 0,0 0,25 0,-24 0,-1 0,50 0,-50 0,0 20,-25-20,75 0,-49 0,-26 0,0 0,-24 0,24 0,-74 19,50-19,-25 0,-25 0,49 0,1 20,-50-20,25 0,24 0,51 0,-51 0,50 0,1 0,24 0,-25 0,25 0,-50 0,26 0,-26 0,0 0,1 0,-50 0,24 0,26 0,-1 0,-24 0,49 0,-25 0,-24 0,49 0,0 0,-24 0,-1 0,25 0,-74 0,25 0,-25 0,49 0,-49 0,-25 0,49 0,26 0,-26 0,1 0,0 0,-1 0,26 0,-1 0,25 0,-24 0,24 0,-25 0,1 0,-50 0,24 0,1 0,-1 0,-49 0,50 0,0 0,24 0,-49 0,74 0,-24 0,49 0,24 0,-48 0,-1 0,25 0,-50 0,-24 0,-1 0,1 0,0 0,-1 0,-24 0,25-20,-26 20,26 0,-25 0,49-19,-24 19,24 0,-24-20,0 20,24-20,25 20,-99 0,50-20,-25 20,-25 0,49 0,1-19,-50 19,49 0,1 0,0-20,-26 20,51 0,-26-20,26 20,-1 0,-24 0,0 0,-1 0,1 0,-25 0,-1 0,-24 0,25 0,25 0,-50 0,49 0,1 0,0 0,-26-40,51 40,-26 0,26 0,-1-20,-49 20,25 0,-1 0,-24 0,-25 0,50 0,-50 0,25 0,-1 0,1 0,0 0,0 0,24 0,1 0,0 0,-1 0,26 0,24 0,-25 0,1 0,-1 0,0 0,-24 0,-25 0,24 0,1 0,25 0,-51 0,51 0,-1 0,1 0,-26 0,26 0,-1 0,-49 0,24 0,1 0,24 0,1 0,-50 0,24 0,-24 0,49 0,-49 0,25 0,-25 0,49 0,-49 0,25 0,-26 0,1 0,25 0,-25 0,49 0,0 0,-24 0,0 0,-26 0,51 0,-50 0,24 0,-24 0,49 0,1 0,-26 0,1 0,24 0,-49 0,50 0,-26 0,-24 0,0 0,0 0,24 0,-49 0,50 0,-25-20,0 20,24 0,1 0,49 0,-25 0,26 0,-26 0,-49 0,49 0,-24 0,-1 0,1 0,-25 0,24 0,-24 0,25 0,-25 0,24 0,1 0,24 0,-49 0,25 0,-1 0,26 0,-1 0,1 0,-26 0,26 0,-1 0,-24 0,24 0,-24 0,-1 0,-49 0,50 0,-25 0,-25 0,49 0,-49 0,25 0,25 0,-50 0,49 0,1 0,-25 0,24 0,-24 0,25 0,-25 0,24 0,26 0,-1 0,-24 0,-26 0,51 0,-1 0,-24 0,24 0,-49 0,25 0,-25 0,49 0,-74 0,50 0,-26 0,51 0,-75 0,74 0,-49 0,0 0,24 0,-24 0,25 0,-1 0,-24 0,0 0,0 0,0 0,-1 0,51 0,-50 0,24 0,-24 0,74 0,-49 0,24 0,-24 0,24 0,-24 0,0 0,-1 0,1 0,-25 0,-25 0,49 0,-24 0,49 0,-49 0,25 0,24 0,-49 0,0 0,49 0,-24 0,-25 0,74 0,-74 0,24 0,26 0,-50 0,-1 0,26 0,-25-20,24 20,-49 0,50 0,-25 0,0 0,-1 0,1 0,0 0,-25 0,25 0,-25 0,49 0,-49 0,25 0,25 0,-50 0,49 0,-24 0,-25 0,25 0,0 0,0 0,-25 0,24 0,1 0,0 0,-25 0,25 0,0 0,-1 0</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1,'0'0,"50"0,-25 0,24 0,1 0,0 0,-1 0,-24 0,25 0,-25 0,0 0,0 0,-1 0,1 0,-25 0,25 0,25 0,-50 0,25 0,-1 0,1 0,-25 0,25 0,25 0,-50 0,49 0,26 0,-25 0,-25 0,49 0,-24 0,-25 0,-1 0,26 0,-25 0,25 0,-25 0,-1 0,1 0,0 0,0 0,0 0,0 0,-1 0,1 0,0 0,0 0,25 0,-1 0,-24 0,0 0,25 0,-1 0,1 0,-25 0,0 0,0 0,0 0,-25 0</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1333 4834,'0'0,"24"0,24 0,-25 24,49 0,-25-24,25 0,-25 0,1 23,24-23,-49 0,1 24,24-24,-1 0,1 0,-24 0,24 0,-48 0,23 24,25-24,-48 0,48 0,-1 0,-23 0,24 0,23 0,0 0,1 0,-1 0,-23 0,0 0,-25 0,73 24,-96-24,47 24,-23-24,48 0,-25 0,-23 0,24 0,-1 0,-23 0,24 0,-1 0,-23 0,24 23,-1-23,1 0,-48 0,24 0,0 0,-1 0,25 24,-48-24,24 0,24 0,-25 0,1 0,24 0,-24 0,-1 0,25 0,0 24,-25-24,25 0,23 0,-23 0,-24 0,0 0,23 0,-47 0,24 0,-24 0,24 0,0 0,-24 0,24 0,-1 0,1 0,-24 0,24 0,-24 0,24 0,0 0,0 0,-1 0,1 0,-24 0,24 0,-24 0,24 0,-24 0,24 0,-1 0,-23 0,24 0,-24 0,0 0,0-24,24 24</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5500 6429,'24'0,"0"0,0 24,-24-24,47 24,-23-24,0 0,24 0,-1 0,-23 0,48 0,-25 0,25 0,-25 0,-23 0,47 0,-23 0,23 0,-23 0,-24 24,24-24,-1 0,-47 0,48 0,-24 0,-1 0,1 0,24 0,0 0,-25 0,25 0,0 0,-1 0,-23 0,24 0,23 0,-47 0,23 0,-23 0,24 0,0 0,-25 0,1 0,0 0,0 0,23 0,-23 0,0 0,24 0,-24 0,-1 0,25 0,-24 0,0 0,-1 0,1 0,0 0,-24 24,24-24,-24 0,24 0,-1 0,1 0,-24 0,48 0,-24 0,-1 0,25 0,0 0,-24 0,-1 0,1 0,0 23,0-23,0 0,-1 0,1 0,0 0,-24 0,24 0,-24 0,0 0,24 0</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14859 8239,'0'0,"47"0,-23 0,24 0,23 0,1 0,23 0,24 0,-48 0,25 0,23 0,-48 0,24 0,-47 0,47 0,0 0,-23 0,-1 0,25 0,23-24,-24 24,-24 0,25-24,-25 24,24 0,0 0,-23 0,-1 0,1 0,-25 0,25 0,-24 0,-1 0,25 0,-25-23,-23 23,47 0,-23 0,23 0,-23 0,0 0,-1 0,25 0,-25 0,25 0,-1 0,1 0,-1 0,1 0,-1 0,-23 0,-1-24,25 24,-48 0,23 0,-23 0,24-24,-25 24,1 0,48 0,-48-24,23 24,25 0,-25 0,-23 0,0 0,23 0,-23 0,0 0,-24 0,24 0,0 0,-1 0,1 0,0 0,24 0,-1 0,1 0,0 0,-25 0,25 0,0 0,-24 24,23-24,-23 0,0 0,23 0,-47 0,24 0,0 0,0 0,-24 24,24-24,-24 0,23 0,-23 0,24 0,0 0,-24 0,24 0,-24 0,0 0,24 0,-1 0,-23 0,24 0,-24 0,24 0,-24 24,0-24</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12215 3191,'0'0,"48"0,47 24,-23-24,23 23,24-23,-47 0,23 24,-48-24,25 0,-25 24,1-24,0 0,-25 0,25 0,0 0,-24 0,-1 0,25 0,-24 0,23 0,1 0,0 0,-1 0,1 0,-24 0,23 0,-23 0,0 0,0 0,-24 0,24 0,-1 0,1 0,0 0,0 0,0 0,-24 0,23 0,1 0,-24 0,24 0,-24 0,24 0,0 0,-24 0,24 0,-24 0</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1524 3477,'0'0,"0"0,0 23,47-23,1 24,-24 0,23 0,25-24,-1 24,1-1,71 1,-1 24,-46-48,-1 24,-24-24,72 24,-71-24,-1 0,1 0,-1 0,-23 0,-1 0,25 0,-25 23,25-23,-1 0,1 0,-1 0,48 0,-24 0,72 24,-24-24,-48 0,0 0,1 0,-1 0,0 24,-23-24,-1 0,0 0,25 0,-1 24,-24-24,-23 0,23 24,-23-24,-24 0,47 0,-47 0,48 0,-25 0,25 23,-1-23,24 24,-23-24,23 24,-24-24,25 0,23 24,0-24,0 24,-24-24,0 0,-23 0,-1 23,1-23,-25 0,1 0,-24 0,23 24,1-24,0 0,-25 0,25 0,23 0,-23 0,0 24,-1-24,25 0,-25 0,-23 0,0 0,24 0,-1 0,-23 0,24 0,-1 0,-23 0,0 0,24 0,-25 0,1 0,24 0,-48 0,24 0,-24 0,23 0,-23 0</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18883 3643,'0'0,"0"0,0 0,48 24,-1-24,1 24,23-24,1 0,-1 0,1 0,-1 24,0-24,-47 0,0 0,24 0,23 24,1-24,-25 0,1 0,23 23,1-23,-1 0,1 0,-1 0,0 0,1 0,-1 0,1 0,-25 0,25 0,-25 0,25 0,-25 0,1 0,-24 0,47 0,-23 0,0 0,-1 0,-23 0,24 0,-24 0,23 0,-23 0,47 0,-47 0,0 0,0 0,23 0,-23 0,0 0,0 0,23 0,-47 0,24 0,48 0,-48 0,-1 0,1 0,24 0,-48 0,47 0,-47 0,24 0,24 0,-48 0,48 0,-25 0,-23 0,48 0,-24 0,23 0,-23 0,24 0,-1 0,-23 0,0 0,0 0,0 0,-24 0,47 0,-47 0,24 0,0 0,0 0,-24 0,24 0,-24 0,0-23,47 23,-47 0,24 0,-24 0,24 0,0 0</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1571 4572,'24'0,"0"0,23 24,-23-24,24 0,0 0,23 0,24 0,1 0,-1 24,-24-24,24 0,-47 0,0 23,23-23,1 0,-1 0,-23 0,23 0,1 0,-1 0,-23 0,23 0,-23 0,23 0,-47 0,0 0,-1 0,1 0,0 0,-24 0,24 0,-24 0,48 0,-48 0,23 0,1 0,0 0,0 0,0 0,23 0,1 0,-24 0,0 0,-24 0,23 0,-23 0,24 0,-24 0,48 0,-48 0,24 0,-24 0,23 0,1 0,-24 0,24 0,-24 0,24 0,0 0,-1 0,-23 0,24 0,0 0,0 0,0 0,-1 0,1 0,-24 0,24 0,0 0,-24 0,24 0,-24 0</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11692 4477,'0'0,"23"0,49 0,-1 0,1 0,-1 0,24 0,1 0,23 0,-48 0,1 0,-1 0,-23 0,-1 0,1 0,23 24,-47-24,24 0,-1 23,25-23,-1 0,-23 0,23 0,1 0,23 24,0-24,1 0,-1 0,0 0,0 0,48 0,-48 24,24-24,-23 24,-49-24,25 0,-25 24,1-24,-24 0,23 0,1 0,0 0,-1 0,1 0,-24 0,71 0,-47 0,-1 0,1 0,0 0,-1 0,48 0,-47 0,23 0,1 0,-1 0,-23 0,23 0,1 0,-25 0,49 0,-25 0,1 0,-25 0,25 0,-25 0,25 0,-1 0,1 0,-25 0,48 0,-23-24,-1 24,1 0,-25 0,1 0,0 0,23 0,-23 0,-25 0,25 0,0 0,-24 0,-1 0,1 0,24 0,-24 0,-1 0,1 0,0 0,0 0,0 0,0 0,-1 0,1 0,24 0,-48 0,24 0,-1 0,1 0,0 0,0 0,0 0,-1 0,1 0,-24 0,24 0,-24 0,48 0,-48 0,23-24,-23 24,24 0,0-24,-24 24,24 0,-24 0,24 0,-24 0</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3071 6286,'0'0,"0"0,24 0,24 0,-24 0,23 0,25 0,-25 24,72-24,-23 24,-49-24,72 24,-23-24,-25 24,24-24,-23 0,-25 0,1 0,23 0,-23 0,0 0,-24 0,23 0,25 0,-25 0,25 0,-49 0,49 0,-1 0,1 0,-25 24,25-24,-48 0,23 23,-23-23,-24 0,48 0,-24 0,-1 0,-23 0,24 0,24 0,-48 0,24 0,-1 0,1 0,-24 0,24 0,-24 0,24 0,0 0,-24 0,23 0,-23 0,24 0,-24 0,24 0,0 0,-24 0,24 0,-24 0,23 0,1 0,-24 0,24 0,-24 0,24 0,-24 0,24 0,0 0,-24 0,23 0,-23 0,24 0</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12454 6286,'0'0,"0"0,23-23,1 23,24-24,23 0,-23 0,23 0,25 1,-1-1,-24 24,1-24,-1 0,1 0,-25 24,1 0,23-23,1 23,-1-24,-23 0,23 0,-23 24,23 0,24-24,-23 0,-24 1,23-1,-23 24,23-24,-23 24,-24-24,23 24,1-24,-24 24,23-23,-23-1,0 24,47 0,-71 0,24 0,24-24,-25 24,25 0,0-24,-24 24,-1 0,49 0,-48 0,-1 0,1 0,24 0,-48 0,48 0,-25 0,1 0,0 0,-24 0,24 0,-24 0,24 0,-1 0,-23 0,48 0,-24 24,0 0,-1 0,1 23,24-23,-24 24,-1-48,-23 23,24-23,0 24,-24-24,0 24,0 0,0-24,24 24,-24-24,0 24,0-1,0-23,0 24,0-24,24 0,-24 24,0-24,0 24,0 0,0-1,0-23,24 48,-24-48,0 48,0-25,0-23,0 24,0 0,0-24,0 24</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1666 10049,'0'-24,"24"24,-24-24,48 24,-48-24,24 24,47-23,-47-1,47 0,-23 24,24-24,-1 24,0 0,1-24,-25 24,1-23,47 23,-71 0,48 0,-25 0,1 0,-1 0,25 0,-24 0,-1 0,25 0,-25 0,25 0,-1 0,24 0,-47 0,0 0,23 0,-47 0,23 0,1 0,0 0,-24 0,23 23,25-23,-25 0,1 24,23-24,24 0,-23 0,47 24,-48-24,1 24,-1-24,-23 47,0-47,23 0,0 0,-23 0,-24 0,23 24,1-24,-24 0,0 0,0 0,-1 0,1 0,0 0,0 0,23 0,-23 0,0 0,24 0,-24 0,-1 0,25 0,-24 0,0 0,23 0,-23 0,0 0,23 0,1 0,-24 0,0 0,47 0,-23 0,-1 0,1 0,0 0,-1 0,1 0,-24 0,0 0,23 0,-47 0,24 0,-24 0,24 0,0 0,-24 0,23 0,-23 0</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8572 10025,'0'0,"24"0,0 0,71 0,-47-24,23 24,48 0,-47 0,23-24,48 24,-48 0,0 0,24 0,-23 0,-1 0,-24 0,1 0,23 0,-48 0,73 0,-73 0,25 0,-1 0,-23 0,-1 0,25 0,-1 0,1 0,-1 0,0 0,1 0,23 0,0 0,1 0,-25 0,48 0,-24 0,1 0,-1 0,24 0,-48 0,1 0,-1 0,-23 0,0 0,-1 0,1 0,-1 0,1 0,-24 0,47 0,-23 0,-24 0,23 0,1-23,-24 23,23-24,1 24,24 0,-1-24,0 24,1-24,-1 24,1 0,-1 0,-47 0,24 0,-25 0,1 0,48 0,-49 0,49 0,-24 0,23 0,0 0,25 0,-25 0,48 0,-47 0,-25 24,1-24,-24 0,-1 0,1 0,0 0,-24 0,24 0,0 0,0 0,-1 0,1 0,0 0,0 0,0 0,-1 0,1 0,-24 0,24 0,0 0,0 0,-24 0,23 0,-23 0,24 0,0 0,-24 0,24 0</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10453 11073,'24'0,"-24"0,24 0,-24 0,24 0,-24 0,24 0,-1 0,1 0,24 0,23 0,1 0,-1 0,24 0,1 0,-1 0,-24 0,25 0,-25 0,-23 0,-1 0,1 0,-1 0,25 0,-24 0,23 0,-23 0,23 0,24 0,24 0,-23 0,-1 0,0 0,0 0,1 0,-49 0,1 0,-24 0,23 0,1 0,-24 0,0 0,23 0,-23 0,0 0,23 0,-23 0,24 0,-24 0,23 0,-23 0,24 0,-1 0,25 0,-25 0,1 0,0 0,-1 0,-23 0,0 0,0 0,-24 0,24 0,-24 0,0-24,47 24,-23 0,0-24,23 24,-23 0,24-24,-24 24,-1 0,25-23,-48 23,24 0,24-24,-25 24,1-24,-24 24,24 0,-24 0,24 0,0 0,-24 0,23-24,1 24,0 0,-24 0,24 0,-24 0,24 0,0-24,-24 24,23 0,1-24,0 24,-24 0,24 0,-24 0,24 0,-24 0,23 0,-23-23,24 23,-24 0,24 0,0 0,0 0,-24 0,23 0,1 0,0 0,-24 0</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17573 11025,'0'0,"24"0,0 0,47 0,-23-24,47 24,-23 0,47 0,-24 0,72 0,-25 0,-46 0,-1 0,-24 0,25 0,-25 0,24 0,-23 0,-1 0,24 0,-23 0,-1 0,1-23,-1 23,25 0,-25 0,0 0,1 0,-1 0,-23 0,-24 0,23 0,1 0,-24 0,0-24,23 24,-23 0,24 0,-1 0,1-24,23 24,1 0,-25 0,49-24,-25 24,-23 0,23 0,-23 0,-1 0,1 0,0-24,-25 24,1 0,24 0,-24 0,0 0,23 0,-23-24,0 24,23 0,-47 0,24 0,24 0,-24 0,-1 0,1 0,0 0,0 0,0-23,-1 23,-23 0,24 0,0 0,0 0,-24 0,24 0,23 0,-47 0,24 0,-24 0,24 0,0 0,-24-24,0 24,24 0,-24 0,23 0</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4465 11886,'0'0,"0"0,0 0,40 0,-1 20,21-20,-21 40,21-20,19-20,-19 19,-20 21,-1-40,21 0,-21 20,21 0,0 0,-41-20,41 0,-1 19,-19-19,0 20,0-20,19 0,-39 0,39 20,-19-20,0 0,-1 0,1 0,0 0,19 0,-19 0,20 0,-1 0,-39 0,0 0,19 0,-19 0,0 0,20 0,19 0,1 0,19 0,-19 0,-20 0,-21 0,21 0,-20 0,0 0,-20 0,20 0,-1 0,21 0,-20 0,20 0,19 0,-19 0,-20 0,39 0,-39 0,20 0,-40 0,39 0,-19 0,0 0,20 0,-20 0,0 0,-1 0,21 0,-20 0,0 0,0 0,-1 0,21 0,-40 0,20 0,20 0,-21 0,1 0,20 0,-20 0,-20-20,40 20,-1 0,-19 0,0 0,-20 0,20 0,0 0,-1 0,-19 0,20 0,0 0,-20-20,20 20,0 0,-20 0,40 0,-21 0,1 0,40 0,-40-19,-1 19,1 0,0 0,0 0,0 0,0-20,0 20,19 0,-19 0,-20 0,20 0,-20 0,20 0,-20 0,39 0,-19-20,0 0,0 20,0 0,0 0,-20 0,19 0,1 0,-20-20,0 20,20 0,0 0,20 0,-20 0,-1 0,1 0,-20 0,20 0</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4262 7858,'0'0,"24"0,-24 0,48 0,23 0,-47 0,47 0,24 0,24 24,1-24,22 24,-22-24,94 24,-48-24,25 0,0 0,-25 0,-23 23,48-23,-72 0,47 0,-23 0,-24 0,24 0,0 0,24 0,-48 0,24-23,-1 23,-46 0,23-24,24 24,-48 0,24 0,0 0,-24 0,48 0,-48 0,1 0,23 0,0-24,0 24,-24 0,-23 0,23 0,-48 0,73 0,-49 0,24 0,0 0,-23-24,23 24,-23 0,-1 0,-23 0,47 0,-24 0,-23 0,0 0,-1 0,25 0,-25 0,1 0,-1 0,25 0,-24 0,23 0,0 0,1 0,23 0,-23 0,23 0,-24 24,24-24,-23 0,-1 0,1 0,-25 0,25 0,-1 0,1 0,-1 0,-23 0,-1 0,1 0,23 0,-23 0,0 0,-1 0,1 0,0 0,23 0,-47 0,24 0,-25 0,25 0,-24 0,23 0,1 0,-48 0,48 0,23 0,-23 0,23 0,-23 0,-24 0,-1 0,25 0,-24 0,0 0,-1 0,1 0,24 0,-24 0,23 0,1 0,0 0,47 0,-48 0,1 0,0 0,-25-24,49 24,-24 0,-25 0,49 0,-25-24,25 24,-1 0,-23 0,-24 0,47 0,-23 0,23 0,-47 0,24 0,-25 0,25 0,-24 0,0 0,23 0,-23 0,0 0,24 0,-25 0,1 0,24 0,-24 0,0 0,23 0,1 0,-1 0,25 0,-25 0,25 0,-1 0,25 0,-25 0,0 0,25 0,-49 0,1 0,23 0,-23 0,23 0,-23 0,23 0,25 0,-72 0,-24 0,47 0,-47 0,24 0,0 0,0 0,-1 0,-23 0,48 0,-24 0,0 0,0 0,-1 0,1 0,-24 0,48 0,-48 0,24 0,-24 0,47 0,-47 0,24 0,-24 0,48 0,-48 0,47 0,-23 0,0 0,0 0,-1 0,25 0,-24 0,0 0,0 0,-1 0,1 0,-24 0,48 0,-24 0,-1 0,49 0,-48 0,0 0,-1 0,1 0,0 0,24 0,-25 0,1 0,24 0,-1 0,-23 0,0 0,47 0,-23 0,24 24,-1-24,24 0,48 0,-48 24,48 0,48-24,-48 0,47 0,1 0,-1 24,-23-1,0-23,-1 0,1 24,0 0,-72-24,48 0,-72 24,72-24,-72 0,1 0,-25 0,25 0,-24 0,23 0,0 0,1 0,-1 0,-23 0,23 0,-23-24,23 24,1 0,23 0,-23-24,23 0,-24 1,25 23,-1-24,0 0,-24 24,25 0,-1-24,0 0,-23 0,-1 24,1-23,23-1,0 0,-24 0,25 0,-25 1,24 23,-23-24,47-24,-71 24,47 1,-24 23,-23-24,-24 24,-1-24,1 24,0 0,-24 0,24 0,-24 0,-48 0,-47 95,-143 0</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1357 8882,'24'0,"0"0,-24 0,23 0,1 0,0 0,24 0,-1 0,-23 0,24 0,-1 0,25 0,-1 0,1 0,-1 0,24 0,24 0,0 0,0 0,48 0,-24 0,-24-24,0 24,0-24,0 24,-47-23,-25 23,1 0,0 0,-1 0,-47-24,24 24,0 0,0 0,0 0,-1 0,1 0,-24 0</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1262 10025,'0'0,"47"-24,1-23,71 23,-24 24,72-24,-24 0,24 24,23-24,-23 24,71-23,-24 23,-23 0,23-48,-24 48,1-24,23 24,-71 0,24 0,-24 0,23 0,1 0,24 0,-25 0,49 0,46 0,-70 0,47 0,-47 0,-1 0,-23 0,0 0,-25 0,49 0,-24 0,-48 0,47 0,-23 0,0 0,-48 0,-23 0,-1 0,-23 0,-1 0,1 0,0 0,-48 0,47 0,-23 0,24 0,-1 0,1 0,-24 0,23 0,1 0,-24 0,0 0,-1 0,1 0,0 0,0 0,0 0</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11477 10001,'0'0,"24"0,0 0,47 0,25-24,23-23,24-1,23 24,-23 24,71-23,1-1,-72 24,95-24,0 24,-48 0,-23 0,0 0,-48 0,-48 0,1 0,-25 0,1 0,-24 0,0 0,47 0,-47 0,47 0,-23 0,47 0,-24-24,49 24,-1 0,-48 0,48 0,-24 0,1 0,-1 0,0 0,-23 0,-1 0,0 0,1 0,-1 0,1 0,23 0,-24 0,1 0,-1 0,25 0,-1 0,-24 0,25 0,-49 0,48 0,-47 0,0 0,-1 0,1 0,-1 0,25 0,-24 0,-1 0,-23 0,47 0,-23 0,-24 0,0 0,23 0,-47 0,24 0,-24 0,48 0,-48 0,47 0,1 0,-24 0,23 0,-23 0,48 0,-25 0,25 0,-25 0,25 0,-25 0,49 0,47 0,-48 0,48 0,-24 0,0 24,-24-24,-23 0,23 0,-24 0,-23 24,23-24,1 0,-1 0,1 24,-49-24,1 23,24-23,-1 0,1 0,24 24,-1 0,48-24,-24 24,24 0,-23-24,23 23,-24 1,0 0,48-24,-72 24,1 0,-1-24,1 23,23-23,0 0,1 0,-1 24,24-24,-48 24,24 0,-23-24,-1 0,1 0,-48 24,-1-24,25 0,-48 0,24 0,0 0,0 0,-1 0,1 0,0 0,24 0,-48 0,47 0,-47 0,24 0,-24 0,48 0,-48 0,23 0,25 0,-48-24,24 24,0 0,-1 0,25-24,0 24,-24-24,23 24,1 0,-24 0,23-24,-47 24,24 0,-24-23,24 23,-24 0,24 0,0-24,-1 24,1 0,0 0,0-24,0 24,23-24,-23 24,0 0,0 0,-1-24,1 24,-24 0,24 0,0-23,23 23,-23-24,0 24,0 0,0 0,0-24,-1 24,1 0,-24-24,24 24,-24 0,0 0,0 0,-71 0</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2738 9192,'0'0,"0"0,24 0,0 0,-24 0,24 0,-1 0,25 0,0 0,94 0,-46 0,70-24,-47 24,48 0,0-24,71 24,-71 0,-1 0,1 0,0-24,-48 24,-24 0,24 0,-24-24,-23 24,23 0,-24-23,1 23,23 0,-23 0,-1 0,-23 0,23 0,-23 0,23 0,-23 0,23 0,1 0,23 0,-24 0,-23 0,0 0,-1 0,1 0,23 0,-23 0,0 0,-1 0,25 0,-25 0,25 0,-49 0,25 0,0 0,-25 0,1-24,0 24,-24 0,24 0,0 0,-24 0,24 0,-24 0,47 0,1 0,23 0,1 0,-25 0,49 0,-49 0,25 0,-1 0,-47 0,0 0,-1 0,1 0,0 0,0 0,0 0,0 0,-1 0,1 0,-24 24,24-24,-24 0,48 0,-25 0,1 0</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19050 7144,'0'0,"47"0,48 0,1 0,70-24,25 24,23-24,24 24,-23 0,-1-24,-71 24,0-24,-72 24,-23 0,-1 0,1 0,24-23,-49 23,1 0,24 0,23 0,-23 0,-24 0,23 0,1 0,23 0,-23 0,0-24,-25 24,49-24,-48 24,23 0,1 0,0 0,-25 0,1 0,24 0,-48 0,24 0,-24-24,23 24,1 0,-24 0,24 0,24 0,-25 0,1 0,48 0,-25 0,1 0,-24 0,0 0,23 0,-47 0,48 0,-24 0,-1 0,25 0,-24 0,0 0,0 0,-24 0,23 0</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3857 9549,'0'0,"72"0,118 0,25 0,-1 24,95-1,-23 25,24 0,-48-25,0 49,-96-72,1 24,-72-24,0 0,-23 0,-1 0,1 0,-25 0,72 0,-47 0,23 0,72 0,-48 0,48 0,-1 0,72 0,-47 0,-1 0,48 0,-71 0,24 0,-25 0,-70 0,-1 24,24-24,-24 0,-23 0,-25 0,25 0,-25 0,49 0,-25 0,-23 0,23 0,0 0,1 0,-1 0,1 0,-1 0,-23-24,23 24,-47 0,24-24,-1 24,49-24,-49 24,48 0,1-24,23 24,-24-24,0 1,48-1,0 24,-72-24,25 0,47 0,0 1,-48 23,48-24,-48 24,24 0,-24-24,0 24,25-24,-25 24,0 0,0 0,48-24,-48 24,48 0,-47-23,-1 23,0 0,0 0,0 0,-23 0,23-24,0 24,-23 0,71 0,-48 0,24 0,24 0,0 0,24-24,23 24,0-24,-23 24,0-24,-24 24,-24 0,-48 0,24 0,-23 0,-24 0,-25 0,1 0,48 0,-25 0,1-24,23 24,1 0,23 0,48 0,-24 0,24 0,-24 0,0 0,0 0,-24 0,-23 0,-1 0,1 0,23 0,-24 0,48 0,24 0,-48 0,24 0,48 0,0-23,0 23,-1 0,1 0,-48 0,24 0,-72 0,-23 0,47 0,-23 0,-1 0,0 0,1 0,23 0,-23 0,23 0,0 0,-23 0,23 0,24 0,-24 0,0 0,1 0,47 0,-72 0,24 0,-23 0,-1 0,-23 0,23 0,1 0,-1 0,-23 0,23 0,1 0,-1 0,0 0,25 0,-1 0,48-24,0 24,-48 0,0 0,-23 0,23 0,-48 0,49 0,-25 0,-23 0,-24 0,-1 0,49 0,-48 0,-1 0,49 0,-24 0,23 0,24 0,-23 0,-1 0,0 0,1 0,-24 0,-1 0,1 0,-1 0,-23 0,24 0,-48 0,24 0,0 0,-1 0,1 0,-24 0,24 0,0 0,-24 0,24 0,-24 0,0 0</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2309 10477,'0'0,"0"0,24 0,48 0,-1 0,48 0,48 0,0 0,47 0,-47 0,-25 0,1 0,0 0,0 0,-24 0,0 0,-24 0,25 0,-1 0,0 0,0 24,0-24,24 0,-24 0,24 0,-48 0,0 0,48 0,-48 0,48 0,-48 0,1 0,46 0,-23 24,48-24,-24 0,-24 0,24 0,0 24,-48-24,48 24,-48-24,1 0,-1 0,0 0,24 0,0 0,-24 0,48 0,-47 0,46 0,-23 0,-47 0,71 0,-48 0,-24 24,1-24,-24 0,23 0,-23 0,23 0,0 0,1 0,-25 0,49 0,-49 0,25 0,-1 0,1 0,-25 0,1 0,-24 0,23 0,-47 0,24 0,0 0,0 0,23 0,-23 0,0 0,24 0,-48 0,23 0,-23 0,0-24</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12049 10358,'24'0,"-1"0,-23 0,24 0,48 0,-1 0,24 0,-23 0,23 0,-24 0,25 0,-1 0,48 0,-48 0,48 0,-48 0,0 0,48 0,-47 0,46-23,-46 23,-1 0,24 0,-48 0,25 0,-1 0,0-24,-23 24,23 0,-24 0,1 0,-1 0,24 0,1 0,-25 0,1-24,-1 24,0 0,1 0,-25 0,-23 0,0 0,24 0,-24 0,-1 0,25 0,0 0,-1 0,25 0,-1 0,72 0,-48 0,0 0,1 0,-25 0,1 0,-25 0,-23 0,24 24,-1-24,-23 0,24 24,23-24,-23 0,23 23,1-23,-25 0,49 0,-25 0,0 0,49 24,-49-24,-23 0,23 0,-23 0,-1 0,1 0,-1 24,25-24,-1 0,-23 0,-24 0,47 0,-47 0,24 0,-24 0,23 0,1 0,-1 0,1 0,0 0,-25 0,1 0,0 0,-24 0,24 0,0 0,-24 0,23 0,-23 0,24 0,0 0,0 0,0 0,0 0,-1 0,1 0,0 0,24 0,-25 0,1 0,0 0,-24 0,24 0,0 0,-24 24</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20216 10358,'72'24,"47"24,0-1,0-23,24 0,-48 24,24-24,-23-24,-1 23,24-23,-24 0,-24 0,25 24,-1-24,48 0,-48 0,-23 0,23 0,0 0,0 0,-23 0,-25 0,1 0,23-24,-23 24,24 0,23-23,-48 23,1 0,0-24,23 0,0 0,1 24,-24 0,-1-24,25 24,-1-24,1 1,-25 23,1 0,-24-24,23 0,-23 24,0 0,47-24,-47 24,0 0,47 0,-23 0,23-24,-47 1,48 23,-1 0,-47 0,0-24,23 24,-47 0,24 0,-24 0,24 0,0 0,0 0,-1 0,1 0,-24-24,24 24,-24 0,-71 0,-215 48</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2214 11359,'24'0,"24"0,23 0,0 0,72 0,24 0,-48 0,24 0,-24 0,24 0,-48 0,0 0,1 0,-25 0,-23 0,23 0,-23 0,-1 0,25 0,-1 0,1 0,-1 0,1 0,-1 0,1 0,23 0,-24 0,1 0,-1 0,0 0,1 0,23 0,-23 0,23 0,0 0,24 0,-47 0,23 0,-24 0,25 0,-1 0,-24 0,48 0,-23 0,-1 0,-24 0,24 0,-47 0,24 0,-25 0,1 0,-24 0,23 0,-23 0,-24 0,48 0,-24-24,-1 24,25-24,-24 24,0 0,47 0,-47 0,0 0,23 0,1 0,23-24,-23 24,23 0,1 0,-25-24,49 24,-49 0,25 0,-25 0,1 0,0 0,-1 0,1-24,-1 24,-23 0,24 0,-24 0,0 0,-1 0,1 0,0 0,47 0,-47 0,24 0,0 0,-25 0,1 0,0 0,-24 0</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12906 11335,'24'0,"23"-24,25 24,47 0,-24 0,72 0,47 0,-23 0,23 0,-47 0,-48 0,-24 0,-24 0,-47 0,-24 0,24 0,0 0,23 0,25 0,23 0,-23 0,23 0,0 0,-23 0,23 0,-24-24,1 24,-1 0,1 0,-49 0,25 0,0 0,-1 0,1 0,23 0,-23 0,47 0,-23 0,23 0,0 0,0 0,1 0,-25 0,1 0,-25 0,25 0,-25 0,25 0,-1 0,24 0,24 0,-23 0,23 0,24 0,-1 0,-23 0,-47 0,-24 0,-1 0,-47 0,24 0,0 0,0 0,47 0,-47 0,0 0,23 0,1 0,-24 0,0 0,-1 0,1 0,0 0,-24 0,24 0,-24 0,47 0,-23 0,0 0,24 0,-1 0,-23 24,24-24,-1 0,-47 0,0 0,-71 24,-96 23,-118-47</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19954 11311,'48'0,"24"0,47 0,71-48,24 48,1-24,47 24,23 0,25 0,-96-23,48 23,-24 0,-47-24,-48 24,-24 0,-24 0,-24 0,25 0,-1 0,-24 0,25 0,-1 0,-24 0,48 0,0 0,-23 0,23 0,24 0,-48 0,0 0,24 0,-24 0,1 0,-25-24,1 24,-1 0,1 0,23 0,-24 0,1 0,-1 0,0 0,-23 0,0 0,23 0,1 0,-49 0,1 0,24 0,0 0,-25 0,25 0,0 0,-1 0,-23 0,0 0,47 0,-47 0,0 0,0 0,-24 0,47 0,-23 0,0 24,24-24,-25 0,-23 0,24 0</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19359 6025,'0'0,"0"0,24 0,0 0,47 0,25 23,-1-23,0 0,48 24,0-24,-48 24,48-24,24 24,-1-24,-23 0,24 0,0 0,-1 0,1 0,0 0,-1 0,-47 0,24 0,-48-24,24 24,-23-24,-1 24,-24 0,1 0,-1 0,1-24,-25 1,1 23,23-24,-47 24,0 0,24 0,-48 0,23 0,25-24,0 24,-24-24,23 24,-23 0,24 0,-25 0,49 0,-1 0,1 0,-1 0,1 0,23 0,-24 0,1 0,-1 0,1 0,-25 0,25 0,-25 0,-23 0,24 0,-1 0,-23 0,-24 0,48 0,-48 0,24 0,-24 0,47 0,-47 0,24 0</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9239 8168,'0'0,"24"0,-1 0,1 0,24-24,23 24,1 0,47 0,24 0,47-24,1 24,-1 0,120 0,-96 0,48 0,0 0,0 0,-72 0,-23 0,0 0,-1 0,-23 0,0 0,24 0,-48 0,24 0,0 0,0 0,-24 0,47 0,-70 0,-1 0,0 0,0 0,24 0,-23 0,-25 0,1 0,-25 0,1 0,23 0,-23 0,-1 0,1 0,0 0,-24 0,23 0,1 0,-1-24,1 24,0 0,23 0,1 0,-1 0,-23 0,47-24,-24 24,-47 0,0 0,0 0,0 0,-1 0,1 0,-24 0,48 0,-1 0,1 0,-24 0,47 0,25-23,-25 23,-23 0,23 0,-23 0,-1 0,1 0,0 0,-1 0,1 0,-1 0,1 0,-48 0,24 0,-24 0,24 0,0 0,-24 0,23 0,-23 0,24-24,0 24,0 0,0 0,-1 0,25 0,0 0,-48 0,23 0,1 0</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7215 9239,'0'0,"0"-24,24 24,-1 0,-23 0,24 0,-24 0,24 0,-24 0,48 0,-24 0,23-23,48 23,-23 0,-1 0,48 0,0 0,24 0,-24 0,24 0,24 0,-48-24,-48 24,25 0,-1 0,-47 0,23 0,0 0,1 0,23 0,0 0,24-24,0 24,-23 0,23 0,0 0,-24 0,24 0,-24 0,-23 0,23 0,0 0,-47 0,47 0,-23 0,-25 0,1 0,-1 0,1 0,24 0,-1 0,-23 0,23 0,1 0,47 0,-48 0,0 0,25 0,-25 0,24 0,1 0,-25 0,24 0,-23 0,-1 0,1 0,-1 0,0 0,-23 0,24 0,-1 0,-23 0,-1 0,1 0,0 0,23 0,-23 0,23 0,0 0,25 0,-49 0,49 0,-1 0,24 0,-24 0,-23 0,23 0,-24 0,24 0,-47 0,24 0,-1 0,-23 0,23 0,-23 0,23 0,1 0,-49 0,49 0,-25 0,25 0,-25 0,-23 0,48 0,-25 0,1 0,-24 0,47 0,-23 0,0 0,-1 0,25 0,-25 0,25-24,-25 24,-23 0,0 0,0 0,-1 0,1 0,-24 0,24 0,0 0,-24 0,24-24,23 24,-47 0,48 0,-48 0,24 0,-24 0,47 0,-23 0,-24 0,48 0,-24 0,0 0,-1 0,25 0,-24 0,0 0,-1 0,1 0,-24 0,24 0,-24 0,24 0,0 0,-24 0,23 0,1 0,0 0,0 0,0 0,-1 0,1 0,0 0,0 0,-24 0,24 0,-24 0,24 0,-1 0,-23-23,0 23,24 0,-24 0,24 0,0 0,-24 0,24 0,-24 0</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19550 9168,'0'0,"24"0,23 0,72 0,24 0,24 0,-1 0,49 0,-25 0,-23 0,-72 0,0-24,25 24,-97 0,25 0,-24 0,47 0,-71 0,48 0,23 0,-23 0,47-24,-23 24,23-24,-24 24,25 0,-25-23,0 23,-23 0,23 0,-23 0,-24-24,23 24,-47 0,24-24,-24 24</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762 11120,'0'0,"0"0,23 0,-23 0,24 0,24 0,23 0,25 0,70 0,1 0,47 0,48 0,-24 0,48 0,0 0,0 0,23 24,-47 0,-71-24,-1 24,-95-24,48 0,-48 0,25 24,-49-24,-23 0,-1 0,25 0,-1 0,-23 0,23 0,-47 0,0 0,-24 0,24 0,-24 0,0 0,23 0,-23 0,48 0,-24 0,0-24,-1 24,25 0,-24 0,24 0</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5497 8156,'0'0,"39"0,-39 0,20 0,20 0,-40 0,20 0,0 0,19 0,1 0,-20 0,0 0,0 0,-20 0,19 0,1 0,0 0,0 0,0 0,59 0,-59 0,20 0,-21 0,-19 0,20 0,-20 0,20 0,0 0,-20 0</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5292" units="cm"/>
      <inkml:brushProperty name="height" value="0.05292" units="cm"/>
      <inkml:brushProperty name="color" value="#ff0000"/>
    </inkml:brush>
  </inkml:definitions>
  <inkml:trace contextRef="#ctx0" brushRef="#br0">6072 11263,'0'0,"47"0,-47 0,24 0,0 0,0 0,23 24,-23 0,48-24,-1 0,48 0,-23 0,-25 0,0 24,25-24,-49 0,-23 24,0-24,47 0,-71 0,24 0,-24 0,24 0,0 0,-24 0,24 0,-24 0,47 0,1 0,-1 0,25 0,-48 23,0-23,-24 0,23 0,1 0,-24 0,24 0,24 0,-1 0,-23 0,0 0,-24 0,24 0,-1 0,1 0,24 0,-1 0,25 0,23 0,-23 0,23 0,0 0,-47 0,-1 0,-47 0,24 0</inkml:trace>
  <inkml:trace contextRef="#ctx0" brushRef="#br0">10525 11144,'24'0,"47"0,-23 0,23 0,48 0,-71 0,23 0,1 0,-25 0,-23 0,0 0,0 0,0 0,23 0,1 0,-1 0,-47 0,24 0,0 0,0 0,-24 0,24 0,-1 0,25 0,0 0,-25 0,49 0,-48 0,47 0,-47 0,47 0,1 0,23 0,-23 0,-49 0,-23 0,48 0,-24 0,0 0,-24 0</inkml:trace>
  <inkml:trace contextRef="#ctx0" brushRef="#br0">6000 12168,'0'0,"24"0,0 0,0 0,23 0,1 0,23 24,-47-24,48 0,-1 24,24-24,1 47,-49-47,1 0,0 0,-25 0,-23 0,24 0,24 0,-24 0,-1 0,1 0,0 0,0 0,23 0,-23 0,24 0,-24 0,-24 0,47 0,-47 0,24 0,-24 0,48 0,-48 0,24 0,23 0,1 0,0 0,-25 0,73 0,-49 0,-47 0,24 0,-24 0,48 0,-48 0,23 0,25 0,-24 0,0 0,23-23,-47 23,24 0,0 0,0 0,-24 0,47-24,-47 24,24 0,-24 0,48 0,-24 0,-1-24,-23 24,24 0,0 0</inkml:trace>
  <inkml:trace contextRef="#ctx0" brushRef="#br0">16716 12121,'48'0,"94"0,-46 0,-25 0,1 0,-1 0,-23 0,-48 0,24 0,-24 0,47 0,-47 0,24 0,24 0,-48 0,23 0,1 0,-24 0,24 0,-24 0,24 0,23 0,-23 0,48 0,-1 0,48 23,-71-23,23 0,-71 0,48 0,-48 0,24 0,-24 0,47 0,-23 0,24 0,-24 0,71 0,-71 0,23 0,-23 0,24 0,-1 0,1 0,23 0,48 0,24 0,72 0,-49 0,49 0,-72 0,-24 0,-72 0,-47 0,24 0,0 0,0 0,-1 0,120 0,0 0,-24 0,119 0,24 0,-95 0,24 0,-49 0,-70 0,-1 0,-71 0,24 0,-24 0,48 0,-1 0,25 0,47 0,48 0,-1 0,-71 0,-23 0,-48 0,-24 0,23 0,1 0,0 0,-24 0,48 0,-1 0,1 0,71 0,-47 0,23 0,-71 0,47 0,24 0,-47 0,23 0,-23 0,-24 0,47 0,1 0,-49 0,-23 0,24 0,-24 0,24 0,0 0,-24 0,24 0,23 0,1 0,0 0,-1 0,1 0,-1 0,-47 0,24 0,0 0,0 0,-24 0,24 0,-1 0,1 0,0 0,71 0,72 0,-24 0,-48 0,-23 0,-49 0,1 0,0 0,0 0</inkml:trace>
  <inkml:trace contextRef="#ctx0" brushRef="#br0">5786 13168,'0'0,"0"0,48 0,-1 0,1 0,-24 0,47 0,48 0,48 0,0 0,-1 0,25 0,-48 0,0 24,-72-24,-23 0,-48 0,23 0,1 0,0 0,24 0,47 0,-24 0,-23 0,23 0,1 0,-72 0,24 0,-1 0,1 0,-24 0,24 0,0 0,0 0,47 0,-23 0,-1 0,-47 0</inkml:trace>
  <inkml:trace contextRef="#ctx0" brushRef="#br0">10096 13073,'48'0,"-48"0,95 0,0 0,-23 0,71 0,-24 0,-24 0,-24 24,-23-24,47 47,-71-47,24 0,-1 0,-23 0,-24 0,24 0,0 0,0 0,-1 0,1 0,24 0,-1 0,-47 0,24 0,-24 0,48 0,-48 0,24 0,23 0,-47 0,24 0,0 0,0 0,-24 0,23 0,1 0,-24-23,24 23,0-24,0 24</inkml:trace>
  <inkml:trace contextRef="#ctx0" brushRef="#br0">8120 13311,'0'0,"47"0,1-24,47 24,96-23,-48-25,-1 48,-46-24,-25 24,-23 0,-48 0,24 0,-24 0,23 0,1-24,-24 24,24 0,-24 0,24 0,0 0,23 0,25 0,-49 0,49 0,-1 0,-23 0,23 0,1 0,-1 0,-47 0,-24 0,24 0,0 0,0 0,23 0,-47 0,24 0,47 0,-71 0,24 0,0 0</inkml:trace>
  <inkml:trace contextRef="#ctx0" brushRef="#br0">7096 14311,'0'0,"47"0,25 0,-48 0,71 0,-24 24,72-24,-71 0,23 0,-71 0,-1 0,25 0,-48 0,48 0,-24 0,47 0,24 24,48-24,95 0,-119 0,119 48,1-25,-49 25,1-24,-49-24,-46 0,-49 0,1 0,-48 0,24 0,0 0,-1 0,-23 0,24 0,24 0,-1 0,1 0,23 0,1 0,-1 0,1 0,-1 0,1 0,71 0,-72 0,0 0,-71 0,24 0,0 0,0 0,47 0,25 0,23 0,24 0,23-48,1 24,-24 24,-72 0,1-23,-25 23,1-24,-24 24,47-24,-47 24,-24 0,24 0,0-24,-1 24,25 0,-24 0,47 0,1-24,-25 24,25-47,-72 47,47 0,-23 0,-24 0,24 0,0 0,23-24,-47 24,96-24,-1 24,48-48,-119 48,47 0,0 0,-23-23,-48 23,24 0,0 0,0-24,-24 24,47-24,1 24,-48 0,47 0,-23 0,0 0,-24-24,24 24,-24 0,48 0,-1 0,-23 0,71 0,0 0,120 0,-96 0,24 0,-24 0,24 0,-143 0,71 0,-47 0,-24 0,24 0,-1 0,1 0,-24 0,48 0,0 0,-48 0,23 0,1 0,0 0,-24 0,24 0,23 0,25 0,23 0,-71 0,24 0,-25 0</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1166 5763,'0'0,"0"0,24 0,0 0,24 0,23 0,1-24,23 24,0 0,24-24,0 0,24 24,-48 0,72-24,0 24,-24 0,23 0,-23 0,0-23,0 23,-24 0,-24 0,24 0,0 0,-47 0,23 0,-24 0,48-24,-23 24,-1 0,24-24,0 24,24 0,-48 0,24 0,24-24,-48 24,-23 0,71 0,-72 0,24 0,1 0,-1 0,0 0,24 0,-23 0,-1 0,0 0,-24 0,48 0,-47 0,-24 0,-48 0,23 0</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7453 3429,'0'0,"0"0,71 0,48 0,0 0,48 0,0 0,0 0,-96 0,24 0,-23 0,23 0,-47 0,47 24,-24-24,1 0,-1 0,24 0,1 0,46 0,-70 0,23 0,0 24,-47-24,24 0,-25 0,1 0,-24 0,-1 0,-23 0,24 0,0 0,-24 0,24 0,0 0,-1 0,25 0,0 0,-1 0,1 0,0 0,23 0,0 0,1 0,-24 0,23 0,-23 0,-1 0,1 0,23 0,-47 0,0 23,0-23,-24 0,47 0,-47 0,24 0,24 0,-48 0,47 0,-23 0,-24 0,24 0</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7953 9001,'0'0,"48"0,-1 0,25 0,-1 0,1 0,23 0,-24 0,24 0,1 0,23 0,-48 0,25 0,-25 0,-23 0,-25 0,25 0,-48 0,24 0,0 0,-1 0,1 0,0 0,24 0,23 0,-47 0,24 0,47 0,-48 0,25 0,-1 0,25 0,-49 0,1 0,-24 0,23 0,1 0,-24 0,-1 0,25 0,0 0,-24 0,23 0,-23 0,-24 0,48 0,-25 24,1-24,24 0,0 0,-1 24,25-24,-1 0,0 0,1 24,-1-24,1 0,-1 0,-23 0,-24 23,23-23,-23 0,0 0,0 0,0 24,-1-24,1 0,0 0,0 0,0 0,-1 0,1 0,0 0,-24 0,24 0,0 0,-1 0,1 0,0 0,0 0,-24 0,47 0,-47 0,24 0,48 0,-25 0,49 0,-1 0,-47 0,23 0,0 0,-47 0,-24 0,24 0</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3357 12430,'24'0,"0"0,-24 0,24 0,-24 0,23 0,1 0,0 0,-24-24,24 24,0-24,0 24,-1 0,25 0,-24 0,23 0,-23 0,0 0,24 0,-1 0,-23 0,24 0,-1 0,-23 0,48 0,-49 0,49 0,-25 0,25 0,23 0,0 0,-23 0,-25 0,49 0,-25 0,-47 0,24 0,-25 0,1 0,0 0,-24 0,24 0,0 0,-1 0,25 0,0 0,-1 0,1 0,23 0,-47 0,48-23,-25 23,1 0,-24 0,-24 0,23 0,25 0,-48 0,24 0,0 0,23 0,-47 0,24 0,-24 0,24 0,-24 0,24 0,0 0,-24 0,23 0,-23 0,24-24,0 24,0 0,-24 0,24 0,0 0,-24 0,23 0,1 0,-24 0,24 0,0 0,-24 0,24 0,-24 0,23 0,1 0,-24 0</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14478 12549,'0'0,"0"0,23 0,1 0,71-24,1 24,-1-23,48 23,0-24,23 0,1 0,-48 24,24-24,0 24,-48-24,48 24,-48-23,48 23,-48-24,-23 0,47 0,-48 24,-47 0,24-24,23 24,-71 0,24 0,0 0,0 0,-24-23,23 23,1 0,0 0,24 0,-24 0,-1 0,25 0,-24 0,0 0,-1 0,1 0,0 0,24 0,-1 0,1 0,0 0,-1 0,1 0,-24 0,23 0,1 0,-48 0,24-24,23 24,1 0,-24 0,23 0,1 0,-24 0,23 0,1 0,24-24,-1 24,0 0,1 0,-1 0,24 0,-47 0,0 0,-24 0,-1 0,1 0,0 0,0 0,-24-24,24 24,-24 0,23-24,1 24,0 0,-24 0,24 0,0 0,0 0,-24 0,23 0,1 0,-24-23</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1238 13597,'24'0,"-24"0,0-24,24 24,-1 0,-23-24,24 24,0 0,0 0,23 0,25 0,23 0,-24 0,1 0,-1 0,25 0,-25 0,-23 0,-1 0,49 0,-1 0,0 0,0 0,1 0,-25 0,0 0,1 0,-1 0,-23 24,0-24,23 0,-23 0,23 24,0-24,1 0,-48 0,0 24,23-24,1 0,-24 0,23 0,-23 0,24 24,-1-24,1 0,0 0,-1 23,-23-23,47 0,-47 0,24 0,-24 0,-24 0,23 0,-23 0,24 0,0 0,-24 0,24 0,-24 0,24 0,0 0,23 0</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5286 13645,'24'-24,"-24"24,24 0,-24 0,23 0,1-24,-24 24,24 0,0-24,0 24,-1 0,25 0,0 0,23-24,48 24,-23 0,-25 0,0 0,1 0,-25 0,1 0,23-24,-47 24,24 0,-24 0,0 0,23 0,-23 0,0-23,0 23,-1 0,1 0,0 0,24 0,-24 0,-1 0,25 0,-24 0,0 0,23 0,-23 0,0 0,23 0,-23 0,24 0,-24 0,23 0,1 0,0 0,-1 0,-23 0,24 0,-25 0,1 0,0 0</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17240 12359,'-48'0,"-47"0,24 0,-25 0,-47 0,48 0,24 0,-24 0,23 23,1-23,47 0,0 0,0 0,0 0,-23 0,-1 0,-47 0,-24 0,24 0,-48 0,47 0,25 0,23 0,-23 0,47 0,0 0,24 0,-24 0,24 0,-23 0,-25-23,0 23,25 0,-25-24,24 24,-23 0,-1 0,24 0,0 0,24 0,-23 0,23 0,-24 0,24 0,0 0,-24 0,0 0,0 0,24 0,-24 0</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1071 13740,'0'-24,"48"24,-48 0,24 0,-24 0,23 0,1-24,0 24,-24 0,24 0,24-24,-25 24,1 0,0 0,0 0,47 0,-23-23,-1 23,1 0,0-24,47 24,-47 0,-1 0,1 0,-1-24,25 24,-48 0,0 0,-1 0,1 0,0 0,24 0,-25 0,25 0,-24 0,47 0,-47 0,0 0,23 0,1 0,-24 0,24 0,-1 0,-23 0,24 0,-1 0,1 0,0 0,-25 0,25 0,0 0,-25 0,1 0,24 0,23 0,-47 0,24 0,-1 0,1 0,23 0,-23 0,0 0,-25 0,25 0,-24 0,0 0,0 0</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10668 8334,'0'0,"47"0,25 0,-1 0,-23 0,23 0,1 0,-1 0,1 0,-1 0,0 0,-23 0,0 0,-1 0,-23 0,0 0,0 0,-1 0,1 0,0 0,24 0,-1 0,-47 0,48 0,0 0,-1 0,1 0,-24 0,23 0,1 0,-24 0,0 0,-24 0,23 0,-23 0,24 0,0 0,-24 0,24 0,-24 0,47 0,25 0,-25 0,25 0,-1 24,25-24,-1 24,-24-24,-23 0,0 0,-1 0,-23 0,0 0,0 0,-1 0,-23 0,24 0,0 0,0 0,-24 0,47 0,-23 0,0 0,-24 0,24 0,0 0,0 0,-24 0</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13882 8572,'0'0,"0"0,48 0,23 0,25 0,-1 0,48 0,-48 0,72 0,-24 0,23 0,-23 0,-48 0,48 0,-71 0,-25 0,1 0,-24 0,23 0,1 0,-24 0,23 0,-23 0,24 0,0 0,23 0,0-23,1 23,23 0,-24 0,1 0,-1 0,1 0,-1 0,1 0,-1 0,1 0,-1 0,0 0,1 0,-1 0,-23 0,-24 0,23 0,1 0,-24 0,0 0,-1 0,1 0,0 0,24 0,-24 0,23-24,1 24,-1 0,25 0,-48 0,23 0,1 0,-1 0,-23 0,24 0,23 0,-23 0,47 0,-23-24,23 24,-24 0,1 0,-1 0,-23 0,-24 0,23 0,1 0,-24 0,0 0,-1 0,25 0,-24 0,0 0,-24 0,23 0</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4762 5739,'48'0,"-1"0,25 0,23 0,-23 0,23 0,-24 0,-23 0,23 0,-71 0,24 0,0 0,-24 0,24 0,-24 0,23 0,1 0,0 0,-24 0,48 0,-24 0,-24 0,47 0,1 0,23 0,25 0,23 0,0 0,-48 0,0 0,-23-24,-24 24,24 0,-48 0,47 0,-23 0,0-24,23 24,73-24,-73 24,1 0,-1-23,1 23,-24 0,-24 0,24 0,-1 0,1 0,-24 0,24 0,0 0,23 0,-47 0,24 0,24 0,-24 0,0 0,23 0,1 0,-48 0,24 0,-1 0,1 0,-24 0,24 0,0 0,0 0,0 0,-1 0,1 0</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7762 7810,'0'0,"0"0,48 0,0 0,23 0,-47 0,47 0,-23 0,0 0,47 0,-24 0,1 0,-25 0,49 0,-25 0,1 0,-1 0,-47 0,47 0,-23 0,0 0,-25 0,25 0,47 0,-47 0,-1 0,25 0,-25 0,1 0,0-23,-1 23,-23 0,48-24,-1 24,-71 0,24-24,-24 24,48 0,-48 0,23 0,25 0,-48 0,24 0,0 0,-1-24,-23 24,24 0,0 0,24 0,-1 0,1 0,23 0,-47 0,48 0,-49 0,-23 0,24 0,0 0,-24 0,24 0,0 0,-1-24,1 24,0 0</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11358 3834,'0'0,"24"0,24 0,-48 0,23 0,1-24,0 24,-24 0,48 0,-1 0,1 0,0 0,47 0,72 0,23 0,0 0,-23 0,-72 0,1 0,-49 0,-47 0,24 0,-24 0,48 0,-1 0,1 0,23 0,-23 0,23 0,-23 0,0 0,-1 0,1 0,0 0,23 0,-23 0,-24 0,23-24,-23 24,0 0,0 0,-24 0,23 0,25-24,-48 24,24 0,23 0,-23-23,24 23,-1 0,25 0,-24 0,-25 0,49-48,-48 48,47 0,-47-24,47 24,1-24,-48 24,-1 0,25 0,23-47,-47 47,48 0,-49 0,49-24,-48 24,0-24,-24 24,23 0,-23 0,48 0,-24 0,0 0</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18573 9811,'0'0,"0"0,48 0,0 0,23 0,1 0,-25 0,48 0,-23 0,-25 0,1 0,-48 0,48 0,-48 0,23 0,-23 0,48 0,-48 0,24 0,-24 0,48 0,-1 0,25 0,23 0,-24 0,1 0,-25 0,1 0,-24 0,-24 0,47 0,-47 0,24 0,24 0,-48 0,24 0,-24 0,47 0,-23 0,0 0,0 0,-24 0,24 0,-1 0,25 0,47 0,-23 0,-25 0,25 0,-25 0,49 0,-49 0,25 0,-72 0,47 0,-23 0,48 0,-49 0,1 0,0 0,-24 0,24 0,0-24,-1 24,-23 0,24 0,0 0,-24 0</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3738 10835,'0'0,"24"0,24 0,-48-24,47 24,-47 0,24 0,24 0,-1 0,1 0,-24 0,47 0,1 0,-49 0,25 0,-24 0,0 0,0 0,-1 0,-23 0,24 0,0 0,0 0,-24 0,24 0,-1 0,1 0,0 0,24 0,-25 0,-23 0,48 0,-24 0,-24 0,47 0,-47 0,24 0,-24 0,48 0,-24 0,-24 0,47 0,25 0,-25 0,1 0,0 0,47 0,72 0,-1 0,25 0,-48 0,-72 0,-71 0,24 0,0 0,23 0,-23 0,48 0,23 0,48 0,-72 0,1 0,-72 0,23 0,-23 0,24 0,0 0,0 0,24 0,47 0,-24 0,120 0,-48 0,-72 0,0 0,25 0,-25 0,1 0,-49 0,-23 0,24 0,0 0,71 0,0 0,48 0,-119 0,24 0</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18264 11906,'0'0,"24"-24,-24 24,23 0,1 0,0 0,-24 0,24 0,0 0,-1 0</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15764 16002,'0'0,"23"0,1-24,0 24,-24 0,48-24,-1 1,25 23,23-24,48 24,-24 0,24-24,23-48,49 72,-1 0,-23 0,23 0,48 0,-72 0,25 0,23 0,-48 0,48 0,-47 0,-25 0,1 0,-72 0,72 0,-48 0,24 0,-24 0,0 0,-24 0,1 0,-1 0,72 0,-72 0,-24 0,1 0,-72 0,24 0,-1 0,1 0</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2810 16788,'23'0,"1"0,-24 0,24 0,-24 0,48 0,-48-24,23 24,-23 0,24 0,24 0,-48 0,71-24,-47 24,47-24,1 24,-24-23,71 23,24-24,23-24,1 48,0-24,-25 0,49 24,-24-23,47 23,-95 0,-119 0,48 0,-48 0,23 0,-23 0,72 0,23 0,0 0,-47 0,71 0,-48 0,25 0,23 0,-24 0,-23 0,-1 0,-23 0,-48 0</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5357 5929,'24'-24,"0"24,47 0,72 24,24 0,24 0,23 24,24-1,48 48,-24-71,-24-24,-48 48,25-1,-144-47,-23 0,-48 0,47 0,1 0,-48 0,48 0,-25 0,1 0,48 0,-1 0,-71 0,24 0</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12525 4405,'24'0,"0"0,-1 0,-23 0,24 0,0 0,24 0,23 0,1 0,23 0,-24 48,1-48,47 0,-48 24,24-24,1 0,47 24,-48-24,0 0,24 0,-24 0,-23 0,-1 0,1 0,23 0,-47 0,71 47,-48-47,24 24,-47-24,0 0,-1 0,-23 24,0-24,0 0,-1 0,25 0,0 47,-1-47,-23 0,48 0,-49 0,25 0,-24 0,0 0,-1 0,1 0,0 0,0 0,0 0,-1 0,1 0,0 0,0 0,-24 0,24 0,0 0,-1 0,-23 0,24 0,0 0,0 0,-24 0,47 0,-23 0,-24 0,48 0</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9906 5572,'0'0,"0"0,47-24,25 24,-49 0,1 0,24-24,23 24,-23 0,0 0,-1 0,25 0,47-47,-48 23,1 24,-25 0,25 0,-1 0,-23 0,-1-24,-23 24,0 0,24 0,-48 0,47 0,-23 0,24 0,-48 0,24 0,-1 0,1 0,-24 0,24 0,0 0,0 0,-24 0,23 0,25 0,-48 0,24 0,0 0,-1 0,-23 0,24 0,0 0,0 0,0 0,-1 0,25 0,-24 0,24 0,-25 0,25 0,-48 0,24 0</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5453 8525,'0'0,"0"0,23 0,-23 0,24 0,48 0,-1 0,1 0,23 0,24 0,0 0,0 0,-24 0,72 0,-96 0,1 0,-1 24,1-1,-48-23,-1 0,1 0,0 0,0 0,47 0,-23 0,-1 0,25 0,23 0,-23 0,47 0,-48 0,24 0,-47 0,47 0,-23 0,-25 0,1 0,23 0,-47 0,24 0,-24 0,23 0,-47 0,24 0,48 0,-72 0,47 0,-23 0,-24 0,24 0,0 0,-1 0,-23 0,48 0,-24 0,-24 0,24 0,-1 0,1 0,-24 0,24 0,0 0,23 24,25-24,-48 24,0-24,-24 0</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13882 11597,'24'-24,"0"24,0 0,0-24,-1 24,1 0,0 0,0-24,0 24,-24 0,71-24,-47 1,24 23,-1 0,1-24,-24 24,47-24,24-24,-47 25,47-1,24 0,-24 0,48-24,0 1,24 23,-24 0,-48 0,0-23,-47 47,-48-24,48 24,-25 0,-23 0,24 0,0-24,24 24,-48 0,47 0,-23 0,0-24,0 24,23 0,1 0,-1-23,1 23,0 0,23 0,-23 0,-1 0,1 0,0 0,-1 0,-23 0,24 0,-1 0,25 0,-25 0,1 0,0 23,-25-23,49 24,-48 0,0 0,23 0,-23-1,24-23,-48 24,23-24,25 24,0 24,23 23,1-23,47 47,-72-47,25-1,-49 1,1-48,-24 0</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17597 13073,'0'0,"71"0,-47 0,48 0,-48 0,47 0,-23 0,-1 0,1 0,-24 0,0 0,-1 0,1 0,-24 0,48 0,-48 0,24 0,47 0,-47 24,47-24,-47 0,47 0,49 47,-97-23,1-24,-24 0,24 0,0 0,0 0,23 24,-23-24,24 24,47 0,-71 0,0-24,-24 0</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2524 13835,'0'0,"47"0,-23 0,-24 0,48 0,-1 0,1 0,-24 0,24 0,23 0,-23 0,23 0,24 0,24 0,-47 0,23 0,24 0,0 0,-24 0,48 24,-48 0,-23-1,-24-23,-1 0,48 0,-71 24,72-24,-1 0,0 0,-24 0,48 0,-23 24,23-24,-48 0,25 0,-73 48,25-48,0 0,-1 0,25 0,-25 0,25 0,-1 0,1 0,-1 0,0 0,-71 0,48 0,0 0,-1 0,-47 0,48 0,-24 0,0 0,-1 0,1 0,0 0,-24 0,24 0,23 0,-47 0,48 0,-24 0,-24 0</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8453 8977,'-48'0,"48"24,-23-24,23 0,-24 0,0 0,24 0,-24 0,0 0,1 0,23 0,-48 0,24 0,-23 0,23 0,0 0,-24 0,24 0,-23 0,47 0,-24 0,-24 0,25 0,-49 0,48 0,-23 0,23 0,-48 0,49 0,-25-24,24 24,24 0,-47 0,47 0,-24 0,-71-47,95 47,-48 0,0 0,1 0,23 0,0 0</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2643 4834,'24'0,"-24"0,47 0,-47 0,24 0,-24 0,72 0,-25 0,1 0,47 0,72 0,-120 0,25 0,-72 0,24 0,-1 0,25-24,23 24,25 0,-49-24,72 0,-71 24,23 0,-47-23,48 23,-25 0,1 0,47 0,-23 0,23 0,-24 0,25 0,-49 0,25 0,-25 0,1 0,-48 0,47 0,-23 0</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17288 4000,'47'-23,"1"-1,47 0,24-47,-24 47,48 0,0 0,0-47,47 23,49 48,-97-48,25 25,-24-1,-24 24,-71 0,23 0,-47 0,24 0,-25 0,25 0,-24 0,0 0,23 0,-23 0,24 0,-24 0,-24 0,23 0,1 0,0 0,-24 0,24 0</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18621 4977,'24'0,"0"0,47 0,-47-24,24 24,-25 0,49-24,-48 24,23 0,25 0,-49 0,1 0,24 0,23 0,-47 0,0 0,0 0,23 0,25 0,-48 0,71 0,-24 0,1 0,23 0,24 24,-24 24,1-25,-49-23,48 0,-23 0,23 0,0 0,1 0,46 0,25 0,-48 0,24 0,0 0,-48 0,-23 0,-1 0,-23 0,-1 0,25 0,47 0,-71 0,23 0,-23 0,23 0,-47 0,47 0,-71 0,24 0,-24 0,48 0,-25 0,-23 0,48 0,-24 0,0 0,0 0,-24 0,23 0,1 0,24 0,-48 0,47 0,-23 0,-24 0,24 0,24 0,-48 0,24 0</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7358 5596,'0'0,"47"0,-47 0,48 0,0 0,-48 0,71 0,-23 0,23 0,0 0,1 0,-24 0,23 0,0 0,-47 0,48 0,23 0,-47 24,-25-24,25 0,23 24,-71-24,48 0,-24 0,71 23,-47-23,-1 24,25-24,-1 0,1 24,23 0,-24 0,1-24,-1 23,-47-23,24 24,-25-24,25 24,-24-24,47 0,-23 24,47-24,-23 0,71 24,-72 23,24-47,24 24,-47-24,-1 24,-47-24,24 0,23 0,-47 0,0 0,47 0,-23 24,-1 0,-23-24,48 0,-1 23,-47-23,23 0,1 0,24 0,-72 0,47 0,-23 0,0 0,0 0,-1 0,1 0,0 0,24 0,-48 0,47 0,25 0,-25 0,72 0,-71 0,23 0,-47 0,48 0,-25 0,1 0,-24 0,23 0,1 0,0 0,23 0,24 0,1 0,46 0,-22 0,22 0,25 0,-48 0,-24 0,-23 0,-1 0,-23 0,-24 0,47 0,1 0,23 0,24 0,-24-23,24-1,-95 24,47-24,1 24,-1-24,-47 24,48 0,-49-24,49 24,-24 0,-1-24,-23 24,47 0,1-23,-25 23,25 0,23-24,-23 24,-49-24,25 24,0-24,-1 24,-23 0,24-24,-24 24,-1 0,1-23,0 23,0 0,-24 0,47 0,-23-24,-24 24,48 0,-48 0,24 0,47 0,-47 0,0 0,23 0,1 0,-24-24,23 24,-23 0,0 0</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4334 6477,'0'0,"0"0,23 0,25 0,-48 0,48-24,-48 0,47 24,25 0,-1 0,-23-23,23 23,1-24,-49 24,1 0,0 0,0 0,23-24,-23 24,0 0,24 0,-24 0,23 0,-23 0,0-24,0 0,-1 24,49 0,-48 0,47 0,0 0,1 0,23 0,-47 0,47 0,-47 0,-24 0,23 0,-23 0,-24 0,24 0,0 0,-1 0,1 0,24 0,-1 0,1 0,23 0,-47 0,24 0,-24 0,-24 0,24 0,-1 0,1 0,0 0,0 0,0 0,-1 0,25 0,-24 0,0 0,0 0,-24 0,23 0,25 0,-24 0,23 0,25 0,-25 0,-47 0,48 0,23 0,-23 0,24 0,23 0,-71 0,23 0,-23 0,0 0</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8286 8334,'48'0,"23"0,-23-23,23 23,72-48,-47 48,70 0,-47 0,24 0,-48 0,48 0,-47-24,-1 24,-24 0,25 0,-1 0,0 0,-24 0,25 0,-25 0,48 0,24 0,-48 0,24 0,48 0,-24 0,-24 0,0 0,-24 0,-23 0,23 0,-47 0,-1 0,25 0,-1 0,-23 0,-24 0,47 0,-23 0,-1 0,1 0,0 0,23 0,-23-24,23 24,0 0,1-47,-48 47,23 0,-23 0,24-24,-24 24,-24 0,47 0,1-24</inkml:trace>
</inkml:ink>
</file>

<file path=ppt/ink/ink2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11930 10739,'47'0,"1"0,71 0,0 0,-48 0,25 0,-25 0,1 0,-25 0,25 0,-25 0,1 0,23 0,1 0,-1 0,1 0,-1 0,-23 0,-24 0,-1 0,1 0,-24 0,24 0,24 0,-25 0,49 0,-1 24,1 0,-1-24,1 0,-1 48,-23-48,23 0,-47 0,24 0,-25 0,49 23,-25-23,1 0,0 24,-1-24,1 0,-48 0,48 0,-1 0,-47 0,24 0,0 0,23 24,1-24,-48 0,48 0,-1 0,-47 0,72 0,-25 0,25 24,-1-24,25 0,-73 0,1 0,24 0,-48 0,24 0,-1 0,1 0,-24 0,48 0,-24 0,-24 0,47 0,-47 0,24 0,0 0,0 0,-1 0,25 0,-24 0,24 0,23 0,48 0,-47 0,23 0,-24 0,1 0,-1 0,0 0,-23 0,24 0,-25 0,1 0,-48 0,24 0,-1 0,1 0,0 0,24 0,23 0,-23 0,47 0,0 0,-23 0,-49 0,49 0,-1 0,-47 0,48 0,-49 0,49 0,-72 0,24 0,0 0,-1 0</inkml:trace>
</inkml:ink>
</file>

<file path=ppt/ink/ink2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19454 10620,'0'-47,"24"47,0 0,48 0,-25 0,1 0,-1 0,49 0,-49 0,72 0,-47 0,-1 0,1 0,-49 0,25 0,-24 0,0 0,23 0,1 0,23 0,1 0,-48 0,47 0,-23 0,-1 24,-47-24,48 0,-48 0,24 0,47 0,1 0,-49 0,25 0,-24 0,47 0,-71 0,24 0,-24 0,48 0,-48 0,24 0,-24 0,47 0,-23 0,24 0,-25 0,49 0,-25 0,1 0,24 0,-25 0,25 0,-49 0,25 0,-48 0,48 0,-1 0,1 0,0 0,-1 0,1 0,-24 0,-1 0,1 0,0 0,0 0</inkml:trace>
</inkml:ink>
</file>

<file path=ppt/ink/ink2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7858 8620,'24'48,"95"-48,-24 24,119 23,-47 1,23-48,49 47,-73-47,-47 24,0-24,-23 48,-49-48,1 24,-24-24,-1 0,1 0,24 0,-24 0,71 0,-24 0,25 23,-25-23,-23 48,47-48,0 0,0 0,1 24,-1-24,48 0,-48 0,-24 0,25 0,-25 0,1 0,-1 0,1 24,-1-24,0 47,-23-47,0 0,-1 0,1 0,-24 0,71 24,-47-24,-25 0,1 24,-24-24,0-24,48 0,-48-23,0 47,0-24,0 24,0-48,24 24,-24 1,0-1,0 24,0-48,0 24,0 1,0-1,0 0,0 0,0 24,0-47,-72 23,48 0,-23 24,23 0,24 0,-24-24,0 0,0 24,24 0,-23 0,-1-24,-24 1,24 23,1 0,-1 0,24 0,-48-24,48 0,-24 24,1 0,-25-24,24 24,0 0,-23 0,47-24,-24 1,-24 23,24 0,-47 0,23 0,1 0,47 0,-24 0,0 0,0 0,24 0,-71 0,71 0,-48 0,24 0,1 0,-25 0,24 0,-47 0,47 0,-24 0,48 0,-23 0,-1 0,0 0,-48 0,-70 0,22 0,-46 0,71 0,-48 0,47 0,73 0,-25 0,24 0,0 0,1 0,-25 0,0 0,-23 0,23 0,-23 0,-1 0,49 0,-1 0,0 0,0 0,-23 0,23 0,0 0,0 0,-24 0,48 0,-47 0,23 0,0 0,0 0,24 0,-23 0,23 0,-48 23,48-23,-24 0,0 0,0 0,24 0,-47 0,23 0,-24 0,1 24,23 0,0-24,0 0,24 0,-23 24,-1 0,24-24,-24 0,24 0,-24 23,24-23,0 0,24 0,0 0,0 0,-1 0,1 0,0 0,-24 0,24-23,0 23,-1 0,-23 0,24 0,0 0,0 0,-24 0,24 0,-1 0,1 0,-24 0,24 0,0 0,0 0,0 0,23 0,1 0,-1 0,-23 23,48 1,-1 0,1-24,-49 0,25 24,0 0,-1 0,-23-24,-24 0,24 0,-24 0,47 0,-23 0,24 0,-48 0,24 0,23 0,-23 0,-24 0,24 0,0 0,0 0,-24 0,23 0,1 0,0 0,0 0,24 0,-25 0,-23 23,24-23,24 0,23 0,1 0,-1 24,0-24,-23 0,0 0,-24 0,-1 0,-23 0,24 0,0 0,0 0,47 24,-47 0,48-24,-1 0,-47 0,47 0,-23 24,-1-24,-23 0,-24 0,24 0,0 0,0 0,23 0,1 0,0 0,-25 0,25 0,0 0,-48 23,23-23,1 0,0 0,0 0,0 0,47 0,-47 0,-24 0,48 0,-48 0</inkml:trace>
</inkml:ink>
</file>

<file path=ppt/ink/ink2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2714 2810,'24'0,"24"0,71-24,-48 24,1 0,-1-24,-47 24,47 0,-47 0,-24 0,48 0,-48 0,24 0,-24 0,47 0,-23 0,0 0,23 0,-47 0,48 0,-24 0,0 0,0 0,23 0,-47 0,48 0,-24 0,23 0,-47 0,24 0,47 0,-47 0,24 0,-24 0,23 0,-23 0,24 0,-24 0,-1 0,1 0,48 0,-49 0,1 0,0 0,0 0,0 0,-24 0,24 0,-1 0,1 0,-24 0,24 0,24 0,-48 0,23 0,1 0,0 0,71 0,-47 0,23 0,25 0,-1 0,0 0,-23 0,-1 0,-71 0,24 0,23 0,-23 0,71 0,-47 0,47 0,-23 0,23 0,-24 0,1 0,-48 0,23 0,1 0,0 0,-48 0,47 0,1 0,23 0,1 0,23 0,24 0,0 0,-24 0,-23 0,23 0,-47 0,-1 0,1 0,-24 0,-1 0,-23 0,24-24,0 24,0 0,-24 0,24 0,0 0,-24 0,23 0,1 0</inkml:trace>
</inkml:ink>
</file>

<file path=ppt/ink/ink2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7024 3905,'0'0,"0"0,0 0,48 0,-48 0,24 0,-24 0,47 0,-47 0,24 0,-24 0,48 0,-24 0,23 0,-23 0,24 0,-1 0,1 0,0 0,-1 0,1-47,-24 47,-1 0,1 0,0 0,24 0,-48 0,23 0,25 0,-48 0,48 0,-48 0,24 0,23 0,-47 0,24 0,-24 0,48 0,-1 0,25 0,-1 0,-23 0,23 0,-23 0,-1 0,-23 0,0 0,24 0,-25 0,1 0,-24 0,24 0,0 0,0 0,-24 0,24 0,-1 0,1 0,-24 0,48 0,-24 0,23 0,-47 0,24 0,48 0,-72 0,23 0,1 0,0 0,-24 0,48 0,-25 0,1 0,48 0,-25 0,1 0,23 0,-47 0,24 0,-24 0,71 0,-24 23,1-23,-48 0,71 24,-24-24,1 24,-49-24,1 0,24 0,-48 0,24 0,23 0,-47 0,24 0,-24 0,48 0,-1 0,1 0,-48 0,71 0,-47 0,-24 0,48 0,-48 0,24 0,-24 0,47 0,-23 0,-24 0,48 0,-1 0,1 0,-24 0,23 0,-47 0,24 0,-24 0,48 0,-48 0,24 0,-24 0,23 0,-23 0,24 0,0 0,-24 0</inkml:trace>
</inkml:ink>
</file>

<file path=ppt/ink/ink2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3143 3810,'0'0,"24"0,-24 0,47 0,-23 0,0 0,24 0,-25 0,25 0,-24 0,23 0,1 0,0 0,-1 0,25 0,-25 0,-23 0,24 0,-1 0,-23 0,-24 0,24 0,0 0,-24 0,24 0,-1 0,1 24,24-24,-48 0</inkml:trace>
</inkml:ink>
</file>

<file path=ppt/ink/ink2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13144 4977,'0'-24,"24"24,-24 0,24 0,0 0,-1 0,-23 0,24 0,24-24,-24 24,-24 0,23 0,1 0,0 0,-24 0,24 0,0 0,0 0,-24 0,47 0,-23 0,0 0,23-24,-23 24,48 0,-1 0,24 0,-47-23,-24 23,23 0,-47 0,24-24,0 24,0 0,23 0,-23 0,24 0,-24 0,47 0,-71 0,72 0,-72 0,47 0,1 0,-24 0,23 0,25 0,-1 0,1 0,-1 0,0 0,-47 0,24 0,-24 0,-24 0,24 0,-1 0,1 0,-24 0,24 0,0 0,0 0,-24 0,23 0,1 0,0 0,-24 0,24 0,0-24,-1 24,1 0,24 0,-1 0,1 0,-48 0,24 0,0 0,0 0,-24 0,23 0,1 0,0 0,-24 0,24 0,0 0,-1 0,-23-24,24 24,0 0,0 0,-24 0,24 0,0 0,-1-24,-23 24,24 0,0 0,0 0,0-24,-24 24,23 0,1 0,-24 0,24 0,0 0,0 0,-24 0,23 0,1 0,0 0,-24 0,24 0,0 0,-1 0,-23 0,24 0,24 0,-48 0,24 0,0 0,-1 0,-23 0,24 0,0 0,0 0,-24 0,24 0,-1 0,1 0,-24 0,24 0,0 0,0 0,-24 0,24 0,-1 0,1 0,-24 0,24 0,0 0,0 0,-24 0,47 0,-23 0,-24 0,24 0,0 0,-1 0,-23 0,24 0,0 0,0 0,-24 0,24 0,-1 0,1 0,-24 0,24 0,0 0,0 0,-24 0,24 24,-1-24,1 0,-24 0</inkml:trace>
</inkml:ink>
</file>

<file path=ppt/ink/ink2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9596 4882,'0'0,"0"0,0 0,24 0,0 0,0 0,47 0,-47 0,0-24,23 24,-23 0,47 0,1 0,-1 0,-47 0,71 0,-71 0,0 0,0 0,0 0,23 0,-23 0,24 0,-24 0,23 0,1 0,71 0,-48 0,48 0,-23 0,-25 0,-23 0,-25 0,1 0,0 0,0 0,71 0,0 0,1 0,23 0,24 0,-48 0,-24 0,-47 0,0 0,0 0,-24 0,71 0,48 0,24 0,48 0,-1 0,1 0,-49 0,1 0,-71 0,-48 0</inkml:trace>
</inkml:ink>
</file>

<file path=ppt/ink/ink2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8167 6977,'0'-24,"0"24,24 0,0 0,24 0,-48 0,47 0,1 0,-1 0,-23 0,48 0,-25 0,25 0,-1 0,24 0,-23 0,-1 0,25 0,-49 0,25 0,-49 0,25 0,-24 0,47 0,-23 0,0 0,23 0,0 0,-23 0,24 0,-25 0,48 0,-47 0,0 0,-25 0,1 0,0 0,0 0,47 0,1 0,23 0,24 0,-71 0,23 0,-71 0,48 0,-24 0,-1 0,25 0,23-24,-47 24,48-23,-49 23,-23 0,24 0,0-24,-24 24,24 0,-24 0</inkml:trace>
</inkml:ink>
</file>

<file path=ppt/ink/ink2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16240 8739,'0'0,"0"0,0 0,47 0,-47 0,24 0,-24 0,24 0,0 0,0 0,23 0,1 0,0 0,23 0,-47 0,47 0,-23 0,-1 0,-23 0,24 0,-48 0,24 0,23 0,1 0,23 0,1 0,-1 0,25 0,46 0,-46 0,-1 0,-24 0,-23 0,23 0,1 0,23 0,0 0,1 0,-1 0,24 0,24 48,0-48,-48 0,0 0,0 0,-23 0,-48 0,-1 0,1 0,24 0,23 0,1 0,23 0,24 0,0 0,-47 0,-1 0,-47 0,0 0,-1 0,1 0,24 0,23 0,1 0,-1 0,24 0,-47 0,-24 0,47 0,-47 0,-24 0,48 0,23 0,72 0,-48 0,24 0,0 0,-47 0,-48 0,0 0</inkml:trace>
</inkml:ink>
</file>

<file path=ppt/ink/ink2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19978 9811,'0'0,"0"0,48 0,-48 0,48 0,-25 0,1 0,0 0,0 0,0 0,-24 0,47 0,-23 0,-24 0,24 0,24 0,-25 0,25 0,0 0,23 0,24 0,-23 0,-1 0,-23 0,23 0,1 0,-49 0,1 0,0 0,-24 0,24 0,0 0,0 0,-1 0,25 0,0 0,23 0,-23 0,23 0,0 0,25 0,-1 0,-24 0,1 0,-48 0,0 0,-24 0,23 0,1 0,48 0,-25 0,1 0,-24 0,-24 0,47 0,-47 0,24-24,-24 24,48 0</inkml:trace>
</inkml:ink>
</file>

<file path=ppt/ink/ink2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2524 10835,'24'0,"-1"0,-23 0,24 0,0 0,0 0,-24 0,24 0,-1 0,25 0,24 0,-49 0,49 0,-1 0,1 0,47 0,24 0,23 0,-70 0,70 0,-47 0,24 0,-71 0,-49 0,49 0,-1 0,-71 0,24 0,24 0,-24 0,47-24,24 24,48-24,24-24,47 48,-23 0,-25 0,-71 0,1 0,-25 0,1 0,-49 0,-23 0,24 0,48-23,23 23,0 0,48-24,48 0,-96 24,0 0,-71 0,-24 0,48 0,-48 0,47-24,-23 24,-24 0,48-24,-25 24,1 0,-24 0,24 0,0 0,0 0,-24 0</inkml:trace>
</inkml:ink>
</file>

<file path=ppt/ink/ink2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19240 10716,'24'0,"0"0,0 0,-24 0,47 0,-23 0,0 0,0 0,23 0,1 0,-48 0,48 0,-1 23,-23-23,47 48,1-48,-25 0,1 0,23 0,-23 24,0-24,23 0,-23 24,-1-24,25 23,-24-23,-25 0,25 0,-24 0,-24 0,47 0,-47 0,24 0,24 0,-48 0,47 0,1 0,-24 24,23-24,1 0,-24 0,0 0,0 0,-1 0,1 0,-24 0,24 0,0 0,0 0,-1 0,25 0,-24 0,24 0,-48 0,23 0,-23 0,48 0,-48 0,24 0,-24 0,47 0,-47 0,24 0,24 0,-1 0,25 0,-1 0,-47 0,24 0,-48 0,24 0,-24 0</inkml:trace>
</inkml:ink>
</file>

<file path=ppt/ink/ink2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11192 12692,'0'0,"0"0,23 0,1 0,-24 0,24 0,0 0,0 0,-24 0,23 0,25 0,-48 0,24 0,47 0,-71 0,24 0,24 0,-1 0,-23 0,48 0,47 0,24 0,-24 0,23 0,-70 0,-1 0,1 0,-25 0,-23 0,0 0,-24 0,48 0,-25 0,25 0,0 0,23 0,-23 0,-1 0,25 0,-72 0,24 0,-1 0,1 0,-24 0,24 0,-24-24</inkml:trace>
</inkml:ink>
</file>

<file path=ppt/ink/ink2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5881 13502,'0'0,"48"0,23 0,1 0,23 0,0 0,72 0,-24 0,-24 0,24-24,0 0,-24 24,-24 0,-24 0,1 0,-24 0,-1 0,25 0,-25 0,48 0,-47 0,23 0,-23 0,0 0,-1-24,-23 24,0-24,0 24,0 0,-1 0,1 0,0 0,0 0,-24 0,48 0,-25 0,25 0,-24 0,-24 0,24 0,23 0,-47 0,24 0,0 0,0 0,-24 0,23 0,1 0,0 0,-24 0,24 0,23 0,25 0,-48 0,0 0,23 0,-47 0,24 0,-24-23</inkml:trace>
</inkml:ink>
</file>

<file path=ppt/ink/ink2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6286 15550,'24'0,"0"23,0-23,-24 0,23 0,1 0,0 0,0 0,47 0,-23 0,0 0,23 0,0 0,-47 0,71 0,-23 0,-1 0,25 0,23 0,-24 0,0 0,-23 0,-1 0,-23 0,23 0,0 0,-23 0,-48 0,72 0,23 0,-48 0,49 0,-25 0,1 0,-1 0,-47 0,0 0,23 0,-47 0,24 0,-24 0,24 0,0 0,-1 0,1 0,0 0,0 0,0 0,0 0,-1 0,25 0,-24 0,-24 0,47 0,-23 0,24 0,-24 48,0-48,-1 0,1 0,0 0,24 0,-25 0,25 0,-24 0,0 0,-1 0,-23 0,24 0,0 0,0 0,-24 0,24 0,-1 0,-23 0,24 0,0 0,0 0,24 0,-48 0,47 0,-23 0,0 0,0 0,-1 0,-23 0,24 0,0 0</inkml:trace>
</inkml:ink>
</file>

<file path=ppt/ink/ink2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10763 15573,'24'-23,"-1"23,1 0,0 0,0-24,0 24,23 0,25 0,-48 0,23-24,-23 24,0 0,24 0,-25 0,49 0,-48 0,23 0,25 0,-25 0,25 0,-1 0,-47 0,47 0,-47 0,24 0,-1 0,1 0,-24 0,47 0,-23 0,-24 0,0 0,-24 0,23 0,1 0,0 0,0 0,0 0,-1 0,49 0,-1 0,-23 0,23 0,1 0,-1 0,-23 0,0 0,47 0,-71 0,23 0,-23 0,0 0,0 0,-1 0,49 0,-25 0,25 0,-1-48,25 48,23 0,-48 0,-47 0,24 0,-1 0,1 0,-48 0,47 0,-23 0,0 0,24-24,23 24,1 0,23 0,-24 0,25 0,-25 0,-23 0,-25 0,1 0,48 0,-72 0,23 0,1 0,0 0,24 0,-1 0,25 0,-48 0,47 0,0 0,1 0,-1 0,-23 0,-24 0,0 0,-1 0,1 0,0 0,24 0,47 24,-24-24,72 0,-24 24,24 0,-24 0,-71-24,23 0,-47 24,24-24,23 0,24 0,72 0,-48 0,-24 0,24 0,-23 0,-25 0,-47 0,0 0,-24 0,143 0,71 0,0 0,1 0,47 0,-24 0,-119 0,-48 0,-47 0,24 0,-48 0,119 0,71 0,1 0,71 0,71 0,-71 0,-72 0,1 0,-48 0,-48 0,-95 0,48 0,-48 0,23 0,-23 0,48 0,-24 0,0 0,23 0,-23 0,48 0,-25 0,-23 0,0 0,0 0,23 0,96 0,0 0,0 0,95 0,-24 0,-47 0,0 0,-120 0,1 0,-24 0</inkml:trace>
</inkml:ink>
</file>

<file path=ppt/ink/ink2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12835 16573,'47'0,"72"0,72 48,23-48,72 24,-24 24,0 23,0-71,-48 0,24 24,-71-24,-72 0,72 0,-96 0,1 0,70-24,-94 24,24 0,-72 0,47 0,1 0,-1 0,-23-24,0 24,24 0,-25 0,1-24,-24 24,48 0,-48 0,47 0,25-23,-1 23,25-24,-25 24,24-24,-23 24,-25-24,25 24,-1 0,-71-24,48 24,-1 0,1 0,-24-24,47 24,-23 0,0 0,-25 0,25 0,-24 0,24 0,-25 0,1 0,24 0,-24 0,71 0,-48 0,49 0,-49 0,1 0,-24 0,23 0,1 0,-24 0,0 0,-24 0,23 0,25 0,0 0,23 0,1 0,-1 0,-47 0,23 0,-47 0</inkml:trace>
</inkml:ink>
</file>

<file path=ppt/ink/ink2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4381 7810,'-47'-23,"-49"-1,1 0,-24 0,-24-23,48 23,23-24,-23 24,0 1,23 23,-23-48,48 24,47 24,-48 0,0-24,1 24,23 0,-48 0,1-71,47 71,-23-24,-1 24,0 0,25 0,-25-48,0 48,-23-23,-1 23,25 0,-49-24,49 24,23-48,0 48,-47 0,71 0,-48-24,24 24,-23 0,23-23,0 23,-23 0,-25 0,24-24,1 24,23 0,-24 0,48 0,-47 0,23 0,0 0,0 0,0 0,1 0,23 0,-24 0,-24 0,1 0,-25 95,48-71,-23 23,-1-23,24 48,24-49,0 1,0 0,0 0,24 24,0-25,24 1,-1-24,-47 0,48 0,-1 0,-47 0,24 0,0 0,0 0,-24 0,24 0,-1 0,1 0,-24 0,48 0,-24 0,-24 0,24 0,-24 0,47 0,1 0,-1 0,1 0,24 0,-25 0,1 0,-48 0,47 0,-23 0,0 0,0 0,23 0,-23 0,48 0,-49 0,49 24,-24 0,-1-24,1 0,-24 24,23-24,1 0,0 0,-25 23,1-23,0 0,0 0,-24 0,24 0,23 0,-47 0,24 0,24 0,-1 48,1-48,-24 0,47 24,-47-24,24 0,23 0,-71 0,48 0,-1 0,-23 0,0 0,24 0,-48 0,47 0</inkml:trace>
</inkml:ink>
</file>

<file path=ppt/ink/ink2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16049 6882,'0'0,"24"0,47 0,1 0,23 0,0 0,-47 0,47 0,-23 0,-1 0,-47 0,47 0,-71 0,24 0,24 0,23 0,-47 0,24 0,-1 0,1 0,-24 0,0 0,47 0,-23 0,-24 0,47 0,0 0,-23 0,23 0,-71 0,24 0,24 0,-48 0,47 0,1 0,-24 0,24 0,-1 0,-23 0,0 0,47-24,-23 24,0-24,-1-23,1 47,23 0,-47 0,47 0,-23 0,-24 0,-24-24,24 24,-1 0,1 0,24 0,-24 0,0 0,-24 0,23 0,1 0,0 0,24 0,-25 0,25 0,0-48,-1 48,-23 0,24 0,-24 0,-24 0,23 0,-23 0,48-24,-24 24,23 0,-23 0,24 0,-24 0,-1 0,25 0,24 0,-72 0,23 0,-23 0,24 0,0 0,24 0,-1 0,-23-24,48 24,-1 0,48-47,-95 47,47 0,-23 0,-24 0,-24 0,23 0,1 0,0 0,-24 0,24 0,0 0,0 0,-24 0,47 0,-23 0,0 0,-24 0,24 0,-1 0,1 0,-24 0,24 0,0 0,0 0,0 0,23 0,-47 0,48 0,-48 0</inkml:trace>
</inkml:ink>
</file>

<file path=ppt/ink/ink2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4024 8453,'0'0,"190"0,25 0,118 0,-47 0,-24 0,-24 0,-119 0,-48 0,-47 0,-24 0,191 0,23 0,72 0,23 0,-47 0,48 0,-167 24,-48-24,-71 0,-24 0,47 0,144 0,23 72,48-49,0-23,-24 24,-47-24,-72 72,-95-72,23 0,96 0,95-24,0 24,72 0,-48 0,-24 0,-95 0,-72 0,-47 0,-24 0,191 0,71 0,23 0,-23 0,-24 0,-71 0,-96 0,-47 0,-24 0,24-24,0 24,47-48,1 25,-72 23,24 0,-1 0,25-24,0 24</inkml:trace>
</inkml:ink>
</file>

<file path=ppt/ink/ink2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17835 8692,'0'0,"0"0,24 0,0 0,0 0,-24 0,23 0,25 0,-48 0,72 0,-1 0,-23 0,23 0,72 0,-72 0,25 0,-49 0,1 0,-1 0,-23 0,-24 0,48 0,0 0,23 0,24 0,72 0,0 0,-1 0,1 0,-48 0,-24 0,-47 0,-24 0,-1 0,-23 0,72 0,47 0,24 0,0 0,0 0,-1 0,-94 0,-48 0,24 0,24 0,-48 0,23 0,1 0,24 0,-24 0,-1 0</inkml:trace>
</inkml:ink>
</file>

<file path=ppt/ink/ink2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8691 10192,'0'0,"48"0,-24 0,-1 0,1 0,24 0,0-24,47 24,48-24,-48 24,24 0,119 0,-95 0,-24 0,-24 0,48 0,-48 0,-47 0,23 0,-47 0,24 0,-24 0,0 0,23 0,25-24,23 24,0 0,24 0,0 0,24 0,-71 0,23 0,-24 0,-23 0,23 0,-23 0,23 0,-23 0,-48 0,24 0,23 0,-23 0,24 0,-48 0,24 0,166 0,72 0,24 0,71 0,0 0,72 0,-72 0,-71 0,-24 0,-119 0,-96 0</inkml:trace>
</inkml:ink>
</file>

<file path=ppt/ink/ink2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6119 11906,'0'0,"24"0,-24 0,24 0,0-24,0 24,-24 0,23 0,1 0,0-23,-24 23,24 0,24 0,-25 0,49 0,23-24,-71 24,47 0,1-24,-72 24,71 0,-47 0,-24 0,71-24,-23 24,-24 0,-24 0,24 0,-1 0,25-24,-48 24,24 0,24 0,23 0,0 0,-23-23,24 23,-1 0,0 0,1 0,23 0,-47 0,-25 0,25 0,0 0,-48-24,24 24,-24 0,47 0,-23 0,0 0,0 0,23 0,-23 0,0 0,24 0,-48 0,47 0,-47 0,24 0,-24 0,48 0,-1 0,1 0,-48 0,47 0,1 0,-48 0,24 0,23 0,-47 0,48 0,-48 0,24 0,-24 0,48 0,-48 0,23 24,-23-24</inkml:trace>
</inkml:ink>
</file>

<file path=ppt/ink/ink2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15478 12787,'0'-24,"24"24,-24 0,23 0,1 0,0 0,0 0,0 0,23-23,-47 23,72 0,-25 0,1 0,47 0,24 0,-24 0,72-24,0 24,0 0,-1 0,-47 0,-23 0,23 0,-48 0,-47 0,47 0,-23 0,-24 0,71 0,-24 0,-47 0,48 0,-1 0,48 0,-24 0,48 0,0 0,48 0,-25 0,25 0,-24 0,-1 0,-47 0,-23 0,23 0,-96 0,25 0,-24 0,-24 0,48 0,-25 0,49 0,23 0,0 0,0 0,48 0,0 0,0 0,-24 0,-71 0,-1 0</inkml:trace>
</inkml:ink>
</file>

<file path=ppt/ink/ink2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12454 13240,'47'0,"96"0,24-24,71 24,0 0,0 0,24 0,0 0,-71 0,23 0,-71 0,-72 0,1 0,-49 0,25 0,-48 0,24 0,0 0,23 0,25-24,71 24,71 0,-47 0,71 0,-24 0,-47 0,-48 0,-48 0,-71 0,24 0,0 0,0 0,-24 0</inkml:trace>
</inkml:ink>
</file>

<file path=ppt/ink/ink2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11477 14383,'48'0,"-24"0,23 0,72 0,48 0,71 0,-24 0,25 0,23 0,-72 0,1 0,-96 0,24 0,-95 24,0-24,-1 0,-23 0,72 0,71 0,119 0,47 23,-23 49,47-25,-118-23,23 24,-143-48,-47 0,-48 24</inkml:trace>
</inkml:ink>
</file>

<file path=ppt/ink/ink2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3095 8049,'0'23,"24"-23,24 0,23 24,-47-24,71 24,48 47,-95-71,47 0,0 24,0 48,-23-72,-1 24,1-1,23-23,-71 0,47 0,-47 24,48 0,-25 0,1-24,23 24,-23-1,95 1,-96-24,49 0,-25 0,48 24,-47-24,70 0,-70 24,47-24,0 0,24 0,0 0,23 0,1 47,-24-23,-24-24,0 0,0 0,-24 0,72 0,-48 24,-24-24,1 24,23 24,-24-25,24 1,-24-24,-47 0,47 0,0 48,1-48,-25 0,1 0,-25 24,48-24,-23 0,23 0,-47 0,-1 0,25 0,-25 0,25 0,-1 0,25 0,-1 0,0 0,0 0,0 0,1 0,23 0,-48 0,-23 0,0 0,23 0,-47 0,47 0,-23 0,-1-24,49 0,-25 24,48-48,24 25,-48-1,24 0,-23-24,23 24,-24 24,0-23,24 23,-71 0,-24 0,0 0,-24 0,47 0</inkml:trace>
</inkml:ink>
</file>

<file path=ppt/ink/ink2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8977 11549,'0'0,"0"0,24 0,47 0,-71 0,48 0,-24 0,47 0,-23 24,-1-24,25 0,-1 24,1-24,-1 0,24 0,-23 0,23 23,0 25,-71-48,71 0,-47 24,0-24,-1 0,1 24,23-24,-23 0,0 0,47 0,0 0,0 0,-23 0,-1 0,24 0,-47 0,47 0,-47 0,47 47,-71-47,24 24,-1-24,25 0,47 24,-24-24,0 0,-23 0,47 0,-24 0,24 24,0 0,0-24,0 0,48 23,-48-23,24 24,0-24,-48 0,0 24,-23-24,47 48,-48-48,1 0,-49 0,49 23,-25-23,1 0,-24 0,47 0,-23 0,0 0,23 0,-23 0,-1 0,1 0,0 0,23 0,-47 0,47 0,1 0,-49 0,49 0,-48 0,47 0,-47 0,0 0,-24 0,24 0,-1 0,1 0,0 0,0-23,47 23,25 0,-1-24,-24 24,1 0,-25 0,25 0,-49 0,-23 0,24 0</inkml:trace>
</inkml:ink>
</file>

<file path=ppt/ink/ink2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1619 13954,'0'0,"0"0,24 0,-1 0,-23 0,24 0,0 0,0 0,0 0,23 0,25 0,23 0,-47 0,23 0,24 0,1 0,23 0,-48 0,-47 0,0 0,23 0,120 0,119 0,47 0,24 0,-95 0,-24 0,1 0,-144 0,-48 0,-47 0,24 0,0 0,0 0,23 0,-23 0,24 0,-24-24,0 24,-1 0</inkml:trace>
</inkml:ink>
</file>

<file path=ppt/ink/ink2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1571 14978,'72'0,"23"0,143 0,24-48,24 48,47 0,24 0,-71 0,0 0,-96 0,-94 0,-73 0,1-23,0 23,-24 0,71 0,25 0,47 0,-48 0,0 0,0 0,-47 0,-24 0</inkml:trace>
</inkml:ink>
</file>

<file path=ppt/ink/ink2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3048 5405,'95'0,"0"-23,-23 23,-72 0,47 0,-23 0,-24 0,48 0,-25 0,1 0,24-24,-48 24,24 0,-24 0,47 0,-23 0,-24 0,48 0,-1 0,25-48,-25 48,1-24,71 24,0 0,24 0,-24 0,24 0,-24 0,95 0,-71 0,24 0,-24 0,-24 0,24 0,23 0,-70 0,-1 0,24 0,0 0,48 0,-1 0,1 0,24 0,-25 0,49 0,-1 0,-24 0,-23 0,-48 0,24-23,0 23,-72 0,1 0,-25 0,25 0,-25 0,-23 0,95 0,0 0,48 0,0 0,23 0,-23 0,24 0,-1 0,-71 0,24 0,-72 0,-23 0,-48 0,24 0,0 0,-1 0,-23 0,24 0,0 0,0 0</inkml:trace>
</inkml:ink>
</file>

<file path=ppt/ink/ink2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7477 6667,'24'0,"95"0,0 0,24 0,-48 24,48 0,-48-24,48 48,0-24,47-1,-23 1,-24 24,71-24,-95-1,95-23,-71 0,95 72,-95-72,0 24,-24-1,24-23,-71 24,-49-24,1 0</inkml:trace>
</inkml:ink>
</file>

<file path=ppt/ink/ink2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13787 5977,'0'0,"24"0,71 0,0 0,24 0,1 0,22 0,25 0,24 48,47-48,-48 0,1 0,71 23,-72-23,24 24,-95-24,24 0,0 24,-47-24,-25 48,-23-48,23 23,24-23,-71 24,47-24,1 0,-24 0,23 0,24 0,24 0,48 0,-72 0,72 0,-48 0,72 0,-49 0,1 0,-48 0,-23 0,-1 0,-71 0,24 0</inkml:trace>
</inkml:ink>
</file>

<file path=ppt/ink/ink2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1238 6310,'0'0,"24"0,71 0,0 0,72-47,71 47,0 0,95 0,25 0,-73 23,49 1,-48 24,-120-24,72 0,-142-24,23 0,-119 0,24 0,23 0,-47 0,24 0,0 0,47 0,-23 0,23 0,24 0,-23 0,-1 0,1 0,-25-24,-47 24,48 0,0 0,23 0,-47 0,47 0,1 0,-25 0,-23 0,-24 0,24 0,0 0,0 0,119 0,-1 0,25 0,24 0,23 0,48 0,-119 0,-72 0,-23 0</inkml:trace>
</inkml:ink>
</file>

<file path=ppt/ink/ink2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2595 8596,'0'-24,"95"24,25 0,46 0,48 0,-71 24,24-24,-24 24,24 24,-1-1,1-23,24 0,-25 0,48 0,-47-1,71 25,-71 0,0-48,-120 0,25 0,-1 0,-47 0,24 0,-1 0,25 0,-25 0,-23 0,24 0,-1 0,1 0,-24 0,-24 0,47 0,1 0,47 0,24 0,96 0,-1-24,24-24,0-23,-23 71,-73-24,49 0,-72-23,-24 47,-47 0,0-24,-25 0,25 24,-48 0,24-24,0 0,23 24,25-24,-1-23,-23 47,-1-24,-23 24,-24-24,24 24</inkml:trace>
</inkml:ink>
</file>

<file path=ppt/ink/ink2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14954 12502</inkml:trace>
</inkml:ink>
</file>

<file path=ppt/ink/ink2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12954 12525,'0'24,"23"-24,-23 0,24 0,-24 0,48 0,-1 0,25-24,-1-23,25 47,23 0,-24 0,48 0,-24 0,-24 0,24 0,-47 0,-25 0,-23 0,0-24,0 24,0 0,95 0,47 0,49 0,23 0,24 0,-24 0,-24 0,-71 0,-48 0,-47 0,-24 0,-24 0,95 0,143 0,-24 0,72 0,-24 0,24 0,-24 0,-48 0,-143 0,-47 0,72 0,70 0,96 0,95 0,0 0,25 0,-25 48,-95-1,-119-47,-72 24,-47-24,-24 0,47 0,120 0,24 0,-25 0,25 48,-25-48,25 47,-72-47,-119 0,48 0</inkml:trace>
</inkml:ink>
</file>

<file path=ppt/ink/ink2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1809 12740,'24'0,"-24"-24,72 24,-25 0,72-48,-47 48,94 0,73 0,-49 0,72 0,24 0,23 0,-47 0,-95 0,-48 24,-48-24,-23 0,24 0,47 0,95 0,-95 0,24 0,-72 24,-23-24,-24 0</inkml:trace>
</inkml:ink>
</file>

<file path=ppt/ink/ink2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11096 12692,'48'0,"-24"0,47-24,1 24,47 0,0 0,-24 0,0 0,48 0,-48 0,1 0,-25 0,-47 0,47 0,-71 0,24 0,0 0,0 0</inkml:trace>
</inkml:ink>
</file>

<file path=ppt/ink/ink2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928 13597,'0'0,"72"0,-1 0,1 0,-1 0,1 0,23 0,0 0,24 0,-48 0,1 0,-1 0,1 0,-1 0,-23 0,-24 0,23 0,-23 0,0 0,0 0,-24 0,47 0,-23 0,0 0,47 0,-23 0,23 0,25 0,-1 24,-24-24,25 24,-1-24,0 0,-71 0,47 23,-47-23,71 24,1-24,23 0,-48 0,48 0,0 0,48 0,0 24,71-24,-48 0,-23 0,-48 24,0-24,-47 47,-49-47,25 0,-48 0,24 0,0 0,23 0,-23 0,0 24,0-24,47 0,-23 0,-24 0,-1 0,49 0,-72 0,24 0,47 0,1 0,-1 24,0-24,1 0,-48 0,23 0,-47 0</inkml:trace>
</inkml:ink>
</file>

<file path=ppt/ink/ink2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2452 6644</inkml:trace>
</inkml:ink>
</file>

<file path=ppt/ink/ink2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1476 6572,'0'0,"-24"0,0 0,1 0,23 0,-48 0,0-24,-23 1</inkml:trace>
</inkml:ink>
</file>

<file path=ppt/ink/ink2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2190 6644</inkml:trace>
</inkml:ink>
</file>

<file path=ppt/ink/ink2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3786 14668,'0'0,"24"0,23 0,48 0,25 0,70 0,1 0,-1 24,1 0,118 48,-71-49,24 1,-47 0,23 24,-72-25,25-23,-24 0,71 0,-72 0,25 0,-1 0,-23 0,47 0,-71 0,24 0,0 0,-1 0,1 0,-24 0,0 0,23 0,-47 0,0 0,-23 24,-1-24,24 0,-24 0,24 0,-47 0,23 0,48 0,-48 0,24 0,-23 24,-1-24,-24 0,24 0,-47 0,23 0,-23 0,-24 0,24 0,-25 0,1 0,24 0,-24 0,-24 0</inkml:trace>
</inkml:ink>
</file>

<file path=ppt/ink/ink2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3857 15645,'72'0,"166"0,-24 0,119 0,-23 24,95-24,-48 0,-71 23,-48 1,-71 24,-24-48,-72 0,-71 0,24 0,23 0,25 0,47 0,71 0,1 0,71 0,-24 0,-24 0,-47 0,-72 0,0 0,-95 0,24 0,24 0,23 0,1 0,23 0,0 0,48 0,-24 0,-24 0,24 0,-47 0,-1 0,-47 0,0 0,0 0,0 0,-24 0,23 0,25 0,-48 0,72 0,-1 0,24 0,0 0,48 0,-24 0,24 0,-71 0,-25 0,-23 0</inkml:trace>
</inkml:ink>
</file>

<file path=ppt/ink/ink2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3905 16573,'24'0,"23"0,25 0,71 0,23 0,96 72,0-48,-47 0,23 47,-48-71,1 0,-48 0,47 0,-95 0,0 0,-23 0,95 0,-24 0,47 0,-23 0,23 0,-23 0,-48 0,71 0,-23 0,47 0,-71 0,72 0,-49 24,25 0,-24-24,23 71,-23-71,-1 24,-47-24,1 0,22 0,-70 0,23 0,0 0,48 0,-24 0,-23 0,118 0,-48 0,25 0,-24 0,-72 0,72 0,-72 0,0 0,24 0,-24 24,48-24,0 47,48-23,-144-24,25 24,-1 0</inkml:trace>
</inkml:ink>
</file>

<file path=ppt/ink/ink2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17073 5858,'48'0,"-48"0,47 0,-23 0,72 0,-25 0,0 0,1 0,-1 0,24 0,1-24,23 24,-24 0,48-48,-72 48,25 0,-1 0,-24-23,1 23,-1-24,1 24,47-24,-48 24,1-24,-1 24,-23 0,47 0,0-24,-23 24,-1-23,24 23,1-24,94-24,-119 48,1-24,-25 24,49-24,-72 24,23 0,1 0,-24 0,-1 0,1 0,0 0,-24 0,24 0,0 0,0 0,-1-47,25 47,23 0,-47 0,48 0,-49 0,25 0,23-24,-47 24,24 0,0-24,-1 24,-23 0,0 0,-24 0,24 0,23 0,-23 0,48 0,-1 0,24 0,0 0,1 0,-49 0,1 0,-24 0,23 0,-23 0,0 0,24 0,-48 0,23 0,1 0,0 0,-24 0,48 0,-24 0,-24 0,23 0,1 0</inkml:trace>
</inkml:ink>
</file>

<file path=ppt/ink/ink2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2643 7048,'0'-23,"24"23,-1-24,25 24,-24 0,47 0,1 0,-25 0,25 0,-1 0,1 0,-49 0,1 0,0 0,0 0,0 0,23 0,-23 0,48 0,-1 0,72 0,-48 0,0 0,96 0,-72 0,-24 0,-23 0,-1 0,24 0,-47 0,0 0,-1 0,-23 0,24 0,-25 0,73 0,-49 0,1 0,23 0,1 0,-48 0,23 0,-23 0,0 0,0 24,-24-24,24 0,71 0,0 0,-24 0,1 0,23 0,0 0,-47 0,0 0</inkml:trace>
</inkml:ink>
</file>

<file path=ppt/ink/ink2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8310 7025,'0'0,"119"0,72 0,71 0,47 0,-71 0,1 0,-73 0,-71 0,-23 0,-25 0,-23 0,-24 0,48 0,71 0,-71 0,95 0,-1 0,-23 0,72 0,-48 0,-24 0,0 0,-24 0,-47 0,-1 0,25 0,-1 0,-47 0,24 0,-1 0,49 0,-25 0,72 0,-48 0,96 0,-48 0,-24 0,47 0,-94 0,47 0,-24 0,-47 0,-1 0,1 0,23 0,-23 0,23 0,1 0,47 0,71 0,-47 0,-24 0,72 0,-48 0,0 0,-48 23,-24-23,25 0,-25 0,48 24,0 0,-24-24,24 48,-47-48,23 0,48 24,-72-24,25 0,23 23,-48-23,48 0,-47 0,-1 0,-23 0,23 0,-23 0,-1 0,25 0,23 0,0 0,48 48,-48-24,1-24,-49 0,49 0,-1 0,0 0,-23 0,23 0,-24 0,72 0,-71 0,-1 0,24 0,-47 0,95 0,-96 0,25 0,-48 0,23 0,1 0,23 0,1 0,-72 0,47 0,1 0,-48 0,24 0,23 0,25 0,-48 0,47 0,1 0,23 0,24 0,-24-24,-23 24,-25-24,25 24,23 0,-24 0,-47 0,24 0,-24 0,-1 0,1 0,24 0,-1-47,1 47,23 0,1 0,-1 0,-23 0,0 0,-48 0,23 0,1-24</inkml:trace>
</inkml:ink>
</file>

<file path=ppt/ink/ink2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3024 8311,'0'-48,"0"24,0 24,24-24,23 24,72-47,-71 47,71 0,0-24,24 24,-48 0,96 0,-48 0,-24 0,-48 0,24 0,-47 0,23 0,-23 0,0 0,23 0,24 0,48 0,24 0,0 0,-48 0,47 0,-23 0,24 0,-24 0,0 0,-48 0,48 0,23 0,-46 0,22 0,-23 0,0 0,1 0,46 0,-70 0,-1 0,24 0,-72 0,1 0,-24 0,47 0,-47 0,24 0,23 0,-23 0,47 0,72 0,-24 0,-48 0,0 0,48 0,-48 0,-23 0,-1 0,24 0,1 0,-25 0,0 0,25 0,-25 0,24 0,-71 0,24 0,-24 0,-24 0,47 0,1 0,71 0,48 0,-1 0,25 0,-24 0,23 24,-95-24,-71 0,24 23,-24-23,23 0,48 0,48 0,24 24,0 24,-1-24,-23-24,-47 24,23-1,-96-23,1 0,0 0,47 0,25 0,-1 0,48 0,-72 0,-71 0,48 0</inkml:trace>
</inkml:ink>
</file>

<file path=ppt/ink/ink2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2643 9263,'24'0,"-1"0,1 0,48 0,23 0,48 0,23 0,25 0,47 0,-95 0,71 0,-47 0,-24 0,0 0,-48 0,0 0,48 0,0 0,0 0,0 0,23 0,1 0,-72 0,48 0,-24 0,24 0,24 0,-120 0,49 0,-25 0,1 0,-49 0,25 0,24 0,-25 0,48 0,-47 0,47 0,48 0,24 0,-24 0,23 0,-23 0,48 0,-25 0,-70 0,-25 0,24 0,24 0,0 0,-23 0,47 0,-24 0,-48 0,24 0,72 0,-24 24,-72 0,-23-1,47-23,-23 0,-1 0,-23 0,-1 0,-23 0,48 24,-49-24,25 0,0 0,-1 48,49-48,-25 0,24 0,24 24,-95-24,24 0,-1 0,-23 0,0 0,0 0,23 0,-23 0,-24 0,24 0,0 0</inkml:trace>
</inkml:ink>
</file>

<file path=ppt/ink/ink2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13287 9501,'0'-24,"0"-23,48 47,-1-24,49 24,-25 0,0 0,1-24,-1 24,24 0,25 0,-25-48,-24 48,1 0,-25 0,1 0,-24 0,47 0,1 0,23 0,24 0,24 0,71 0,-95 0,24 0,48 0,-1 0,-23 0,-96 0,-23 0,-1 0,-23 0,0 0,24 0,-48 0,23 0,25 0,47 0,48 0,-47 0,94 0,-23 0,71 0,-71 0,-25 0,-23 0,0 0,-47 0,-1 0,-23 0,0 0,-48 0,47 0,1 0,-24 0,23 0,1 0,23 0,1 0,23 0,0 0,72 0,0 0,23 0,1 0,-25 0,-70 0,47 0,-1 0,-142 0,24 0,-24 0,48 0,-1 0,1 0,71 0,-24 0,1 0,118 0,-95 0,24 0,-24 0,48 0,-72 0,-47 0,-48 0</inkml:trace>
</inkml:ink>
</file>

<file path=ppt/ink/ink2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2857 10763,'0'0,"24"0,-24 0,48 0,-25 0,1 0,24 0,-24 0,-1 0,25 0,71 0,-47 0,23 0,95 0,-71 0,24 0,95 0,-71 24,24 0,-49-24,-46 47,23-47,0 0,-48 24,48-24,-23 24,-25-24,48 48,-24-24,1-24,23 23,0-23,-24 0,24 0,24 48,-48-24,0-24,72 24,-48-1,-24-23,24 48,-95-48,24 0,23 24,1-24,-72 0,47 0,-23 0,71 0,1 0,-1 0,24 0,48 0,-48 0,24 0,0 0,-48 0,48 0,-72 0,24 0,1 0,-25 0,24 0,-23 0,23 0,24 0,-24 0,0 0,1 0,23 0,-48 0,-23 0,47 0,-23 0,23 0,-24 0,1 0,23 0,0 0,48 0,-24 0,0 0,24 0,-48 0,1 0,-1 0,24 0,24 0,0-24,-48 24,24 0,-48 0,-23-24,0 0,-1 24,1 0,0-23,-25 23,49-24,23 0,-47 24,23-24,0 24,25-24,-49 24,1 0,-24 0,0-23,-1 23,1 0,-24 0,24-24,24 24,-48 0,71 0,1 0,-1-48,0 48,25-24,-1 24,-24 0,25-24,23 1,0 23,0-24,-119 24,47 0,-47 0,48-24,23 24,49 0,46 0,25 0,23 0,0 0,-47 0,-72 0,-47 0,-24 0,-24 0,95 0,0 0,96 0,-1 0,48 24,0-24,-47 47,-24 1,-120-48,1 0,-48 0</inkml:trace>
</inkml:ink>
</file>

<file path=ppt/ink/ink2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2738 11811,'0'-24,"24"24,47 0,25 0,23 0,47 0,72 0,-23 0,23 24,-71 0,23 0,-71-24,-24 0,-23 0,-48 0,23 0,1 0,-1 0,1 0,24 0,-1 0,24 0,24 0,0 0,-47 0,47 0,48 0,-25 0,25 0,-48 0,95 0,-23 0,-72 0,24 23,-48-23,-23 0,-1 0,0 0,-23 0,0 0,47 0,0 0,72 0,-72 0,48 0,-72 0,25 0,-49 0,1 0,-24 0,47 0,-71 0,48 0,0 0,23 0,0 0,-47 0,48 0,-1 0,-23 0,23 0,-47 0,71 0,-23 0,23 0,0 0,0 0,1 0,23 0,-48 0,1 0,23 0,0 0,48 0,-48 0,-71 0,24 0,-48 0,23 0,120 0,48 0,23 0,-47 0,71 0,-48 0,-70 0,-1 0,-96 0,1 0,0 0,47 0,1 0,47 0,0 0,24 0,-48 0,-47 0,-24 0,-1 0,25 0,47 0,24 0,72 0,47 0,-24 0,-71 0,24 0,-72 0,0 0,-47 0,0 0,-25 0,49 0,-1 0,24 0,-23 0,47 0,-24 0,48 0,-24 0,24 0,-24 0,-24 0,24 0,-23 0,-25 0,-23 0,-24 0,47 0,-23 0,-1 0,-23 0,71 0,-23 0,47 0,-24 0,24 0,48 0,-24 0,-48 0,48 48,-48-48,-23 24,-49-24,25 0,-48 0,24 0,0 0,23 0,25 0,23 0,0 0,0 24,24 23,-23-47,-25 0,72 24,-48-24,0 24,-23 0,-1-24,-71 0,24 0,0 0,0 24,23-24,-23 0,0 0,24 23,23-23,-47 0,-24 0,48 0,-25 0,1 0,0 0,0 0,0 0,23 0,-47 0,24 0,0 0,0 0,-24 0,23 0,1 0,0 0,0 0,24 0,-25 0,25 0,-48 0</inkml:trace>
</inkml:ink>
</file>

<file path=ppt/ink/ink2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5096 4167,'0'-24,"0"24,23 0,1 0,0 0,0 0,47 0,-23 0,-24-23,23 23,25 0,-25-48,49 48,-25 0,-23 0,23-24,1 24,-1 0,0 0,-23 0,23 0,-23 0,0 0,-1 0,1 0,-48 0,24 0,0 0,23 0,-47 0,48-24,23 24,-47 0,0 0,0-24,-24 24,24 0,-1-23,1 23,0 0,0 0,23 0,-47 0,24 0,-24 0,24 0,0 0,0 0,-24 0,23 0,1 0</inkml:trace>
</inkml:ink>
</file>

<file path=ppt/ink/ink2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18192 3977,'0'-24,"48"24,23 0,1 0,71 0,-48 0,72 0,-72 0,48 0,23 0,-70 0,-49 0,49 0,-49 0,1 24,0-24,-25 0,49 23,-1-23,-47 0,71 24,-23-24,47 24,-48-24,48 24,-47 0,-25-24,96 24,-95-24,47 0,-24 47,-23-47,24 0,-1 0,-47 0,47 24,1-24,-25 0,25 0,-25 0,-23 0,48 0,-49 0,25 0,-24 0,0 0</inkml:trace>
</inkml:ink>
</file>

<file path=ppt/ink/ink2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4310 4762,'0'-23,"24"23,-1 0,25 0,0-24,-25 24,49 0,-25 0,1 0,23 0,-23 0,47 0,24 0,-47 0,47 0,48 0,-48 0,0 24,-48-24,-23 0,23 23,-47-23,0 0,0 0,0 0,-1 0,1 0,24 0,-24 24,23-24,-23 24,0-24,0 0,47 0,-23 0,-1 0,25 0,-1 24,-23-24,47 48,-47-48,-1 23,1-23,-24 0,23 0,-23 0,0 0,0 0,-24 0,47 0,-23 0,0 0,24 0,-1 0,1 0,-24 0,23 24,-23-24,-24 0,24 0,0 0,47 24,-47-24,-24 0,24 0,0 0,0 0,-24 0,47 0,-23 0,0 0,-24 0,24 0</inkml:trace>
</inkml:ink>
</file>

<file path=ppt/ink/ink2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9406 4667,'23'0,"73"0,-1 0,72 0,-120 0,48 24,24-24,-47 24,-24-24,-1 0,1 0,-1 0,1 0,-24 0,24 0,-1 0,1 0,-24 0,71 0,-24 0,-47 0,24 0,-25 0,49 0,-48 0,0 0,-1 0,-23 0,24 0,48 0,-49 0,25 0,0 0,-1 0,-23 0,0 0,0 0,-24 0</inkml:trace>
</inkml:ink>
</file>

<file path=ppt/ink/ink2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2286 5763,'23'0,"-23"-24,24 24,0 0,0 0,-24 0,47 0,1 0,24 0,-25 0,48 0,25 0,-25 0,48 47,-72-23,24-24,-23 0,-1 24,1 0,-25 0,25-24,23 23,-47-23,23 0,0 0,25 0,-25 24,24-24,1 48,-25-48,1 0,23 0,-48 24,1-24,0 0,-1 0,1 0,-24 0,23 0,1 0,23 0,-23 0,-24 0,23 0,-23 0,0 0,24 0,-48 0,24 0,-24 0,47 0,-47 0,24 0,47 0,25 0,-73 24,49-24,-1 0,-23 47,23-47,-71 0,24 0,-24 0</inkml:trace>
</inkml:ink>
</file>

<file path=ppt/ink/ink2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12096 6048,'0'0,"24"0,0 0,24-23,-25 23,49 0,-72 0,24 0,47 0,-47 0,47 0,1 0,-48 0,47 0,24 0,-47 0,0 0,-1 0,-23 0,0 0,0 0,23 0,-47 0,48 0,-24 0,-24 0,47 0,-47 0,24 0,24 0,-48 0,24 0,-24 0,47 0,-47 0,24 0,24 0,-48 0,23 0,1 0,0 0,-24 0</inkml:trace>
</inkml:ink>
</file>

<file path=ppt/ink/ink2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8977 7358,'0'-24,"0"0,24 24,23 0,-47 0,72 0,-1-23,-23 23,47-24,-47 24,-1 0,-23 0,48-24,-49 24,-23 0,48 0,-24-24,0 24,47 0,-47 0,0 0,23 0,1 0,0 0,-48 0,71 0,-47 0,23-24,-47 24,24 0,24 0,-48 0,24 0,23 0,-47 0,48 0,-24 0,0 0,23 0,-23 0,-24 0,48 0,-1 0,1 0,-24 0,23 0,1 0,0 0,-25 0,1 0,48 0,-49 0,1 0,0 0,0 0,0 0,0 0,23 0,-23 0,24 0,-25 0,25 0,0 0,23 0,1 0,-25 0,1 0,47 24,-71-24,23 0,-47 0,24 0,24 24,-24-24,0 0,-1 0,25 0,-48 0,48 0,-25 0,-23 0,48 24,-24-24,-24 0,48 0,-25 0,1 0,24 0,-24 24,23-24,25 23,-25-23,1 0,-1 0,1 24,0-24,-1 0,25 0,-48 0,47 0,1 0,-1 24,0-24,1 0,-1 24,-23 0,23-24,1 0,-25 23,25-23,-25 0,1 24,0-24,-1 0,-23 0,24 24,-1-24,1 24,0-24,-25 0,49 0,-1 24,-23-24,47 0,-23 0,23 47,0-47,-23 0,-25 24,1-24,-24 24,23-24,-47 0,48 0,-48 0,24 0,-1 0,1 0,24 0,0 0,-1 0,25 0,-25 48,-23-48,71 0,-71 0,48 23,-49-23,49 0,-48 0,47 0,-47 0,23 0,25 0,-72 0,24 0,47 24,-71-24,24 0,24 0,-48 0,47 0,-23 0,0 0,24 0,23 0,-23 0,47 0,-24 0,-23 0,-1 0,25 0,-24 0,-25 0,1 0,-24 0,24 0,0 0,0 0,-1 0,1-24,0 24,-24 0,24-23,0 23</inkml:trace>
</inkml:ink>
</file>

<file path=ppt/ink/ink2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18430 7263,'0'0,"96"0,118 0,-47 0,47 0,-23 0,23 0,-24 0,-23 0,0 0,-48 0,0 24,-24-24,24 23,-24-23,1 0,-1 0,0 0,-23 0,23 0,0 0,24 0,-71 0,47 0,48 0,-24 0,-24 0,72 0,-48-23,0 23,0-24,-47 24,-25 0,1 0,-1 0,-23 0,24 0,-24 0,23-24,1 24,-24 0,23-48,25 48,-72 0,24 0,23 0,-47 0,48 0,-24 0,-24 0,23 0,1-23,0 23,0 0,0 0,0 0,-1 0,-23 0,24 0,0 0,0 0,-24 0,24 0,-1 0,1-48,0 48,0 0,0 0,-24 0,24 0,-1 0,1 0,-24 0,24 0,0 0,0 0</inkml:trace>
</inkml:ink>
</file>

<file path=ppt/ink/ink2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4024 7977,'0'0,"71"0,-23 0,23 0,-23 0,0 0,-1 0,1 0,0 0,-25 0,25 0,0 0,-25 0,25 0,47 48,-47-48,0 0,23 0,-23 0,-1 0,25 0,-1 0,-47 0,24 0,-25 0,1 0,0 0,24 0,-48 0,23 0,1 0,0 0,24 0,-25 0,-23 0,48 0,-24 0,0 0,0 0,-24 0,23 0,1 0,0 0,-24 0,24 0,0 0,-1 0,1 0,0 0,24 0,-48 0,24 0</inkml:trace>
</inkml:ink>
</file>

<file path=ppt/ink/ink2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6524 8120,'24'0,"-24"0,24 0,24 0,-25 0,25 0,0 0,-1 0,-47 0,48 0,-1 0,1 0,-24 0,23 0,25 0,-48 0,0 0,-24 0,23 0,1 0,0 0,24 0,-1 0,-47 0,48 0,0 0,-1 0,-23 0,0 0,0 0,-1 0,1 0,0 0,24 0,-25 0,1 0,24 0,-24 0,-1 0,-23 0,48 24,-24-24,-24 0,48 24,-25-24,-23 0,48 0,-48 0,48 0,-25 0,-23 0,24 0,0 0,0 0,-24 0,24 0,0 0</inkml:trace>
</inkml:ink>
</file>

<file path=ppt/ink/ink2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3691 9287,'47'0,"-23"0,47 0,1 0,-25 0,25 0,-1 0,1 0,-48 0,23 0,1 0,0 0,-25 0,49 0,-25 24,1-24,-24 0,47 0,1 23,-49-23,25 0,-24 0,0 24,23-24,-23 0,-24 0,48 0,-1 0,-23 0,0 0,0 0,24 0,23 0,-47 0,0 0,-1 0,25 0,0 0,-25 0,25 0,0 0,-1 0,-23 0,24 0,-1 0,1 0,23 0,-47 0,0 0,24 0,-24 0,-1 0,25 0,-48 0,24 0,0 0,-1 0,-23 0,24 0,0 0,0 0,23 0,-23 0,-24 0,48 0,-48 0,24 0,23 0,-47 0,24 0,0 0,0 0,-24 0,47 24,-23 0,0-24,-24 0,48 0,-25 0,49 0,-24 0,-1 0,48 0,-47 0,0 0,23 0,-47 0,23 0,1 0,0 0,-24 0,23 0,-23 0,0 0,0 0</inkml:trace>
</inkml:ink>
</file>

<file path=ppt/ink/ink2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15764 9454,'23'0,"-23"0,48-24,0 24,-48 0,23 0,1 0,0 0,0 0,0-24,-1 24,1 0,-24 0,72 0,-25 0,1 0,23 0,1 0,23 0,0 0,-71 0,48 0,23 24,-48-24,25 0,-1 0,-47 0,48 0,-1 0,0 0,-23 0,24 0,47 47,-24-47,0 0,48 0,-24 0,48 0,-24 0,-24 0,95 0,-95 0,24 0,24 0,-48 0,47 0,1 0,0 0,23 0,-47 0,-24 0,24 0,-48 0,-23 0,-1 0,1 0,-49 0,49 0,-48 0,23 0,1 0,-1 0,49 0,-1 0,-47 0,-1 0,-23 0,48 0,-49 0,49 0,-25 0,-47 0,48 0,0 0,-25 0,1 0,24 0,-48 0,47 0,-47 0</inkml:trace>
</inkml:ink>
</file>

<file path=ppt/ink/ink2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2214 10168,'0'0,"24"0,-24 0,48 0,-25 0,1 0,24 0,-24 0,47 0,-47 0,47 0,1-24,-25 24,1 0,24-48,-25 48,25 0,-49 0,49 0,-1 0,-47 0,47 0,1 0,47-23,-48 23,-23 0,24 0,-1 0,24 0,-71 0,71 0,-23 0,-1 0,24 0,1 0,-1 0,-47 0,47 0,24 0,-48 0,1 0,-1 0,24 0,-47 0,0 0,23 0,1 0,-1 0,-23 0,-1 0,-23 0,24 0,-48 0,47 0,25 0,-25 23,-23-23,24 0,23 0,-23 0,-1 0,-23 0,48 24,-25-24,-23 0,0 48,24-48,-48 0,23 0,25 0,-24 0,23 0,-23 0,0 0,0 0,23 0,-47 0,48 0,-48 0,24 0,-24 0,71 0,1 0,-25-24,1 24,-24 0,0 0</inkml:trace>
</inkml:ink>
</file>

<file path=ppt/ink/ink2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3714 10787,'0'0,"48"0,47 0,-23 0,23 0,48 24,-48 0,24-24,24 47,-24-23,-48-24,1 0,23 0,24 0,-47 0,23 0,24 24,0 24,-48-48,72 0,-47 0,-1 0,95 0,-47 47,-48-47,25 0,-49 24,24-24,-47 24,47 0,-23-1,-1-23,-23 0,-1 24,25-24,23 0,-47 24,-1-24,25 24,-25-24,25 0,-48 0,23 0,-23 0,24 0,-25 24,25-24,0 0,-1 0,-23 0,24 0,-25 0,1 0,0 0,24 0,-48 0,47 0,-23 0,24 0,-24 0,23 0,1 0,0 23,-25-23,1 0,0 0,-24 0,48 0,-25 0,1 0,0 0,24 0,-25 0,25 0,-48 0,24 0,-24 0,47 0,-23 0,0 0,24 0,-24 0,23 0,-23 0,-24 0</inkml:trace>
</inkml:ink>
</file>

<file path=ppt/ink/ink3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18430 7239,'0'0,"96"0,23 0,24 0,47-48,-23 48,-24 0,-24 0,-24 0,-23-23,23 23,-48 0,1 0,0-24,-25 24,49 0,-25 0,1 0,24-24,-1 24,0-24,1 24,-24 0,23 0,0 0,-23-24,0 0,23 24,-47 0,0 0,-1 0,-23 0,24 0,-24 0,24 0,-24 0,24 0,0 0,0 0,-24 0,23 0,1 0,0 0,0 0,-24 0,24 0,-1 0,-23-23</inkml:trace>
</inkml:ink>
</file>

<file path=ppt/ink/ink3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20597 6525,'0'0,"0"-24,48 24,0 0,-1-24,25 24,-1-24,-23 0,23 24,-23 0,23 0,-23-23,0 23,-1-24,25 24,-1 0,0 0,49-24,-25 24,0-24,24 24,0 0,0-24,-47 24,-1-24,-23 24,-1 0,1-23,-24 23,23 0,1 0,0 0,-1 0,1 0,23 0,1-24,47 24,-48 0,25 0,-49 0,1 0,-1 0,1 0,-48 0,24 0,0 0,0 0,-24 0</inkml:trace>
</inkml:ink>
</file>

<file path=ppt/ink/ink3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1666 7120,'0'0,"0"0,24 0,-24-24,24 24,0 0,24 0,23-24,48 24,-24-24,72 24,-24-23,24 23,-48 0,24 0,-24-24,0 24,-24 0,-48 0,1 0,0 0,-1 0,-23 0,0 0,47 0,-23 0,0 0,-1 0,1 0,23 0,-23 0,-24 0,0 0,-1 0,1 0,0 0,-24 0,24 0,0 0,-24 0,23 0,-23 0</inkml:trace>
</inkml:ink>
</file>

<file path=ppt/ink/ink3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881 3048,'0'0,"23"0,1 0,0 0,24 24,-24-24,23 24,1-1,23 1,1 0,-1 0,1-24,23 0,-24 0,-23 24,-24-24,23 0,1 0,-24 0,23 0,1 0,23 0,-23 0,0 0,-1 0,1 0,0 0,23 0,-23 0,-1 0,25 0,-1 0,-23 0,23 0,1 0,23 0,-24 0,1 0,-25 23,1-23,0 0,-1 0,-23 0,24 0,-1 24,25-24,-1 0,48 0,24 0,71 0,-47 0,-24 0,71 0,-95 0,-47 0,23 0,-24 0,1 0,47 0,-48 0,25 0,-1 0,24 0,24 0,0 0,23 0,-46 0,22 0,-70 0,47 0,-48 0,25 0,-25-24,48 24,-47 0,23 0,0-23,0 23,24 0,-47 0,23-24,-24 24,1 0,-24 0,23 0,0 0,1 0,-1 0,1 0,-1 0,-23 0,-1 0,-23 0,48 0,-1 0,1 0,-25 0,1 0,23 0,-47 0,47 0,-47 0,24 0,-24 0,23 0,1 24,0-24,-1 0,1 0,-24 0,-1 0,1 0,0 0,0 0,-24 0,48 0,-48 0,23 0,1 0,24 0,-1 0,25 0,-1 0,1 0,-25 0,1 0,-24 0,23 0,-23 0,0 0,0 0,0 0,-1 0,-23 0,48 0,-48 0,48 0,-24 0,47 0,-23 0,-1 0,1 0,-1 0,1 0,-24 0,0 0,23 0,-23 0,0 0,24 0,-1 0,-23 0,0 0,23 0,-23 0,24 0,-24 0,47 0,-47 0,24 0,-1 0,25 0,-25 0,-23 0,24 0,-1 0,25 0,-1 0,-23 0,-1 0,25 0,-48 0,47 0,1 0,-25 0,1 0,-1 0,1 0,23 0,-47 0,24 0,-24 0,23 0,-47 0,48 0,0 0,-25 0,25 0,0 0,-1 0,25 0,-25 0,25 0,-25 0,25 0,-25 0,25 0,-24 0,-1 0,1 0,-24 0,47 0,-23 0,-1 0,-23 0,48-24,-25 24,1 0,-1-24,25 24,-1 0,1 0,-1 0,1 0,-25 0,1 0,-24 0,47 0,-47 0,-24 0,48 0,-48 0,23 0,-23 0,24 0,0 0,0 0,-24 0,47 0,-47 0,24 0,24 0,-48 0,47 0,-23 0,0 0,24 0,-1 0,-23 0,0 0,0 0,0 0,23 0,-23 0,0 0,24 0,-1 0,1 0,-1 0,1 0,23 0,25 0,-1 24,-24-24,1 0,-25 0,-23 0,0 0,0 0,0 0,0 0,-1 0,25 0,0 0,-1 0,-23 0,0 0,-24 0,24 0,23 0,1 0,-1 0,25 0,-1 0,-47 0,-24 0,24 0,0 0,-24 0,24 0,-1 0,1 0,0 0,-24 0,24 0,0-24,23 24,-23 0,0-24,71 24,24-24,-24 24,-23-23,-1 23,-23 0,-24-24,0 24,-24 0,47 0,-47 0,24 0,0 0,0 0,-24 0,24 0,47 0,0 0,-23 0,23 0,-23 0,0 0,23 0,24 0,24 0,-23 0,-25 0,1 0,-49 0,25 0,-48 0,24 0,-24 0,24 0,-1 0,-23 0,24 0,-24 0,0 0</inkml:trace>
</inkml:ink>
</file>

<file path=ppt/ink/ink3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833 4072,'0'0,"24"0,23 0,25 0,23 0,0 24,72-24,-24 24,24-1,23 1,-23 0,23 24,-71-25,24 1,-24 0,-23-24,-49 0,1 0,0 0,-1 24,1 0,-1-1,25-23,47 24,0 0,24 0,24 0,-1 0,-23-24,-48 0,-23 0,-25 0,25 0,-25 23,-23-23,24 0,23 24,-23-24,23 0,25 24,-25-24,0 24,25-24,-25 0,1 0,-25 0,1 0,0 0,-1 24,1-24,-24 0,23 0,1 0,-24 0,23 0,25 0,-25 0,25 0,23 0,0 0,1 0,46 0,-23 0,0-24,-47 24,-1 0,-47 0,0 0,0 0,0 0,-1 0,1 0,24 0,0 0,23 0,-23-24,-1 24,48-24,-47 0,0 24,-1 0,1 0,23 0,1-23,-1 23,1 0,-1 0,-23 0,23 0,1 0,-1 0,0-24,1 24,-1 0,1-24,23 24,-23 0,23-24,24 24,-48 0,24 0,1 0,-25 0,1 0,23 0,-24 0,1 0,-1 0,24-24,-23 24,-48 0,23 0,1 0,0 0,23 0,-23 0,23 0,-23 0,23 0,-23 0,23 0,1 0,-25 0,-23 0,24 0,-1 0,49 0,-25 0,0 0,25 0,-1 0,0-24,24 24,-47 0,-1 0,1-23,-1-1,0 24,1-24,47 0,-71 24,-25-24,25 1,-24 23,0 0,23 0,-23 0,24 0,23-24,-23 24,-1-24,1 24,23-24,-23 0,0 24,-1-23,1 23,0 0,23-24,-23 0,23 24,24 0,-23-24,-25 0,1 24,-24 0,0 0,-24 0,47 0,-47 0,24 0,-24 0,24 0,0 0,0 0,-1 0,1 0,24 0,-48 0,47 0,-47 0,24 0,24 0,-48 0,24 0,47 0,-47 0,23 0,-23 0,24 0,0 0,-1 0,1 0,23 0,1 0,-25 0,1 0,23 0,-23 0,23 24,-23-24,0 0,-1 0,1 24,0-24,-25 0,1 0,0 0,0 0,0 0,-24 0,23 0,-23 0,24 0,0 0,-24 0,24 0,0 0,0 0,-1 0,-23 0,24 0,0 0,-24 0,24 0,-24 0,47 0,-47 0,24 0,-24 0,24 0,-24 0,24 0,0 0,-24 0,23 0,-23 0,24 0,0 0,-24 0,24 0,0 0,-1 0,1 0,-24 0,24 0,0 0,-24 0,24 0,-24 0,24 0,-24 0,23 0,1 0,-24 0,0 0,24 0,-24 0,24 0,0 0,-24 0,23 0,-23 0,0-24,24 24,-24 0,24-24,0 24,-24 0,24 0,-24 0,24 0,-1 0,-23-24,24 24,-24 0,24 0,-24 0,24 0,0 0,-1-23,1 23,0-24,0 24,0 0,-1 0,-23-24,24 24,0 0,-24 0,0 0,24 0,-24 0,24-24,-1 24,-23 0,24 0,-24 0,24 0,-24 0,24 0,0 0,-24 0,24 0,23 0,-23 0,0 0,0 0,-1 0,1 0,-24 0,24 0,0 0,-24 0,24 0,-24 0,47 0,-23 0,24 0,-1 0,25 0,-1 0,48 0,-71 0,-24 0,0 0,-24 0,23 0,1 0,0 0,-24 0,24 0,-24 0,24 0,-1 0,25 0,24 0,-25 0,25 0,-1 0,0 0,-23 0,23 0,-23 0,-24 0,0 0,-24 0,24 0,23 0,-23 0,0 0,23 0,-23 0,-24 0,24 0,0 0,-24 0,24 0,-24 0,24 0</inkml:trace>
</inkml:ink>
</file>

<file path=ppt/ink/ink3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833 4905,'0'0,"48"0,71 0,24 0,23 0,1 0,47 0,-47 0,0 24,-24-24,-1 24,-23-24,-47 0,-24 0,47 24,-24-24,-23 24,23-24,1 23,23-23,24 0,0 24,0-24,-24 0,1 0,-1 0,-24 0,-23 0,23 0,-47 0,0 0,0 0,-24 0</inkml:trace>
</inkml:ink>
</file>

<file path=ppt/ink/ink3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1405 6382,'0'0,"71"0,96 0,-1 0,1 24,0-24,-1 23,-47-23,1 24,-49 0,-23-24,-1 0,1 0,0 0,-1 24,-23-24,24 0,-1 0,1 0,-1 0,25 0,-25 0,25 0,-24 0,-25 0,25 0,23 24,-23-24,0 0,23 0,1 0,-1 0,0 0,25 23,23-23,-24 0,0 0,1 0,23 0,-24 0,0 0,-24 0,-23 0,0 0,-1 0,-23 0,0 0,24 0,-48 0,47 0,-47 0,24 0,0 0,0 0,0 0,-24 0,47 0,-47 0,48-23,-24 23,-1 0,1 0,-24 0,0-24,48 24,-48 0,24 0,-24 0,23 0,1 0,-24 0,24 0,-24 0,0-24,24 24,-24 0,47 0,-23 0,0 0</inkml:trace>
</inkml:ink>
</file>

<file path=ppt/ink/ink3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9906 7930,'0'0,"23"0,1 0,-24 0,24 0,0 0,-24 0,24 0,-24 0,23 0,1 0,0 0,0 0,0 0,0 0,-1 0,-23 0,24 0,-24 0,24 0,0 0,0 0,-1 0,1 0,0 0,0 0,0 0,23 0,-23 0,0 0,24 0,-48 0,47 0,-47 0,24 0,0 0,0 0,-1 0,-23 0,48 0,-48 0,48 0,-25 0,-23 23,0-23,24 0,0 0,-24 0,24 0,0 0,0 0,-24 0,23 0,-23 0,24 0,0 0,0 0,-24 0,24 0,-24 0,23 0,1 0,-24 0,24 0,-24 0,24 0,0 0,-24 0,24 0,-24 0,23 0,-23 0,24 0,0 0,-24 0,24 0,0 0,-1 0,1 0,0 0,0 0,0 0,-1 0,1 0,-24 0,24 0,0 0,-24 0,24 0,-24 0,23 0,-23 0,24 0,0 0,0 0,-24 0,24 0,0 0,-24 0,23 0,-23 0,24 0,-24 0</inkml:trace>
</inkml:ink>
</file>

<file path=ppt/ink/ink3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2238 8572,'24'0,"47"0,24-23,1 23,23-48,24 48,-48 0,-24 0,1 0,-25 0,1 0,-48 0,24 0,23 0,1-24,0 24,23 0,1 0,-1 0,1 0,-1 0,0-24,1 24,-1 0,-23 0,47 0,-47 0,-1 0,1 0,0 0,-25 0,25 0,-24 0,24 0,-25 0,49 0,-1 0,-23 0,-1 0,1 0,0 0,23 0,1 0,-25 0,48 0,-23 0,-1 0,1 0,-1 0,1 0,-1 0,-23 0,47 0,-71 0,23 0,1 0,0 0,-1-23,1 23,-24 0,23 0,-47 0,24 0,-24 0,24 0,0 0,0 0,23 0,-47 0,48 0,-24 0,-24 0,23 0,1 0,48 0</inkml:trace>
</inkml:ink>
</file>

<file path=ppt/ink/ink3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14954 8596,'24'0,"47"0,24 0,24 0,-47 0,23 24,0 0,48-24,24 48,-24-48,23 23,-23 1,24 0,-72-24,-23 24,-1-24,1 0,-1 0,0 0,1 0,-24 0,23 0,-23 0,-1 0,1 0,23 0,-71 0,24 0,24 0,-48 24,24-24,-1 0,1 0,-24 0,48 0,-24 0,-24 0,23 0,1 0,-24 0,24 0,0 0,0 0,-24 0,23 0,-23 0,48 0,47 0</inkml:trace>
</inkml:ink>
</file>

<file path=ppt/ink/ink3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857 10787,'0'0,"0"0,24 0,23 0,25 0,23 0,0 0,48 0,-48 0,48 0,-24 0,-23 0,23 0,-72 0,49 0,-49 0,1 0,-1 0,-23 0,-24 0,24 0,0 0,-24 0,24 0,-24 0,47 0,-23 0,24 0,23 0,1 0,-25 0,72 0,-71 0,23 0,-23 0,23 0,-23 24,23-24,1 0,-1 0,-23 0,0 0,-1 0,-23 0,24 0,-1 0,-23 0,48 0,-49 0,1 0,0 0,24 0,-25 0,1 0,24 0,-24 0,23 0,-23 0,24 0,-25 0,1 0,24 0,-24 0,0 0,23 0,-47 0,48 0,-48 0,24 0,-24 0,23 0,-23 0,24 0,0 0,24 0,-48 0,24 0,-1 0,1 0,24 0,-1 0,-23 0,0 0,24 0,-48 0,47 0,144 0,-48 0,95 0,24 24,-24-24,-48 0,-71 0,0 23,-71-23,-24 0,0 0,-1 0,1 0,24 0,0 0,23 0,24 0,-23 0,47 0,-24 0,-24 0,1 0,-25 24,25-24,-1 0,-23 0,71 0,-71 0,-1 0,25 0,-25 0,1 0,23 0,-23 0,23 0,-71 0,48 0,0 0,-24 24,23-24,1 0,-1 0,-23 0,0 0,24 0,-48 0,24 0,-24 0,23 0,1 0,-24 0,24 0,0 0,0 0,-1 0,1 0,24 0,-1 0,-47 0,24 0,24 0,-24 0,-1 0,1 0,0 0,0 0,24 0,-25 0,1 0,0 0,0 0</inkml:trace>
</inkml:ink>
</file>

<file path=ppt/ink/ink3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4334 11573,'23'0,"1"0,-24 0,24 0,-24 0,24-24,-24 24,24 0,-1 0,1 0,0-24,24 24,-1 0,-23 0,24 0,-25 0,1 0,0 0,0 0,0 0,0 0,-24 0,47 0,1-24,-24 24,-1 0,-23 0,24 0,-24 0,24 0,0 0,0-23,0 23,-1 0,49 0,-25 0,-23 0,0 0,24 0,-48 0,23 0,-23 0,48 0,0 0,-25 0,1 0,0 0,0 0,0 0,-24 0,24 0,-1 0,-23 0,24 0,-24 0,24 0,-24 0,24 0,0 0,-1 0,-23 0,48 0,-48 0</inkml:trace>
</inkml:ink>
</file>

<file path=ppt/ink/ink3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10549 4191,'0'0,"23"0,1 0,-24 0,24 0,-24-24,24 24,0-24,-1 24,1 0,0 0,-24-47,48 47,-25 0,-23 0,48 0,24-24,-25 24,-23 0,24 0,23 0,-23 0,-1 0,1 0,0-24,23 24,24 0,-23 0,-25 0,1 0,0 0,-1-24,1 24,-1 0,-23-24,24 24,-24 0,0-23,-1 23,1 0,-24 0,24 0,0 0,23 0,-23 0,24 0,-24 0,23 0,-23 0,24 0,-25 0,1 0,0 0,0 0,0 0,0 0,-1 0,25 0,-24 0,0 0,-1 0,1 0,0 0,-24 0,24 0,0 0,0 0,-1 0,-23 0,24 0,0 0,-24 0,24 0,0 0,-1 0,1 0,24 0,-24 0,-1 23,1-23,0 0,-24 0</inkml:trace>
</inkml:ink>
</file>

<file path=ppt/ink/ink3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15335 4143,'24'0,"-24"0,23 0,-23 0,24-23,-24 23,24 0,0 0,-24-24,24 24,-24 0,47 0,-47-24,24 24,-24 0,24 0,-24-24,24 24,0 0,-1 0,1 0,0 0,-24 0,24 0,-24 0,24 0,0 0,-1 0,-23 0,48 0,-48 0,48 0,-25 0,-23 0,24 24,0-24,0 0,-24 0,24 0,-1 0,-23 0,24 0,-24 0,24 0,0 0,-24 0,24 0,-24 0,23 0,-23 0,24 0,0 0</inkml:trace>
</inkml:ink>
</file>

<file path=ppt/ink/ink3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3833 10620,'24'0,"0"0,-24 0,24 0,0 24,-1-24,25 0,0 0,-24 24,47-24,0 0,1 0,-1 24,1-24,-1 0,1 0,-1 0,0 0,25 0,-25 0,48 0,0 0,0 0,24 0,24 24,-48-24,24 0,0 0,0 0,-1 0,1 0,0 0,24 0,-48 23,0-23,0 0,-24 0,-23 0,23 0,0 0,24-23,-23 23,23 0,24 0,-1 0,-46 0,23 0,0-24,0 24,0 0,-48 0,1 0,-25 0,25 0,-48 0,47 0,1 0,-25 0,1 0,23 0,1 24,-1-24,1 23,47-23,-48 0,-23 0,-1 0,-23 0,24 24,-24-24,-1 0,25 0,-24 0,0 0,47 0,-23 0,23 24,-23-24,47 0,0 0,1 24,-1-24,-24 0,24 0,-23 0,-1 24,-23-24,23 0,-23 23,0-23,-25 0,49 0,-24 0,-1 0,25 0,-25 24,25-24,-1 0,-23 0,-25 0,25 0,0 0,-24 0,23 0,-23 0,24 0,-1 0,1 0,0 0,-1 0,1 0,47 0,-47 0,-1 0,1 0,-24 0,47 0,-47 0,24 0,-25 0,49 0,-48 0,23 0,1 0,23 0,1 0,-25 0,1 0,-24 0,23 0,-23 0,0-24,24 24,-1 0,1 0,0 0,23 0,0 0,-23 0,24 0,-25 0,-23 0,24 0,-1 0,1 0,-1 0,1 0,0 0,23 0,-23 0,-24 0,23 0,1 0,-1 0,-23 0,0 0,24 0,-48 0,47 0,-23 0,24 0,-24 0,47 0,-47 0,23 0,-23-23,24 23,-24 0,23 0,1 0,0-24,-25 24,25 0,0 0,-25 0,25 0,-24 0,24 0,-1-24,1 24,-1-24,25 24,-25 0,1-24,47 24,-23 0,23 0,24-23,-24 23,48 0,-24 0,0-24,-47 24,-25-24,-23 24,24 0,-48-24,24 24,-24 0,47 0,25 0,-1 0,-23 0,23 0,-23 0,-1 0,25 0,-25 0,1 0,0 0,-1 0,1 0,-24 0,23 0,1 0,0 0,-24 0,-1 0,25 0,23 0,-47 0,24 0,-1 0,1 0,0 0,-1 0,1 0,0 0,23 0,-23 24,-25-24,25 24,24-24,-49 0,1 0,24 0,-48 0,47 24,1-24,0 0,-1 0,-23 0,0 0,0 0,-1 0,1 0,0 0,24 0,-1 0,1 0,23 23,-23-23,24 24,-1-24,-23 0,-1 0,-23 0,24 0,-1 0,-23 0,24 24,-25-24,25 0,-24 0,24 0,-25 0,1 0,24 0,47 0,0 0,1 0,-25 0,24 0,-23 0,-25 0,25 0,23 0,0 0,1 0,-1 0,-24 0,1 0,-1 0,0 0,49-24,-49 0,72 1,-72 23,1-24,23 0,-24 24,1 0,-25 0,25-24,-48 0,47 24,-23-23,-1 23,1 0,24-24,-1 0,-23 0,23 24,-23 0,23-24,-47 24,23 0,-23-24,0 24,0 0,-24 0,0 0</inkml:trace>
</inkml:ink>
</file>

<file path=ppt/ink/ink3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3238 12192,'0'0,"48"0,23 0,1 0,47 0,0 24,0 23,47-23,-23-24,24 24,-24 0,-48-24,48 0,-48 24,1-24,46 0,-22 0,-1 0,0 0,23 0,-46 0,-1 0,-24 0,1 0,-1 0,25 0,-49 0,1 0,-1 0,1-24,23 24,-47 0,0 0,0 0,24 0,-48 0,47 0,-47 0,24 0,0-24,0 24,-24 0,23 0,-23-24,48 24,-48 0,24 0,-24 0</inkml:trace>
</inkml:ink>
</file>

<file path=ppt/ink/ink3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4072 14645,'0'0,"23"0,-23 0,24-24,0 24,-24 0,24 0,23 0,-23 0,24 0,23 0,25 0,46 0,-23 0,24 0,-47 0,47 0,-48 0,-24 0,1 24,47-24,-48 0,24 23,1-23,47 24,-1-24,49 48,-24-48,-1 24,25-24,23 24,-71-24,0 23,0-23,-24 0,0 0,-24 0,0 24,24-24,-23 24,-1 0,24-24,-24 0,0 24,24-24,-23 0,-25 0,24 23,-23-23,-1 0,1 0,23 0,-24 0,48 24,-23-24,-1 0,0 24,24-24,0 0,-47 0,47 0,-48 0,1 24,23-24,-24 0,25 0,-25 0,1 24,47-24,-48 0,24 0,-23 0,-1 0,24 0,-23 0,47-24,-24 24,0-24,24 24,-23 0,-1 0,-24-24,1 24,-1 0,1 0,-25 0,1 0,-24-24,47 24,-23 0,-1 0,1 0,24 0,-25 0,25 0,-1 0,1 0,-1 0,-23 0,23 0,-47 0,47-23,-71 23,48 0,-24 0,-1 0,1 0,-24 0,48-24,23 24,-23 0,47 0,24 0,-23 0,-25 0,0 0,1 0,-1 0,25 0,-49 0,25 0,-1 0,-23 0,-24 0,23 0,-23 0,0 0,0 0,-1 0,1 0,-24 0,24 0,24 0,-25 0,1 0,24 0,-1 24,-23-1,48-23,-48 0,-1 24,25-24,-24 0,0 0,23 0,1 24,0-24,23 24,-23-24,47 0,0 0,-24 24,49-24,-49 0,48 0,-24 0,24 0,0 23,-47-23,23 0,0 0,-23 0,23 0,-23 0,-25 0,1 0,-1 0,1 0,0 0,23 0,0 0,1 0,-1 0,1 0,23 0,-47 0,47 0,-47 0,47 0,0 0,-24 0,25 0,-25 0,1 0,-1 0,-23 0,23 24,-23-24,-1 0,25 0,-1 24,-23-24,-24 0,23 0,1 0,0 0,-1 0,25 0,-25 0,25 0,-48 0,-1 0,25 0,-48 0,24 0,23 0,-23 0,24 0,-1 0,25 0,-48 0,-1 0,25 0,0 0,-1 0,1 0,-24-24,47 24,-47 0,0 0,24 0,-25 0,1 0,24 0,-48 0,24 0,-24 0,47 0,-23 0,0 0,0-24,-1 24,1 0,24-23,-48 23,24-24,-1 24,1 0,0-24,0 24,0 0,0-24,-1 24,-23 0,24 0,0 0,-24-24,24 24,-24 0,24 0,-1 0,-23 0,0-23,24 23,-24 0,48-24,-24 24,0 0,23-24,-23 24,0 0,-24-24,24 24</inkml:trace>
</inkml:ink>
</file>

<file path=ppt/ink/ink3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14549 15931,'0'0,"48"0,23 0,-23-48,71 48,-24-24,48 24,24-24,-72 0,48 24,-24 0,24 0,-48 0,-24 0,1-23,-1 23,1 0,-25 0,1 0,0 0,-25 0,25 0,0-24,-1 24,1 0,0 0,23 0,-23 0,-25 0,25 0,0 0,47 0,-71 0,23 0,-23 0,24 0,-48 0,24 0,-24 0,23 0,1 0,24 0,-1 0,1-24,24 24,-1-24,0 0,1 24,-25 0,-23-23,24-1,-24 24,-24 0,23 0,-23 0,24 0,-24 0,24 0,-24 0,24 0,0 0,-24 0,24 0,23 0,-23 0,0 0,23 0,1 0,-24 0,0 0,0 0,-1 0,-23 0,0 0,24 0,48 0,-1 0,0 0,-23 0,0 0,-1 0,1 0,23-24,-47 24,0 0,0 0,-24 0,24-24,-1 24,-23 0,24 0,-24 0,48 0,-24 0,-24 0,24 0,-1 0,-23 0,24 0,-24 0,48 0,-24 24,23 0,-47 0,24-24,-24 23,24-23</inkml:trace>
</inkml:ink>
</file>

<file path=ppt/ink/ink3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17049 3786,'0'0,"48"0,23 0,1 0,-1 0,1 0,-1 0,1 0,-1 0,24 0,-47 0,0 0,-48 0,47 0,-23 0,0 0,0 0,-1 0,1 0,24 0,-24 0,0 0,47 0,-23 0,-1 0,1 0,23 0,-23 0,23 0,25 0,-49 0,1 0,-24 0,23 0,-23 0,0 0,0 0,23-24,-47 24,24 0,0 0,24 0,-25 0,25 0,23 0,1 0,-1 0,1 0,-1 0,-23 0,-48 0,24 0,-24 0,23 0</inkml:trace>
</inkml:ink>
</file>

<file path=ppt/ink/ink3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13906 8168,'0'0,"48"0,-24 0,-1 0,25 0,23 0,-23 0,0 0,-1 0,1 0,0 0,23 0,-47 0,23 0,1 0,23 0,-23 0,0 0,-1 0,1 0,23 0,-23 0,0 0,-1 0,-23 0,24 23,-1-23,-23 0,48 0,-49 0,-23 0,48 0,23 0,-23 0,24 0,-25 0,25 0,-25 0,1 0,23 0,-23 0,0 0,-1 0,1 0,23 0,-23 0,-24 0,-1 0,25 0,-24 0,0 0,-24 0,24 0,23 0,-23 0,0 0,47 0,-71 0,24 0,48 0,-25 0,-23 0,24 0,23-23,0 23,-23 0,0-24,-1 24,1 0,23 0,1 0,-1 0,25 0,-1 0,0 0,24 0,-24 0,1 0,-25 0,-23 0,-1 0,25 0,-25 0,-23 0,0 0,47 0,-23 0,-24 0,23 0,25 0,-1 0,25 0,-25 0,0 0,1-24,23 24,-23 0,-25 0,25 0,-25 0,1 0,-24 0,23 0,1 0,23-24,-23 24,23 0,1 0,-1 0,25 0,-25 0,24 0,0 24,-47-24,0 0,23 0,-23 0,-24 24,23-24,1 0,-24 0,23 24,1-24,23 0,1 0,-25 0,25 0,-48 0,23 0,-23 0,24 0,-1 23,1-23,0 0,-1 0,1 0,0 0,47 0,-24 0,-23 0,23 0,-23 0,-1 0,1 0,47 0,-47 0,23 0,1 0,-24 0,-25 0,49 0,-48 0,23 0,-23 0,47 0,-47 0,0 0,0 0,23 0,-23 0,0 0,24 0,-24 0,-1 0,25 0,23 0,-23 0,0 0,-24 0,23 0,-23 0,0 0,23 0,1 0,-24 0,0 0,47 0,-23 0,-25 0,25 0,0 0,-1-23,-23 23,0 0,-24 0,24-24,0 24,-24 0</inkml:trace>
</inkml:ink>
</file>

<file path=ppt/ink/ink3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11668 9454,'0'0,"0"0,0 0,24 0,-1 0,-23 0,24-24,0 0,0 24,-24 0,24-24,-1 24,1 0,0 0,0 0,24-24,-25 0,1 24,24 0,-24 0,-1-23,1 23,0 0,-24 0,24 0,0 0,-1 0,1 0,-24 0,48 0,-48 0,24 0,-1 0,1 0,-24 0,24 0,-24 0,24 0,-24 0,24 0,0 0,-1 0,1 0,0 0,0 0,23 0,-47 0,24 23,-24-23,24 0</inkml:trace>
</inkml:ink>
</file>

<file path=ppt/ink/ink3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7262 9430,'0'0,"0"-24,0 24,0 0,48 0,0-48,-48 48,47 0,72-24,-119 24,48-23,-24 23,0-24,23 24,-23 0,-24 0,48 0,-1 0,1 0,-24 0,71 0,-24 0,1 0,47 0,-95 0,71 0,-47 0,-1 0,25 0,-25 0,-23 0,24 0,-1 0,25 0,-1 0,-47 0,24 0,-1 0,25 0,-25 0,25 0,-25 0,25 0,-25 0,49 0,-25 0,1 0,-25 0,1 0,47 0,-71 0,47 0,1 0,-25 0,-23 0,24 0,-1 0,-23 0,24 0,0 0,-1 0,1 0,-1 0,25 0,-48 0,0-24,23 24,-23 0,0-24,0 24,-1 0,25 0,-24 0,0 0,23 0,-23 0,0 0,0 0,-1 0,25 0,-48 0,24 0,-24 0,48 0,-48 0,23 0,-23 0,48 0,-48 0,24 0,-24 0,47 0,-47 0,24 0,-24 0,24 0,0 0,0 0,-24 0,24 0,23 0,-47 0,48 0,-24 0,-1 0,25 0,-48 0,48 0,-25 0,1 0,0 0,0 0,23 24,-23-24,0 0,-24 0,48 24,-24-24,-24 0,47 0,-23 0,24 0,-1 0,1 0,0 0,23 0,-23 0,-25 0,1 0,0 0,0 0,-24 0,24 0,-1 0,1 0,0 0,24 0,-25 0,25 0,-24 0,24 0,-25 0,1 0,0 0,0 0,-24 0,24 0,23 0,-23 0,-24 0,24 0,0 0,0 0,-1 24,-23-24</inkml:trace>
</inkml:ink>
</file>

<file path=ppt/ink/ink3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20455 10597,'23'-24,"1"-24,-24 48,48 0,-24 0,-1 0,25 0,0 0,-25-24,1 24,48-24,-1 24,-23 0,-1-23,1 23,24-24,-25 24,25 0,-1 0,24 0,-23 0,-1-24,1 0,47 24,-24 0,0 0,48-47,-48 47,-23 0,-1 0,-47 0,47 0,-71 0,48-24,-24 24,23 0,-23 0,48 0,-48 0,23 0,1 0,-1 0,-23 0,24 0,-24 0,23-24,-47 24,24 0,-24 0,24 0,-24-24,47 0,-47 24,48 0,-24 0,0 0,23 0,-47 0,24 0,-24 0,48 0,-48 0,24 0</inkml:trace>
</inkml:ink>
</file>

<file path=ppt/ink/ink3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881 11382,'0'0,"71"0,-23 0,-24 0,47 0,-23 0,47 72,-47-72,-1 24,-23-24,0 0,47 0,-23 47,-24-47,23 0,-23 24,24-24,-1 0,1 0,0 0,-25 24,49 23,-25-47,25 0,-1 0,1 24,-25-24,25 0,-1 0,24 0,-47 0,0 0,-24 0,23 0,1 0,-24 0,-1 0,1 0,0 24,24-24,-48 0,47 0,-23 0,48 0,-1 0,-23 0,-1 0,-23 0,-24 0,48-24,-25 24,-23 0,48 0,-48 0,24-24,-24 24,48 0,-48 0,23 0,-23-23</inkml:trace>
</inkml:ink>
</file>

<file path=ppt/ink/ink3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17859 14454,'0'0,"0"0,0 0,0-24,71 1,-23 23,0 0,23 0,24 0,48-48,-48 48,72 0,0 0,-24 0,71 0,-71 0,47 0,-47 0,-24 0,-23 0,23 0,-24 0,-24 0,1-24,-1 24,48-24,-23-23,-25 47,0 0,25 0,-25 0,-47 0,47 0,-23-24,-24 24,71 0,-71 0,24 0,-25 0,49 0,-1 0,-71 0,24 0,24 0,-48 0,23-24,-23 24,48 0,-48 0,24 0,-24 0,47 0,-47 0,24 0,-24 0,48 0,-24 0,23 0,-23 0,48 0,-72 0,47 0,1 0,-48 0,48 0,-25 0,49 0,-72 0,24 0,47 0,-47 0,0 0,-1 0,-23 0,24 0,0 0,0 0,-24 0,24 0,-1 0,1 0,-24 0,24 0,0 0,0 0,-24 0,24 0,-1 0,1 0,-24 0,24 0,0 0,0 0,-24 0,23 0,1 0,0 0,-24 0,24 0,0 0,0 0,-24 0,23 0,1 0,0 0,-24 0,24 0,0 0,-1 0</inkml:trace>
</inkml:ink>
</file>

<file path=ppt/ink/ink3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11168 16550,'0'0,"47"0,-23 0,24 0,-1-48,-23 48,0 0,0 0,23 0,-23 0,48 0,47 0,-48-24,24 24,1 0,-25-24,1 24,-1 0,0 0,-47 0,24 0,-24 0,47 0,1 0,-49 0,25 0,0 0,23 0,1 0,-25 0,48 0,-23 0,23 0,-24 0,1 0,-24 0,47 24,-95-24,71 0,-23 0,23 24,-23-24,23 0,-47 0,48 0,-1 0,-47 0,47 0,-23 0,0 0,23 0,-47 0,47 0,-47 0,24 0,-1 0,1 0,-24 0,0 0,23 0,-47 0,24 0,24 0,-48 0,47 0,-23 0,24 0,-1 0,1-24,-24 24,23 0,-23 0,24 0,-1 0,-23 0,24 0,23 0,-23 0,0 0,-1 0,25 0,-25 0,1 0,23 0,1 0,-25 0,25 0,-48 0,47 0,1 0,-1 0,-23 0,23 0,0 0,1 0,-25 0,25 0,-1 0,1 0,-1 0,1 0,23 0,0 0,-23 0,-49 0,49 0,-1 0,-47 0,48 0,-1 0,-47 0,47 0,-71 0,24 0,48 0,-49 0,25 0,-24 0,23 0,-23 0,24 0,-24 0,-24 0,23 0,-23 24,48 0,-24-24,23 0,1 0,24 47,-72-47,71 0,24 0,1 0,23 0,0 0,-48 0,0 0,-23 0,24 0,-1 0,-47 0,47 0,25 0,-49 0,-23 0,0 0,23 0,1 0,-24 0,23 0,1 0,0 0,-1 0,-23 0,48 0,-1 0,24 0,-71 0,24 0,-1 0,1 0,-24 0,0 0,23 0,-47 0,48 0,-24 0,-1 0,1 0,0 0,-24 0,48 0,-48 0,23 0,1 0,-24 0,24 0,-24 0,24 0,-24 0,24 0,0 0,-1 0,-23 0,24 0</inkml:trace>
</inkml:ink>
</file>

<file path=ppt/ink/ink3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13414 3572,'0'0,"0"0,0 0,40 0,0 0,-1 0,1 0,20 19,39 1,-40-20,21 20,-21-20,1 20,79-20,-60 0,40 20,-59-20,-1 0,21 20,19-20,-40 0,-19 0,-20 0,0 0,19 0,-19 20,20-20,19 19,21-19,-1 0,60 0,-20 20,-20-20,21 20,-61-20,60 0,-59 20,-1 0,-19-20,-20 0,0 0,-1 20,1-20,-20 0,40 0,-40 0,40 0,-1 19,-19-19,40 0,-41 20,21-20,20 0,-40 0,39 0,-39 0,20 0,-21 0,1 0,-20 0,20 20,0-20,0 0,20 0,-1 0,-19 0,20 0,-20 0,-1 0,1 0,0 0,0 0,0 0,-20 0,40 0,-40 0,19 0,-19-20,0 20</inkml:trace>
</inkml:ink>
</file>

<file path=ppt/ink/ink3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17482 3572,'0'0,"0"0,20 0,0 0,0 0,0 0,0 19,19 1,-39-20,20 0,-20 0,20 0,20 20,-1 0,1-20,20 0,-21 0,21 20,-21-20,21 20,0 0,-1-20,-39 0,0 0,19 19,-19-19,0 20,40 0,-1-20,1 0,-1 20,21 0,78 0,1-1,-60-19,60 40,-80-40,1 20,19 0,-39-20,-41 0,1 0,0 0,0 0,-20 0,20 0,-20 0,20 0,-20 0</inkml:trace>
</inkml:ink>
</file>

<file path=ppt/ink/ink3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4028 4484,'0'0,"20"0,0 0,0 20,20 0,39-20,0 40,-19-20,19 19,-19-39,39 0,-20 20,1-20,-1 0,0 0,40 0,-39 20,19-20,-20 0,21 0,-41 0,1 20,-1-20,1 0,-40 20,39-20,-19 0,-20 0,0 0,19 0,21 0,-21 0,1 0,-20 0,20 0,-21 0,21 0,-20 0,20 0,-1 0,-19 0,20 0,0 0,-1 0,-19 0,20 0,19 0,1 0,-20 0,39 0,-19 0,-1 0,1 0,19 0,-39 0,19 0,1 0,19 0,-19 0,-21 20,1-20,0 0,19 0,1 0,-1 0,1 0,19 0,1 0,-21 19,20-19,21 0,-21 0,0 0,1 0,-1 0,20 0,-39 0,-1 20,21-20,-21 0,1 0,-1 0,-19 0,20 0,-1 0,21 0,-41 0,21 0,-1 0,-19 0,20 0,-21 20,-19-20,20 0,-1 0,1 0,0 0,-20 0,39 0,1 0,39 0,-40 0,21 0,39 0,0 0,0 0,0 20,-20-20,1 0,-1 0,20 20,-40-20,-39 0,19 0,-19 0,0 0,-1 0,-19 0,20 0,-20 0,0 0,19 0,-19 0,0 0,20 0,-40 0,20 0,19 0,-19 0,0 0,39 0,-19 0,-20 0,40-20,-21 20,1 0,0 0,-21 0,21 0,-40 0,20 0,-20-20,20 20,0 0,-20 0,20 0,-1 0,1 0,20 0,-40 0,40 0,-21 0,21 0,-40 0,20 0,0 0,0 0,-20 0,19 0,-19 0,40 0,-40 0,20 0,-20 0,40 0,-20-20,-1 20,21 0,0 0,-20-20,-1 20,21 0,-40 0,20 0,0 0,-20-19</inkml:trace>
</inkml:ink>
</file>

<file path=ppt/ink/ink3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4385 5635,'0'0,"0"0,20 20,0-20,20 20,0-20,19 20,1 0,59 19,0-19,-40-20,40 20,-39 0,-1-20,-20 0,1 0,0 0,-21 0,-19 0,20 0,19 0,-19 0,19 0,1 0,19 20,1-20,-21 0,1 0,19 0,-39 0,0 0,19 0,-19 20,19-20,-19 0,39 0,1 0,-1 0,1 0,-1 0,40 0,-60 0,1 0,-20 0,-1 0,1 0,-20 0,0 0,19 0,-39 0,20 0,-20 0,40 0,-20 0,19 0,-19 0,20 0,0 0,19 0,-19 0,19 0,-19 0,20 0,19 0,0 0,-39 0,0 0,-20 0,19 0,-19 0,-20 0,40 0,0 0,-21 0,21 0,0 0,-1 0,41 0,-40 0,19 0,1 0,-1 0,1 0,-1 0,1 0,19 0,20 0,-39 0,-1 0,1 0,-1 0,1 0,-20 0,19 0,-19 0,39 0,-19 0,-21 0,1 0,-20 0,40 0,-21 0,-19 0,20 0,-1 0,21 0,-20 0,-1 0,41 0,-21 0,1-20,-21 20,1-20,0 20,0-20,-1 20,21 0,-1-20,1 0,19 20,20-19,-19 19,-21 0,1 0,-1-20,1 20,-20 0,-21 0,1 0,0 0,0 0,0 0,-20 0,39 0,-19 0,0 0,0 0,0 0,0 0,0 0,-1 0,1 0,0 0,0 0,20 0,-21 0,1 0,0 0,-20 0,20 0,0 0,0 0,0 0,-1 0,-19 0,20 0,20-20,-40 20,20 0,0 0,-1 0,1 0,0 0,0-20,0 20,-20 0,20 0,-20 0,20 0,-20 0,19 0,1 0,-20 0,20 0,0 0,0 0</inkml:trace>
</inkml:ink>
</file>

<file path=ppt/ink/ink3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21392 6707,'39'0,"21"0,-1 0,1 0,-1 0,-19 0,0 20,-20-20,39 20,-19-20,19 19,1-19,-20 20,-1 0,21-20,-1 20,-19-20,0 0,19 0,-19 0,0 0,19 20,-39-20,20 0,19 20,-19-20,19 0,-19 20,0-20,19 0,-19 0,20 0,39 19,20 1,20 0,0-20,19 40,-39-20,-39-20,19 19,-39-19,19 20,0-20,-19 0,-1 0,1 0,-1 0,41 0,-41 0,1 0,-21 0,1 0,-20 0,39 0,-59 0,40 0,-40 0,20 0,-60 0</inkml:trace>
</inkml:ink>
</file>

<file path=ppt/ink/ink3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1965 7759,'0'0,"19"0,21 0,20 0,59 0,39 0,61 0,-21 0,20 19,1-19,-61 0,41 0,-40 0,-80 0,0 0,-19 0,-1 0,1 0,-20-19,19 19,21 0,-1 0,20 0,0 0,1 0,-21 0,20 19,0-19,-19 20,39-20,-40 0,1 0,-21 20,40-20,-59 0,20 0,-21 0,-19 0,20 0,19 0,-19 0,-20 0,20 0,-21 0,-19 0,20 0,0 0,-20 0,20 0,-20 0</inkml:trace>
</inkml:ink>
</file>

<file path=ppt/ink/ink3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12125 9783,'0'0,"19"0,-19 0,20 0,0 0,20 0,19 0,1 20,-1-1,-19-19,39 20,21-20,-21 20,-19-20,-1 20,40 0,40 19,0 1,-20-20,20 0,-20 0,-20 0,1-1,-61-19,-19 0,20 0,-20 20,-1-20,1 0,0 0,0 0,40 0,-21 20,1-20,0 0,19 20,-39-20,20 0,-1 0,1 0,0 0,-20 0,19 0,1 0,-20 0,0 0,-1 0,21 0,-40 0,20 0,0 0,0 0,0 0,-1 0,21 0,0 0,19 0,1 0,-21-20,1 20,20 0,-60 0,20 0,-20-20,19 20,-19 0,20 0,-20 0</inkml:trace>
</inkml:ink>
</file>

<file path=ppt/ink/ink3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17085 9723,'20'0,"0"0,0 0,0 0,20 0,-40 0,19 0,21 0,-40 0,40 0,19 0,-19 0,39 0,40 20,40-20,0 20,20-20,-21 40,-19-40,0 0,0 0,0 19,-60-19,-39 0,0 0,19 0,-19 0,19 0,-19 0,20 20,19-20,-39 0,19 0,21 20,-21-20,1 0,-1 20,1-20,19 0,0 0,40 0,-59 0,-40 0,20 0,-21 0,1 0,20 0,-20 0,19 20,-19-20,20 0,39 0,-39 0,0 0,-20 0,19 0,-19 0,0 0,0 0,-20 0,20 0,0 0,-1 0,-19 0,20 0,0 0,-20 0,20 0,20 0,-21 0,21 0,0 0,-1 0,-19 0,0 0,0 0,0 0,-20 0,20 0,19 0,-19 0,0 0,40-20,-41 20,1 0,0 0,0 0,0 0,-20 0,20 0,-1 0,1-20,-20 20,20 0,0 0,0 0,-20 0,20 0,-20 0,20 0,-1 0,-19 0,20 0,-20 0,20 0,-20 0,40 0,-40 0,20 0,19-20,-19 20,0 0,0 0,0 0,0 0,-20 0,19 0,1 0,-20 0,0-20,0 20</inkml:trace>
</inkml:ink>
</file>

<file path=ppt/ink/ink3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12898 11846,'0'0,"20"0,-20 0,20 0,-20 0,20 0,0 0,-20 0,20 0,0 0,-1 0,1 0,-20 0,40 0,-20 0,19 20,1-20,20 0,19 0,20 0,-19 20,-21-20,1 0,-1 0,-19 0,0 0,-21 20,21-20,0 0,-1 0,1 20,20-20,-1 0,-19 0,0 0,-1 0,1 0,0 0,19 0,-19 20,-20-20,19 0,1 0,0 0,19 0,-19 0,20 20,19-1,-20-19,21 20,-21 0,1-20,-1 0,-39 0,40 0,-21 0,21 20,-20-20,39 20,-19-20,-1 20,-19-20,0 0,-21 0,1 0,-20 0,40 19,-20-19,19 0,1 20,39-20,-19 20,0-20,19 0,-39 0,-1 20,21-20,-21 0,1 0,-20 0,20 0,-1 0,-19 0,0 0,20 0,-20 0,19 20,1-20,0 0,-20 0,-1 0,1 0,0 0,0 0,0 0,0 0,-1 20,-19-20,20 0,0 0,-20 0,20 0,-20 0,20 0,0 0,-20 0,20 0,-20 0</inkml:trace>
</inkml:ink>
</file>

<file path=ppt/ink/ink3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16371 10557,'0'0,"0"0,0 0,20 0,0 0,0 0,-1 0,1 0,20 0,-20 0,-20 0,40 0,-40 0,39 0,1 19,19-19,-19 0,0 20,0-20,19 0,20 0,-39 0,20 0,-1 20,21-20,-41 20,21-20,39 20,-79-20,39 20,1-20,-20 0,19 20,1-1,-21 1,1-20,20 0,19 20,0 0,-19 0,39 0,-20-1,40 1,1 0,-21 0,0-20,-20 20,1 0,-21 0,1-20,-21 19,-19-19,20 20,-40-20,20 0,0 20,-20-20,20 0,-1 0,1 0,-20 0,20 0,0 0,0 20,-20-20,20 0,-1 0,1 0,20 0,-40 0,20 0,20 0,-40 0,19 0,1 0,0 20,-20-20,40 0,-40 0,20 0,-1 0,-19 0,40 0,-40 0,20 0,-20 0,20 0,0 0,-20 0,19 0,-19 0,20 0,0 0,0 0,0 0,0 0,0 0,-1 0,1 0,-20 0,40 0,-40 0,20 0,-20 0,20 0,-1 0,1 0,-20 0,40 0,-40 0,20 0,-20 0,20 0,-1 0,-19 0,20 0,-20 0,20 0,-20 0</inkml:trace>
</inkml:ink>
</file>

<file path=ppt/ink/ink3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8548 9811,'24'0,"24"0,23 0,1 0,-1 0,1 0,-25 0,1 0,-24 0,-1 0,1 0,-24 0,24 0,0 0,0 0,-24 0,23 0,1 0,0 0,24 0,-1 0,25 0,-72 0,47 0,-23 0,0 0,24 0,-25 0,1 0,0 0</inkml:trace>
</inkml:ink>
</file>

<file path=ppt/ink/ink3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7699 3968,'0'0,"0"20,20 0,0 0,20 0,-1 20,1-21,-20 1,0-20,0 20,0-20,-1 20,-19-20,40 20,-40-20,20 0,0 20,0-20,-1 0,1 0,0 0,0 19,20-19,-21 0,1 20,20-20,39 0,-19 20,-20-20,-1 0,-19 0,0 0,0 0,19 0,1 20,0-20,19 0,1 20,-1 0,1-20,19 20,-19-20,-20 19,-1 1,1-20,59 20,-19 0,-21 0,40 0,-39-1,-1-19,-39 20,60-20,-41 20,1-20,-20 0,0 0,-20 0,0 0,19 0,1 0,-20 0,20 0,-20 0,0 0,0-20,40 20,-40 0,20 0,-20 0,20 0,-20-20,39 20,1-19,0-1,19 0,-19 0,-40 20,40 0,-1-20,-39 0,20 20,-20 0,0 0,0-19,0 19,-40-20</inkml:trace>
</inkml:ink>
</file>

<file path=ppt/ink/ink3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1111 10100,'0'0,"20"0,0 0,20 0,-1 20,-19 0,40 0,-21-20,21 20,-20-1,-21-19,21 20,0-20,-20 0,19 0,21 20,-40-20,59 20,-39-20,19 0,1 20,-20-20,-1 0,21 0,-21 0,21 20,39-1,-39-19,-1 20,21-20,-21 0,21 0,19 20,-60-20,21 0,-20 0,19 0,21 0,-21 0,20 0,1 0,-21 0,21 0,19-20,-40 20,-19 0,20 0,-21 0,1 0,0 0,39 0,-39-20,19 20,1 0,-1 0,-19 0,20 0,-1 0,-19 0,-20 0,19 0,1 0,20 0,-21 0,1 0,20 0,-21 0,1 0,19 0,1 0,-20 0,-1 0,1 0,-20 0,0 0,0 0,39 0,-39 0,20 0,-21 0,21 0,-20 0,20 0,-1 0,1 0,0 0,-40 0,39 0,-39 0,20 0,-20 0,20 0,0 0,-20 0,20 0,-20 0,20 0,-20 0,20 0,-1 0</inkml:trace>
</inkml:ink>
</file>

<file path=ppt/ink/ink3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6648 10279,'20'0,"-20"0,19 0,-19 0,40 0,0 0,59 0,-40 0,1 0,19 20,-19-1,39 1,-59 0,-1 0,1-20,0 0,-20 20,0-20,-20 0,19 0,1 0,20 20,-20-20,-20 20,39-20,-39 0,40 0,-40 0,20 0,-20 0,20 0,-20 0,20 0,0 0,19 0,-19 0,40 0,-21 0,21 0,19 0,-39 0,0 0,-1 0,1 0,0 0,19 0,-39 0,0 0,-20 0,20 0,-20 0,20 0</inkml:trace>
</inkml:ink>
</file>

<file path=ppt/ink/ink3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15101 10120,'0'0,"0"0,0 0,20 0,20 0,19 0,21 0,39 0,-40 20,40-20,0 20,0 0,-20-20,1 19,-41-19,1 0,-1 20,1 0,-40 0,39-20,-39 0,0 0,0 0,-1 0,1 20,40-20,-20 20,-1-20,21 0,-21 0,1 0,0 0,-20 19,19-19,1 0,-20 0,0 20,39-20,1 20,-21-20,-19 0,20 0,-40 0,20 20,-20-20,40 0,-1 0,-19 0,0 0,20 20,-40-20,19 0,1 0,0 0,0 0,0 0,0 0,19 0,1 0,0 0,-40 0,20 0,-1 0,1 0,-20 0,20 0,-20 0,20 0,0 0,-20 0,20 0,-20 0</inkml:trace>
</inkml:ink>
</file>

<file path=ppt/ink/ink3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2758 12204,'0'0,"20"20,20-1,19 1,1 0,39 20,-39-1,39 1,-59-40,19 20,1 0,-1 0,40 19,1-19,19 0,-40 20,0-40,21 20,-21-20,-19 0,-1 0,-19 0,-1 0,21 0,-1 0,1 0,0 0,-21 0,41 0,-41 0,21 0,-21 0,-19 0,20 0,-20 0,0-20,19 20,-19 0,0 0,20 0,19-20,1 20,-1 0,1 0,-20-20,-1 20,1 0,-20 0,0 0,-20-20,20 20,-1 0,-19 0,20-20,40 0,-21 1,1-1,-20 20,-20-20,40 0</inkml:trace>
</inkml:ink>
</file>

<file path=ppt/ink/ink3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2342 2064,'0'0,"0"0,19 0,-19 0,0 0,20 0,-20 0,20 0,-20 0,20 0,0 0,-20 0,20 0,-1 0,1 0,0 0,0 0,20 0,-1 0,21 0,-1 0,21 0,-21 0,1 0,-1-20,41 20,-41 0,21 0,-1-20,40 20,0-20,-40 0,40 0,1 0,-61 1,60-1,-59 20,39-40,-40 40,-39 0,0 0,0 0,20 0,-21 0,-19 0,20 0,0 0,-20-20,20 20,20 0,-40 0,39 0,-19 0,-20 0,20 0,0 0,-20 0,20 0,-20 0,20 0,-20 0,19 0,1 0,-20 0,20 0,-20 0,20 0,0 0</inkml:trace>
</inkml:ink>
</file>

<file path=ppt/ink/ink3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3076 12283,'0'0,"20"0,-20 0,39 0,1 0,20 0,19 0,0 0,1 0,-21 0,21 0,-1 20,0-20,-19 0,19 0,-19 0,-1 0,-19 0,-20 0,0 0,0 0,-1 0,1 0,0 0,0 0,20 0,-1 0,21 0,-40 0,39 0,-19 0,19 0,1 0,-20-20,19 20,1 0,-21-20,1 20,-20-20,20 20,-21 0,1 0,-20 0,20 0,20 0,-40 0,20 0,-1-19,21 19,0 0,-20 0,39 0,-19 0,0 0,-1 0,-39 0,40 0,-20 0,-20 0,20 0,0 0,19 0,-19 0,0 0,0 0,-20 0,20 0,-1 0,-19 0,20 0,0 0,0 0,-20 0,20 0,0 0,-1 0,1 0,-20 0,20 0,0 0,-20 0,20 0,0 0,0 0,-20 0,19 0,1 0,0 0,0 0,0 0,0 0,-20 0,19 0,-19 0,20 0,0 0,-20 0,20 0,-20 0,20 0,-20 0,20 0,-1 0</inkml:trace>
</inkml:ink>
</file>

<file path=ppt/ink/ink3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6132 14287,'0'0,"20"0,-1 0,41 0,19-20,40 1,0-1,1 0,-21 20,20-20,-40 20,20-20,-39 20,-1 0,-19 0,0 0,-1 0,1 0,-40 0,20 0,0 0,0 0,19 0,-19 0,40 0,-1 0,1 0,-20 0,19 0,1 0,-1 0,1 0,-21 0,1 20,0-20,19 0,1 0,-21 0,-19 0,20 0,20 0,-41 0,21 20,0-20,-1 0,21 0,-1 0,-19 0,40 0,-41 0,1 0,0 20,-21-20,1 0,-20 0,20 0,0 0,0 0,-20 0,20 0,0 0,-1 0,21 0,0 0,-20 20,19-20,21 0,-20 0,-21 0,21 19,-20-19,0 0,0 20,-1-20,1 0,40 20,-60-20,59 0,-19 20,20-20,-1 0,-19 0,-1 0,-39 20,40-20,-40 0,20 0</inkml:trace>
</inkml:ink>
</file>

<file path=ppt/ink/ink3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2758 16391,'0'0,"0"0,60 0,-40 0,39 20,1-1,39 1,-20 0,40-20,-39 20,39-20,-60 0,-19 20,0 0,-20-20,-1 0,-19 0,20 0,0 0,0 0,0 0,0 0,19 0,21 0,-1 0,1 0,-20 0,-1 0,1 0,0 0,-20 0,-1 0,1 0,0 0,20 0,-1 0,21 0,19 0,1 0,-21 0,1 0,-1 0,-19 0,0 0,-1 0,-19 0,0 0,0 0,39 0,-19 0,0 0,19 0,21 0,-1 0,-19 0,-1 0,1 0,-1 0,-19 0,19 0,1 0,-20 0,-1 0,1 0,-20 0,20 0,-21 0,21 0,-20 0,20 0,-1 0,1 0,0 0,-1 0,1 0,0 0,-1 0,-19 0,0 0,-20 0,20 0,0 0,-20 0,0-20,20 20,-20 0,19 0,-19 0,20 0,0 0,-20 0,20 0,-20 0,20 0,0 0,-20 0,0 0,20 0,-1 0,-19 0,20 0,0 0,-20 0,20 0,-20-20,0 20,20 0,0 0,-20 0,19 0,-19 0,20 0,-20 0,20 0,0 0,-20-20,20 20,-20 0,20 0,0 0,-20-20,0 20</inkml:trace>
</inkml:ink>
</file>

<file path=ppt/ink/ink3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1548 5358,'0'0,"20"-20,19 20,-39 0,20 0,20 0,-20 0,0 0,19 0,-19 0,20 0,-1 0,1 0,0 0,19 0,-19-20,0 20,19 0,-39 0,20 0,-1 0,1 0,20 0,-1 0,1 0,-1 0,21-20,-21 20,40 0,1 0,-21 0,0 0,40 0,-19 0,-1 0,-40 20,-19-20,20 20,-1-20,-19 0,0 0,-1 0,1 20,0-20,39 0,20 19,0-19,21 20,-21 0,-20-20,-19 20,-1-20,-19 0,0 0,19 0,-19 0,19 0,21 20,-41-20,21 0,-1 0,-19 0,-20 0,20 0,-1 0,21 0,-1 20,-19-20,0 0,-1 0,1 0,40 0,-41 0,21 0,-1 0,1 0,-1 0,21 0,-21 0,1 0,19 0,-19 0,-1 0,1 0,-21 0,41 0,-41 0,21 0,0 0,-21 0,21 0,-1 0,-59 0,20 0,20 0,-20 0,19 0,1 0,39 0,-39 0,0 0,19-20,1 20,-20 0,19 0,-19 0,-40 0,39 0,-19 0,-20 0,40 0,-40 0,20 0,-20 0,20 0,-1 0,1 0,-20 0,40 0,-40 0,20-20,-20 20,40 0,-1 0,-19 0,40 0,-21 0,-19 0,0 0,0-20</inkml:trace>
</inkml:ink>
</file>

<file path=ppt/ink/ink3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15895 5238,'0'0,"0"0,0 0,20 0,-20 0,39 0,-19 20,0-20,40 0,-21 0,1 20,39 0,-19-20,-1 20,41-20,-1 0,40 20,-60-20,20 0,-19 0,-41 0,1 0,0 0,-20 0,-1 0,21 0,20 0,-21 0,41 0,-21 0,40 0,21 0,-41 0,0 0,-39 0,0 0,19 0,-39 0,0 0,0 0,-20 0,39 0,21 0,0 0,-1-20,1 20,-21 0,1 0,-20 0,19 0,-39 0,20 0,0 0,-20 0,20 0,-20 0,20 0,-20 0,20 0,0 0,-20 0,19 0,-19 0,20 0,0 0,-20 0,20 0,-20 0</inkml:trace>
</inkml:ink>
</file>

<file path=ppt/ink/ink3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20141 9187,'0'0,"0"0,20 0,20 0,19 0,1 0,0 0,-1 0,1 0,-21 0,1 0,0 20,-1-20,-39 0,40 0,-40 0,20 0,0 0,19 0,-19 0,20 20,0-20,19 0,1 0,19 0,0 0,21 0,-21 0,-39 0,19 0,-39 0,20 0,-1 0,-19 0,-20 0,20 0,0 0,0 0,20 0,-1 20,1-20,0 0,19 20,-19-20,-40 0,40 20,-1-20,21 0,-40 0,-1 0,41 0,-20 0,-21 0,21 0,-20 0,0 0,0 0,-20 0,20 0,-20 0,19 0,1 0,-20 0,20 0,0 0,0 0,-40 0,-119-20,-218-79</inkml:trace>
</inkml:ink>
</file>

<file path=ppt/ink/ink3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1647 10299,'0'0,"20"0,-20 0,40 0,-40 0,39 0,21 0,-1 0,41 0,-1 0,0 0,-40-20,1 20,0-20,-21 20,-19 0,20 0,-20 0,-1 0,21 0,-40-20,20 20,40 0,-41 0,21 0,20 0,-1 0,1 0,19 0,-19 0,-1 0,1 0,-21 0,-19 0,20 0,0 0,-21 0,1 0,0 0,0 0,0 0,-20 0,39 0,-19 0,0 0,0 0,-20 20,40-20,-40 0,19 0,21 0,-40 0,20 0,-20 20,20-20,0 0,-20 0,20 0,-20 0,39 0,-39 0,20 20,0-20,0 0,-20 19,20-19</inkml:trace>
</inkml:ink>
</file>

<file path=ppt/ink/ink3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8434 10378,'0'0,"0"0,19 0,1 0,20 0,-20 0,19 0,1 0,0 0,59 20,-20-20,41 20,-21-20,0 20,0-1,20-19,0 20,-59-20,19 0,-19 20,-1-20,-19 20,-40-20,40 20,-21-20,21 0,-20 0,40 0,-21 20,-19-20,20 0,19 19,-19-19,-40 0,40 0,-20 0,-1 0,1 0,0 0,0 0,-20 0,20 0,-20 0,20 0</inkml:trace>
</inkml:ink>
</file>

<file path=ppt/ink/ink3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11152 10398,'20'0,"0"0,20 0,19 0,1 0,-1 20,1 0,-1-20,21 19,-1-19,-19 20,-1-20,1 0,-1 20,1-20,19 0,-39 0,19 0,-19 20,0-20,-21 0,41 0,-20 0,-21 0,21 0,20 0,-1 0,21 20,-21-20,-19 0,0 20,-21-20,21 0,-40 0,20 0,-20 0,20 0,0 0,-20 0,19 0,-19 0,20 0,0 0,-20 0,20 0,-20 0,20 0,-20 0</inkml:trace>
</inkml:ink>
</file>

<file path=ppt/ink/ink3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6787 11430,'0'0,"0"0,19 0,21 0,-20 0,0 0,39 0,1 0,-1 0,1 0,-1 0,21 20,-21-20,1 0,-20 0,19 0,1 0,-21 0,1 0,0 0,-20 0,19 0,-19 0,0 0,39 0,-19 0,0 0,0 19,19-19,1 0,19 0,20 0,-39 0,-21 0,21 0,-20 0,19 0,-19 0,-20 0,19 0,1 0,0 0,19 0,-19 0,19 20,-19-20,0 0,0 0,19 20,-19-20,-20 0,19 0,21 0,-40 0,-20 0,39 0,-19 0,0 0,0 0,0 0,0 0,-20 0,19 0,1 0,0 0,-20 0,20 0,-20 0,20 0,0 0,-20 0,19 0,-19 20,20-20,0 0,-20 0,20 0,-20 0</inkml:trace>
</inkml:ink>
</file>

<file path=ppt/ink/ink3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3631 12422,'0'0,"0"0,40 0,-20 0,0 0,-20 0,20 0,-20 0,39 0,1 20,-20-20,39 0,1 0,-1 0,-19 0,40 0,-41 0,1 0,-20 0,19 0,1 0,-40 0,20 0,-20 0,40 0,-21 0,1 0,20 0,0 0,-1 0,1 0,0 0,19 0,1 0,39 0,-20 0,1 0,-21 0,-19 0,39 0,-59 0,0 0,20 0,-1 0,-19 0,0 0,20 0,19 0,-19 0,-20 0,0 0,19 0,-19 0,0 0,0 0,0 0,0 0,-1 0,1 0,0 0,0 0,0 0,20 0,-1 0,-19 0,0 0,0 0,0 0,19 0,-19 0,0 0,0 0,0 0,19 0,-19 0,0 0,0 0,0 0,0 0,19 0,-19 0,0 0,20 0,-21 0,1 0,20 0,-40 0,20 0,-20 0,20 0,-20 0,20 0,-1 0,-19 0,20 0,-20 0,20 0,0 0,-20 0,20 0,-20 0,20 0,-1 0,1 0,-20 0,20 0,-20 0,20 0,0 0,-20 0,20 0,-20 0,20 0,-20 0,19 0,1 0,-20 0,20 0,0 0,0 0,-20 0,20 0</inkml:trace>
</inkml:ink>
</file>

<file path=ppt/ink/ink3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7640 15458,'0'0,"40"0,-21 0,21 0,0 0,-1 0,1 0,0 0,0 0,-1 0,21 0,-21 0,1 0,0 0,19 0,1 0,-1 0,1 0,-1 0,1 0,-1 0,-39 0,20 0,0 0,19 0,1-20,-21 20,21 0,0 0,-21 0,1 0,19 0,-39 0,20 0,-20 0,39 0,-39 0,0 0,20 0,-20 0,19 0,21-20,-21 20,21 0,-40 0,0 0,19 0,-39 0,20 0,-20 0,20 0,0 0,0 0,0 0,-20 0,39 0,21 0,-1 0,1 20,-1-20,1 0,-1 20,-19-20,20 0,-21 0,1 20,-20-20,20 0,-21 0,21 20,20-20,-1 20,21-20,-41 19,1-19,0 20,59 0,-59-20,19 20,-19-20,-20 0,-1 0,1 0,20 0,-20 0,0 20,19-20,-19 20,0-20,0 0,0 0,19 19,-19-19,0 0,20 0,-20 0,-1 20,41-20,-20 0,-40 0,20 0,-20 0,19 0</inkml:trace>
</inkml:ink>
</file>

<file path=ppt/ink/ink3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11926 15398,'0'0,"0"0,40 20,-1-20,1 20,20 0,-21 0,1 0,20-20,-1 20,-19-1,19-19,1 0,19 20,-19-20,19 0,-19 0,39 20,-40-20,-39 0,40 0,-20 0,19 20,-39-20,0 0,19 0,1 0,-20 0,20 0,19 0,21 20,19-20,-60 0,1 0,-20 0,20 0,-40 0,19 0,21 0,-20 0,20 0,-1 0,1 0,-20 0,20 20,-1-20,-19 0,-20 0,20 0,0 0,-20 0,20 0,0 0,-1 0,-19 0,0-20</inkml:trace>
</inkml:ink>
</file>

<file path=ppt/ink/ink3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15141 15359,'0'0,"0"0,20 0,19 0,21 20,-20-1,19 1,40-20,-19 20,39 0,-20 20,0-20,20-1,0 1,-20-20,1 20,-41-20,21 20,39-20,-40 0,0 0,21 20,39-20,-40 0,20 0,-40 0,20 0,20 0,-59 0,0 0,-1 0,-19 0,19 0,-19 0,-20 0,20 0,-1 0,-39 0,20 0,20 0,-20 0,-1 0,1 0,-20 0,40 0,-40 0,20 0,-20 0,20 0,0 0,-1 0,1 0,0 0,59 0,-19 0,19 0</inkml:trace>
</inkml:ink>
</file>

<file path=ppt/ink/ink3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6945 3492,'0'0,"20"0,0 0,20 0,-1 0,-19 0,20 0,19 0,1 0,-1 0,1-20,19 20,60 0,-59 0,19 0,-20 0,1 0,-21 0,21 0,-41 0,1 0,-20 0,0 0,19 0,1 0,0 0,-1 0,41-19,19 19,-40 0,1 0,-20 0,-1 0,1 0,0 0,-1 0,1 0,40 19,19-19,-40 20,21-20,-1 20,60 0,-20-20,0 20,20 0,-60-20,1 19,19-19,-40 0,1 0,0 20,-41-20,21 0,-20 20,20-20,-1 20,-19-20,20 0,0 0,19 0,-39 0,39 20,-19-20,0 0,-20 0,-1 0,-19 0,0 20,20-20,-20 0,20 0,-20 0,40 0,-40 0,20 0,-20 0</inkml:trace>
</inkml:ink>
</file>

<file path=ppt/ink/ink3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11748 3512,'19'0,"1"0,20 0,-20 0,0 0,19 0,-39 0,20 0,0 0,-20 0,20 0,0 0,-1 0,1 0,20 0,-20 20,0-20,19 0,-39 0,20 0,0 20,0-20,20 0,-21 0,1 0,40 0,-1 0,1 0,19 0,20 0,-39 0,0 20,-1-20,1 0,-21 0,-19 0,20 19,-20-19,0 0,-1 0,21 0,-40 0,40 0,-40 0,20 0,-1 0,1 0,0 0,-20 20,20-20,20 0,-21 0,21 0,20 0,-40 0,39 0,-19 0,-20 0,39 0,-19 0,-1 0,1 0,0 0,0 0,-21 0,21 0,-20 0,0 0,0 0,19 0,-19 0,0 0,20 0,-1 0,-39 0,20 0,0 0,20 0,-40 0,20 0,-1 0,1 0,-20 0,20 0,-20 0,20 0,-20 0,20 20,0-20,19 0,-19 0,0 0,-20 0,20 0,-20 0,20 0,-20 0,20 0,-1 0,-19 0,20 20,-20-20,20 0</inkml:trace>
</inkml:ink>
</file>

<file path=ppt/ink/ink3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15260 3532,'20'0,"39"0,60 0,0 40,-19-40,78 39,-79-39,20 20,-39 0,-1 0,-59-20,0 0,20 0,-1 20,21-20,-1 0,41 0,38 0,41 0,0 0,-21 0,-19 0,-40 0,21 0,-21 0,-20 0,-59 0,0 0,0 0,0 0,-1 0,21 0,0 0,-1 0,1 0,-20 0,20 0,-1 0,-19 0,0 0,-20 0,0 0,20 0,0 0,-20 0,20 0,19 0,-19 0,20 0,-1 20,1-20,-20 0,0 0,0 0,19 0,-19 0,20 0,-40 0,20 0,-20 0,20 0,-20 0,19 0,1 0,-20 0,20 0,-20 0,20 0,0 0</inkml:trace>
</inkml:ink>
</file>

<file path=ppt/ink/ink3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1151 4465,'0'0,"40"0,-1 0,21-20,-20 20,-21-20,41 20,-20 0,-21 0,21 0,-20 0,40 0,-41 0,41 0,-20 0,19 0,1 0,-1 0,-39 0,40 0,-21 0,1 0,19 0,1 0,-20 0,19 0,1 0,-1 0,21 0,-21 0,1 0,-21 0,21 0,-20 0,19 0,-39 0,20 0,19 0,1 0,19-20,-19 20,-1 0,1 0,-1 0,21 0,-1 0,20 0,-39 0,19 0,-19 0,19 0,0 0,-19 0,-20 0,39 0,20 0,-39 0,-1 0,1 0,-21 0,1 0,40 0,-61 0,21 0,0 20,-1-20,21 0,-20 0,-1 0,21 0,-20 0,19 0,1 20,19-20,-19 0,-1 0,1 20,19-20,-19 0,-1 0,1 0,-21 0,21 0,-40 0,19 0,1 0,20 0,-41 0,41 0,-20 0,-1 0,1 0,19 0,-19 0,-20 0,20 19,19-19,-19 0,0 20,-1-20,1 0,20 0,-41 0,21 0,0 0,-1 0,-19 20,0-20,20 0,19 0,-19 0,0 0,-20 20,39-20,-39 0,20 0,-1 20,1-20,-40 0,40 20,-1-20,-19 0,0 0,-20 0,20 0,-20 0</inkml:trace>
</inkml:ink>
</file>

<file path=ppt/ink/ink3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7997 4623,'20'0,"-20"0,40 0,-21 0,1 0,40 0,-21 0,1 0,0 0,39 20,-19-20,-1 0,21 0,-61 0,21 0,20 0,-1 0,1 0,19 0,20 0,-19 0,19 0,0 0,-19 20,-41-20,1 0,19 0,21 0,19 0,-39 0,-1 0,-19 0,-1 0,1 0,20 0,-21 0,21 0,-20 0,19 0,-19 0,19 0,-19 0,-20 0,0 0,-20 0,20 0,-20 0,19 0,1 0,-20 0</inkml:trace>
</inkml:ink>
</file>

<file path=ppt/ink/ink3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12105 4365,'0'0,"20"0,-1 0,1 0,20 0,-20 0,19 0,1 0,39 0,41 20,-1-20,-20 20,40-20,0 20,-20 0,20 0,-40-1,0-19,-59 20,19-20,-39 0,20 0,-20 0,19 20,-19-20,40 20,-1 0,40-20,-19 20,59 19,0-19,-20 20,20-20,-20 0,0-20,-20 19,20 1,-59 0,39 0,-20-20,1 0,-21 20,1-20,-1 0,-19 0,-40 0,40 0,-21 0,1 0,40 0,-1 0,-39 0,20 0,19 20,21-20,39 0,-20 0,20 0,-40 0,60 0,-20 0,-59 0,39 0,-39 0,59 0,-20 19,0-19,-19 0,-1 20,-20-20,-59 0,40 0,-20 0,39 20,-59-20,20 0,0 0,0 20,0-20,0 0,0 0,-1 0,21 0,-20 0,20 0,-21 0,21 0,0 0,-20 0,0 0,-20 0</inkml:trace>
</inkml:ink>
</file>

<file path=ppt/ink/ink3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12521 11489,'20'0,"-20"20,20-20,-20 0,20 0,0 0,0 20,-1-20,21 0,20 0,-1 0,-19 0,99 0,-40 20,-20-20,40 0,-19 0,39 0,-60 0,20 20,-19-20,-1 0,-20 0,21 0,-21 0,21 0,19 0,0 0,20 0,-39 0,-1 0,40 0,20 0,20 0,-20 0,-60 0,60 0,20 19,-20-19,-1 0,1 0,-39 0,-1 0,-60 0,1 0,20 0,-21 0,1 0,20 0,-1 20,-19-20,0 0,-1 0,1 0,0 0,-1 0,21 0,-20 0,39 0,-20 20,21-20,-21 0,1 0,19 0,-19 20,19-20,20 20,-39-20,-1 0,1 0,-1 0,-19 0,0 20,39-20,-19 0,-21 0,21 0,0 0,-41 0,21 0,0 0,-1 0,-19 0,20 0,0 0,-21 0,1 0,20 0,-20 0,0 0,0 0,19 0,-19 0,0 0,0 0,19 0,-19 0,20 0,-20 0,0 0,19 0,1 0,-40 0,40 0,-1 0,1 0,-20 0,20 0,-21 0,1 0,20 0,-20 0,-20 0,20 0,0 0,-20-20,0 20</inkml:trace>
</inkml:ink>
</file>

<file path=ppt/ink/ink3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19546 11430,'0'0,"20"0,0 0,0 0,-1 20,1-20,20 0,20 0,-1 0,20 0,21 0,19 0,20 0,-60 0,0 0,-19 0,-20 0,39 0,-39 0,-1 0,-19 0,20 19,-20-19,0 0,-1 0,21 0,-20 20,20-20,19 0,-19 20,-20-20,0 0,19 0,21 0,-21 0,1 0,39 0,21 20,-21-20,-19 20,-1-20,-19 0,19 20,-39-20,0 0,20 0,19 0,21 19,-1-19,0 0,40 20,1 0,18-20,-38 0,39 0,-40 20,-60 0,21 0,19-20,1 20,-41-20,-19 0,0 0,0 0,0 0,0 0,-20 0,20 0,-1 0,-19 0,-19 0</inkml:trace>
</inkml:ink>
</file>

<file path=ppt/ink/ink3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1330 12601,'0'0,"0"0,0 0,19 0,1 0,0 19,-20-19,40 0,19 0,1 0,-1 0,-19 0,39 0,1 0,39 20,-40-20,60 0,-79 0,79 20,-20-20,20 0,-40 20,60-20,-21 0,1 0,0 0,20 20,-20-20,-40 0,0 20,-39-20,-1 0,1 0,-20 0,19 0,1 0,-1 0,1 0,-1 19,21-19,-21 0,1 0,-1 0,-19 0,19 0,1 0,-1 0,1 0,0 0,19 0,0 0,40 0,-39 0,-21 0,21 0,-60 0,19 0,-39 0,20 0,0 0,0 0,-20 0,20 0,-1 0,1 0,0 0,20 0,-1 0,1 0,0 0,0 0,-21 0,41 0,-60 0,20 0,0 0,-1 0</inkml:trace>
</inkml:ink>
</file>

<file path=ppt/ink/ink3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6648 12759,'0'0,"20"0,-20 0,19 0,1 0,-20 0,20 0,-20 0,20 0,0 0,0 0,39 0,-19 0,39 0,1 0,39 20,0 0,-20-20,0 20,-20-20,21 20,-1-1,20 1,-40-20,21 20,-41-20,1 0,-21 20,21-20,-20 20,19-20,-19 20,-1-20,1 0,20 0,-41 0,41 0,-20 20,-1-20,1 0,-20 0,20 0,-1 19,1-19,-20 0,20 0,-1 20,1-20,0 0,19 0,21 0,-21 0,20 0,1 0,-21 0,1 0,-20 0,-21 0,21 0,20 0,-21 0,-19 0,20 0,-1 0,21 0,-20 0,19 0,-19 0,0 0,-1 0,21 0,-20 0,-1 0,1 0,0 0,-1 0,1 0,-20 0,20 0,-1 0,1 0,0 0,-1 0,1-20,0 20,-1 0,1 0,0 0,39 0,-39 0,19-19,-19 19,-20 0,19 0,-39-20,20 20,0 0,0 0,0 0,0 0,0 0,-20-20,39 20,-19 0,0 0,-20 0,0-20,20 20,-20 0,20 0,-20 0,19 0,1 0,-20 0,20 0,-20 0,20 0,0 0,-20 0,20 0,-20 0,-80-20</inkml:trace>
</inkml:ink>
</file>

<file path=ppt/ink/ink3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15438 12561,'0'0,"20"0,0 0,0 0,0 0,0 0,0 20,-1-20,21 20,-20-20,0 0,0 0,-1 0,21 0,0 19,-1-19,1 20,0-20,0 0,19 0,-19 20,-1-20,1 0,0 0,19 20,1-20,-20 0,19 0,20 0,-19 0,39 20,-39-20,39 0,-39 0,-1 0,20 0,-39 0,39 0,-19 0,19 0,1 0,-21 0,40 0,-19 0,-1 0,1 0,-1 0,20 0,-39 0,19 0,-19 0,19 0,-19 0,-1 0,1 0,-1 0,21 0,-21 0,20 0,-19 0,-1 0,21 0,-21 0,1 0,-1 0,-19 0,20 0,-21 0,1 0,-20 0,39 0,-39 0,20 0,0 0,-1 0,1 0,-20 0,0 0,19 0,-19 0,0 0,20 0,-1 0,-19 0,20 0,20 0,-21 0,21 0,-21 0,1 0,20 0,-1 0,-19 0,19 0,-19 0,0 0,-1 0,21 0,-20 0,19 0,-19 0,0 0,19 0,-19 0,0 0,59 0,-40 20,40-20,1 0,-41 0,1 19,19-19,40 20,-59-20,-1 20,21 0,39-20,-60 0,-19 0,0 0,-1 20,1 0,20-20,-41 0,21 0,-20 19,20-19,-1 0,21 0,-40 0,-1 0,61 20,-60-20,19 0,-19 0,40 20,-60-20,20 0</inkml:trace>
</inkml:ink>
</file>

<file path=ppt/ink/ink3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4762 13652,'0'0,"0"0,0 0,0 0,20 0,20 0,0 0,19 0,-19 0,19 0,41 0,-41 0,21 0,-1 0,20 0,40 0,0 0,-20 0,20 0,0 0,-40 20,40-20,-20 20,0-20,-20 0,1 20,-41-20,1 0,-1 0,1 0,-1 20,40-20,-19 0,19 19,-39-19,19 0,0 0,1 0,-21 0,40 0,-39 0,0 0,-1 0,1 0,-21 20,21-20,-1 0,1 20,-20-20,-1 20,1-20,-20 0,39 0,-19 0,0 0,-1 0,1 0,39 0,-19 0,19 20,-39-20,20 0,-1 0,-19 0,-1 0,21 0,-40 20,20-20,-1 0,1 0,-20 0,19 0,1 0,20 0,-21 0,21 0,-1 0,-19 0,0 0,-1 0,-19 0,0 0,0 0,-20 0,20 0,-20 0,20 0,-1 0,1 0,-20 0,20 0,0 0,20 0,-1 0,-39 0,40 0,-20 0,0 0,-20 0,20 0,-20 0,19 0</inkml:trace>
</inkml:ink>
</file>

<file path=ppt/ink/ink3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15419 13613,'0'0,"19"0,1 0,20 0,39 0,-19 0,59 0,0 0,-20 0,40 0,-40 0,40 0,-59 0,39 0,-20 0,0 19,-39-19,19 0,0 0,-19 0,19 0,21 0,-21 0,0 0,1 0,-21 0,40 20,-39-20,-1 0,-19 20,20-20,-21 0,1 0,0 0,-1 20,21 0,-40-20,20 0,-40 0,39 0,-19 0,0 20,20-20,-1 19,-19-19,0 0,-20 0,20 0,-20 0,20 0,-1 0,-19 0,20 0,0 0,0 0,0 0,20 20,-21-20,41 0,59 40,-20-40,20 20,0 0,-39 0,39 19,0-39,20 20,-60 0,20 0,-79 0,0-20,0 0,-20 0,-40 0</inkml:trace>
</inkml:ink>
</file>

<file path=ppt/ink/ink3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1429 14605,'20'0,"-1"0,-19 0,20 0,0 0,0 0,20 0,-20 0,19 0,1 0,0-20,-1 20,21 0,-1-20,21 20,39 0,-20 0,0 0,0 0,20 0,-39 0,59 0,0 0,-40 0,20 0,20 0,-60 0,1 0,19 20,-20-20,-19 20,19-20,20 0,-19 20,-21-20,1 0,-1 0,1 19,-1-19,1 0,-20 0,19 0,-39 0,20 0,19 0,-19 0,-20 0,19 0,-19 0,-20 0,20 0,0 0,-20 0</inkml:trace>
</inkml:ink>
</file>

<file path=ppt/ink/ink3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9922 14664,'0'0,"0"0,40 0,-40 0,39 20,1-20,0 0,19 20,-19 0,19 0,41-20,-21 20,0-1,21-19,-41 0,-19 0,19 0,21 20,-1 0,-39-20,39 0,0 20,-19-20,39 20,-19-20,-21 0,1 0,-1 0,21 20,-41-20,21 0,-20 0,-1 0,-19 0,20 0,-1 0,1 0,20 0,-21 0,21 0,-1 0,21 19,-21-19,21 0,19 0,-20 0,1 20,19-20,20 0,20 0,20 0,-21 0,-38 20,19-20,0 0,-20 0,-20 0,40 0,20 0,-39 0,-1 0,0 0,-39 0,-1 20,-19-20,-1 0,1 0,20 0,-1 0,21 0,-21 0,20 0,21 0,-21 0,0 0,-19 0,0 0,-21 0,41 0,-21 20,-19-20,19 0,1 0,39 0,20 0,-39 0,-1 0,0 0,20 0,-39 0,-40 0,20 0,-21 0,41 0,19 0,1 0,-21 0,21 0,-1 0,40 0,-59 0,-1 0,-19 0,-40 0,20 0,-1 0,1 0,20 0,20 0,-1 0,20 0,-19 0,-20 0,39 0,-19 0,-1 0,-19 0,19 0,-59 0,20 0,-20 0,20 0,-20 0,40 0,-40 0,59 0,-19 0,19 0,1 0,0 0,-21 0,-39 0,20 0,0 0,-20 0,20 0,0 0,-1-20,-19 20,20 0,-20 0,20 0,-20 0,20 0,0 0,-60 0,-158 0,-100 0</inkml:trace>
</inkml:ink>
</file>

<file path=ppt/ink/ink3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1151 16867,'20'0,"-20"0,20 20,-1 0,1-20,-20 0,20 19,20-19,0 40,-1-20,1 0,19 0,1 0,-20 19,19-39,21 40,-21-20,-19 0,-1-1,21-19,-20 20,39-20,0 20,-39-20,0 0,39 0,1 0,19 0,-40 0,21 0,-21 0,-39 0,20 0,-1 0,1 0,-20 0,20 0,-1 0,21-20,-60 20,40 0,39 0,-39-20,19 20,1-19,-1 19,-19 0,19 0,1 0,-20 0,-1 0,-19 0,40-20,-40 20,39 0,1-20,19 20,-19-20,-21 20,41 0,19-20,-20 0,20 1,-19-1,-1 20,20-20,-19 20,-21 0,21-20,-61 0,41 20,-20-20,19 20,-19 0,19-20,-19 20,40 0,-1-39,-20 39,1 0,-20 0,19-20,1 20,-21 0,1 0,20 0,-60-20,19 20,21 0,-20 0,20 0,-1 0,21 0,39 0,-20 0,1 0,-1 0,-19 0,-1 0,1 0,-20 20,-21-20,21 0,0 0,-1 0,41 20,-21-20,1 0,-1 0,1 20,39-20,0 19,-19-19,-1 0,0 0,-39 0,0 0,19 0,1 0,19 0,-19 0,39 0,-20 0,1 0,-1 0,40 0,-20 0,40 0,-20 0,-39 0,-21 0,1 0,-1 0,1 0,-1 0,1 0,-20 0,-20 0,39 0,-19 0,-20 0,-1 0,41 0,-20 0,-1 0,21 0,-40 0,19 0,1 0,0 0,-20 0,39 0,-19 0,39 0,-19 0,39 0,-40 0,21 40,-1-40,-19 0,-1 0,-19 0,20 0,19 0,-20 0,21 0,-21 0,21 0,19 0,-40 20,-19-20,-20 0,0 0,0 0,0 0,-20 0,19 0,-19 0,20 0,0 0,20 0,-20-20,19 20,1 0,19 0,-59 0,40 0,-20 0,20 0,-40 0,39 0,1 0,20 0,-60 0,39 0,-19 0,-20 0,40 0,0 0,-40 0,59 0,-19 0,-20 0,-1-20,1 20,0 0,0 0,-20 0,40 0,-20 0,19 0,21 0,-1 0,-19 0,0 0,19 0,21 0,-1-39,-20 39,-39 0,20 0,0 0,39 0,-79 0,20 0,20 0,-1 0,-39 0,20 0,40 0,-41 0,21 0,0 0,19-20,-19 20,-20 0,20 0,-21-20,1 20,20 0,-20 0,59-40,-39 40,19 0,1 0,-1 0,1 0,-20 0,-1 0,21 0,-40 0,59 0,-59 0,59 0,-39-20,20 20,-21 0,21-19,-1 19,-39 0,40-40,-21 40,1 0,0 0,-1 0,21 0,0 0,-1 0,-19 0,-20 0,-1 0,1 0,0 0,-20 0,20 0,20 0,-40 0,39 0,-19 0,40 0,-60 0,39 0,21 0,-20 0,19 0,20 0,1 0,-1 0,40 0,-39 0,-1 0,-19 0,39 0,-20 0,-19 0,-21 0,21 40,-40-40,0 0,19 0,-19 0,20 0,19 0,-19 0,20 0,-1 0,-19 0,19 0,-19 0,-20 0,0 0,19 0,-19 0,20 0,0 0,-1 0,-19 0,40 0,-1 0,-39 0,20 0,-1-20,1 20,0 0,0 0,-21 0,41 0,-40 0,19 0,1 0,20 0,-1 0,1 0,-21 0,41 0,-21 0,1 0,19 0,1 0,19 0,-20 0,1 0,39 0,-40 0,40 0,-40 0,60 0,-59 0,19 20,0-20,-20 0,21 0,-21 0,0 0,1 0,-1 0,-19 0,-1 0,1 0,-1 0,-39 0,20 0,-20 0,-20 0,39 0,-39 0,40 0,-20-20,0 20,39-20,-39 20,40-20,-40 20,19 0,-39 0,20-20,-20 20,40 0,-1 0,21 0,19 20,-19-20,-1 0,41 0,-41 40,1-40,-1 0,1 0,19 0,20 0,1 0,19 20,39-20,41 0,-40 0,59 19,20 1,0-20,20 80,-40-80,1 19,-1-19,-79 0,20 0,-21 20,-58-20,-1 0,-19 0,-1 0,-19 0,0 0,-21 20,21-20,-40 20</inkml:trace>
</inkml:ink>
</file>

<file path=ppt/ink/ink3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1500 8572,'0'0,"24"0,47 0,-47 0,47 0,25 0,23 0,-24 0,24 0,95 0,-95 0,-23 0,46 0,-46 0,-1 0,-24 0,48 0,-71 0,0 0,23 0,1 0,-1 0,24 0,1 0,46 0,-46 0,46 0,-46 0,47 0,-48 0,0 0,0 0,1 0,23 0,-24 0,-24 0,25 0,-25 0,24 0,-23 0,-25 0,25 0,47 0,-48 0,25 0,-25 0,-23 0,23 0,1 0,-1 0,24 0,0 0,-23 0,23 0,0 0,1 0,-25 0,1 0,-1 0,0 0,1 0,-25 0,-23 0,48 0,-49 0,73 0,-25 0,1 0,-1 0,1 0,-1 0,24 0,24 0,0 0,-23 0,-1 0,0 0,24 0,-47 0,23 0,-24 0,-23 0,23 0,1 0,23 0,-24 0,49 0,-25 0,0 0,0 0,0 0,1 0,-25 0,24 0,-23 0,-1 0,1 0,-48 0,23-23,1 23,23 0,-47 0,24 0,-1 0,-23 0,0 0,24 0,-25 0,25 0,-48 0,48 0,-1 0,-47 0,24 0,0 0,0 0,-24 0,0 0,0 0,0 0,-48 0</inkml:trace>
</inkml:ink>
</file>

<file path=ppt/ink/ink3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7898 12224,'0'0,"59"0,21 0,-60 0,39 0,1 0,-21 0,21 0,-60 0,40 0,-21 0,21 0,-40 0,40 0,-1 0,-19 0,20 0,19 0,1 0,-20 0,-20 0,59 0,-20 0,21 0,19 0,-20 0,1 0,-21 0,-19 0,0 0,19 0,-59 0,20 0,20 0,-40 0,39 0,1 0,40 0,-21 0,-19 0,19 0,21 19,-1 1,0-20,1 20,-21 0,41-20,-41 40,-19-40,39 0,-19 0,-40 0,39 0,-19 19,-1-19,-19 0,20 0,-20 20,39-20,-39 0,40 20,-40-20,-20 0,19 0,1 0,0 0,0 0,0 0,0 0,-1 0,1 0,40 0,-21 0,21 0,0 0,-41 0,21 0,20 0,-21 0,21 0,-60 0,20 0,0 0</inkml:trace>
</inkml:ink>
</file>

<file path=ppt/ink/ink3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3572 4667,'0'0,"23"0,1 0,0 0,-24 0,24 0,23 0,-47 0,24 0,24 0,-48 0,47 0,-23 0,-24 0,48 0,-24 0,23 0,-23 0,48 0,-49 0,25 0,-24 0,47 0,-23 0,23 0,-23 0,0 0,23 0,0 0,1 0,-25 0,25 0,-1 0,-23 0,0 24,-25-24,73 0,-49 0,-23 0,24 0,-1 0,25 0,-48 0,47 0,-23 0,-1 0,25 0,-48 0,23 0,25 0,-49 0,49 0,-48 0,23 0,-23 0,-24 0,48 0,-24 0,-1 0,25 0,0 0,-25 0,1 0,0 0,24 0,-48 0,23 0,1 0,0 0,-24 0</inkml:trace>
</inkml:ink>
</file>

<file path=ppt/ink/ink3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1690 7120,'24'0,"0"0,0-24,-24 24,47 0,1 0,-48 0,48 0,-1 0,1 0,-24 0,71-48,-95 48,71 0,-47-23,71 23,-23 0,23 0,0 0,-23 0,23 0,-47 0,23 0,-23 0,-1 0,25 0,-48-24,23 24,-23 0,24 0,-25 0,25 0,0 0,-1 0,-23 0,24 0,-1 0,1 0,-48 0,48 0,-1 0,-47 0,24 0</inkml:trace>
</inkml:ink>
</file>

<file path=ppt/ink/ink3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7572 8477,'0'-24,"24"24,23 0,1 0,-24 0,23 0,-47 0,72 0,-72 0,48 0,-48 0,23 0,-23 0,48 0,-48 0,24 0</inkml:trace>
</inkml:ink>
</file>

<file path=ppt/ink/ink3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8644 8668,'0'0,"23"0,1 0,0 0,24 0,-48 0,23 0,49 0,-48 0,23 0,-23 0,48 0,-1 0,-47 0,47 0,-47 0,47 0,1 0,-1 0,-23 0,47 0,-23 0,-1 0,-47 0,71 0,-71 0,47 0,1 24,-48-24,47 0,1 0,-25 0,25 0,23 0,-24 0,-47 0,48 0,-1 0,-47 0,23 0,-23 0,48 0,-72 0,23 0,49 0,-48 0,47 0,-23 0,-24 0,-1 0,1 0,24 0,-48 0,24 0,0 0,-1 0,-23 0,48 0,-24 0,-24 0,47 0,-23 23,24-23,-24 0,-24 0,47 0,-23 0,-24 0,48 0,-25 0,1 0,0 0,0 0,0 0,23 0,-47 0,24 0,-24 0,48 0,-48 0,24 0,-24 0,47 0,-23 0,-24 0,48 0,-48 0,24 0,-24 0,47 0,-47 0</inkml:trace>
</inkml:ink>
</file>

<file path=ppt/ink/ink3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15287 8668,'0'0,"24"0,24 0,23-24,-23-24,23 48,-47 0,24-24,-25 1,25 23,-24 0,24 0,-25 0,25 0,-24-24,0 24,23 0,-47 0,24-24,-24 24,48 0,-48 0,23 0,-23 0,48 0,-48 0,24 0</inkml:trace>
</inkml:ink>
</file>

<file path=ppt/ink/ink3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16835 8453,'0'0,"24"0,23 0,-23 0,24 0,-24-23,47 23,-47 0,24 0,-25 0,49 0,-48 0,23 0,-23 0,48 0,-49 0,1 0,24 0,-24 0,23 0,-47 0,48 0,-1 0,-23 0,0 0,24 0,-1 0,-23 0,24 0,23 0,-23 0,-48 0,48 0,-25 0,-23 0,48 0,-24 0,0 0,-1 0,1 0,0 0,24 0,-25 0,25 0,-24 0,23 0,-47 0,24 0,0 0,0 0,-24 0,24 0,-24 0,47 0,-23 0,0 0,0 0,-24 0,24 0,-1 0,1 0,0 0,0 0,24 0,-48 0,23 0,1 0,0 0,-24 0,48 0,-48 0,23 0,1 0,24 0,-24 0,-24 0,47 0,-47 0,24 0,-24 0,48 0,-25 0,25 0,-24 0,24 0,-25 0,1 0,0 0,0 0,0 0,23 0,-23 0,-24 0,48 0,-1 0,-23 0,0 23,47-23,-47 0,0 0,24 0,-25 0,25 0,-24 0,-24 0,47 0,1 0,0 0,-24 0,23 0,1 0,-1 0,-23 0,0 0,48 0,-49 0,1 0,24 24,-1 0,-47-24,48 0,-24 0,0 0,-1 0,1 0,0 0,24 0,-25 0,1 0,0 0,0 0,0 0,0 0,-1 0,-23 0,24 0,24 0,-1 0,-23 0,24 0,0 0,-1 0,-47 0,48 0,-24 0,-1 0,1 0,0 0,0 0,-24 0,24 0,-1 0,1 0,-24 0,24 0,0 0,0 0,-24 0,23 0,1 0,0 0,-24 0</inkml:trace>
</inkml:ink>
</file>

<file path=ppt/ink/ink3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1210 12700,'40'20,"-20"-1,20 21,19 0,1-40,-1 20,-19-20,-20 0,39 0,1 0,-20 0,19 0,1 0,-21 0,1 0,-20 0,20 0,-40 0,39 0,-19 0,0 0,-20 0,59 0,-39 0,40-20,-1 20,1 0,-1 0,-19 0,-20 0,20 0,-1 0,-19 0,-20 0,40 0,19 0,1 0,19 0,-19 0,19 0,1 0,-1 0,20 0,-19-20,-41 0,60 20,-39-20,19 20,-19 0,19-39,-19 39,-1 0,21-40,-21 40,-19 0,39 0,-39 0,39-20,-39 20,-20 0,39 0,1 0,-20 0,19 0,-39-20,40 20,-1 0,-19-20,39 20,-19-19,19 19,-19-20,-1 20,-19 0,39-20,1 20,-1-40,0 40,1 0,-1-20,20 20,-19-20,-1 1,-39-1,19 20,-19 0,-20 0,39 0,1-20,-40 20,-1 0,41-20,0 20,-21 0,21-40,39 21,-59 19,-20 0,19 0,1 0,-40 0,40 0,19 0,-39 0,40 0,-21 0,1 0,-20 0,39 0,-39 0,20 0,-20 0,-20 0,19 0,1 0,0 0,-20 0,40 0,-20 0,19 0,-19 0,0 0,20 0,-1 0,1 0,20 0,-41 0,21 0,0 0,0 0,19 0,-19 0,19 0,1 0,-20 0,-1 0,-39 0,60 0,-40 0,-20 0,19 0,1 0,0 0,-20 0,20 0,0 0,0 0,0 0,-1 0,1 0,-20 0,20 0,0 0,0 0</inkml:trace>
</inkml:ink>
</file>

<file path=ppt/ink/ink3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1171 13751,'0'0,"0"0,20 0,-1 0,21 20,-20-20,59 40,-39-40,39 20,-59-20,40 0,-20 0,-1 0,-39 0,60 20,-40-20,19 0,-19 0,59 0,-39 0,40 0,-41 0,21 0,-1 0,-19 0,0 0,-21 0,21 0,-40 0,40 0,0 0,-40 0,39 0,1 0,39 0,1 0,-21 0,21 0,-1 0,-19 0,-1 0,-19 0,19 0,-39 0,40 0,-41 0,41 0,0 0,19 0,-20 0,-19 0,59 20,-39 19,19-39,-19 0,-1 0,1 0,-1 0,21 0,-1-20,20 20,-19 0,-21 0,1 0,-21 0,1 0,0 0,0 0,-21 0,21 0,0 0,-1 0,-19 0,40 0,-1 0,1 0,-20 0,19 0,1 0,-41 0,21-19,-20 19,40 0,-41 0,41 0,-1 0,1-40,0 40,19-20,0 20,-19-20,19 0,-19 20,-21 0,21 0,-1 0,-19 0,0-20,19 20,1-19,-20 19,-21 0,41-20,-20 20,-1 0,21 0,-20 0,19 0,1 0,39 0,-40 0,60 0,-59 0,19 0,-19 0,-1 0,-19 0,0 0,-1 0,-19 0,0 0,0 0,20 0,-21 0,21 0,-40 0,20 0,40 0,-60 0,39 0,-19 0,40 0,-41 0,21 0,-20 0,20 0,-20 0,-1 0,21 0,-20 0,20 0,-21 0,1 0,0 0,0 0,-20 0,20 0,0 0,0 0,-20 0,19 0,1 0</inkml:trace>
</inkml:ink>
</file>

<file path=ppt/ink/ink3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8414 9803,'0'0,"20"0,19 0,21 0,19 0,1 0,-21 0,20 0,1 0,19 0,-39 0,-1 0,-19 0,-20 0,39 0,1 0,-21 0,21 0,-1 0,-19 0,0 0,19 0,1 0,-20 0,19 0,1 0,-21 0,80 0,-79 0,39 0,21 0,-41 0,-59 19,40-19,0 0,-21 0,1 0,20 0,0 0,39 0,20 0,-19 0,39 0,0 0,-40 0,0 0,1 0,-40 0,19 0,40 0,-39 0,-1 0,-19 0,0 0,19 0,-39 0,40 0,-21 0,21 0,-1 0,21 0,39 0,-40 0,20 0,-39 0,-1 0,21 0,-40 0,19 0,1 0,-1 0,-19 0,39 0,-19 0,19 0,20 0,-39 0,-1 0,-39 0,20 0,-20 0,39 0,-39 0,0 0,20 0,19 0,-19 0,39 0,-19 0,19 0,-19 0,-1 0,-39 0,20 0,19 0,-19 0,0 0,-20 0,19 0,21-19,-40 19,-1 0,21 0,0-20,19 20,-39 0,60 0,-21 0,-19 0,19 0,1 0,-1 0,1 0,-1 0,21 0,-1 0,20 0,60-40,-60 20,-19 0,39 20,-60 0,21 0,-41-19,1-1,0 20,-1 0,21-20,-40 20,59 0,1 0,-21 0,1 0,-21 0,21 0,-1 0,1 0,-20 0,19 0,-39 0,40 0,-21 0,-19 0,40 0,-41 0,1 0,0 0,0 0,0 0,20-20,-40 20,19 0,1 0,0 0,0 0,0 0,0 0,-20 0,19 0,21 0,-40 0,20 0,0 0,19-20,-39 20,40 0,-20-20</inkml:trace>
</inkml:ink>
</file>

<file path=ppt/ink/ink3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11351 11529,'0'0,"19"0,41 20,-40-20,20 0,19 0,-19 20,-1-20,21 0,0 0,-1 0,20 0,21 0,39 0,-60 19,0-19,40 40,-39-40,39 0,20 20,0-20,-20 0,39 0,-19 0,0 0,20 0,0 0,-40 0,-20 0,20 0,-40 0,21 0,-61 0,41-20,-60 20,19 0,1 0,19-20,1 20,0-20,19 20,-39-19,59 19,-40 0,21 0,-21 0,1 0,-21 0,61 0,-41 0,21 0,-21 0,21 0,-1 0,0 0,-59 0,40 0,-1 0,21-20,-41 20,21-20,-21 20,-19 0,0-20,0 20,0 0,0 0,-1 0</inkml:trace>
</inkml:ink>
</file>

<file path=ppt/ink/ink3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1032 12402,'0'0,"20"0,0 0,-20 0,39 0,1 0,-40 0,40 0,-21 0,21 0,0 0,19 0,1 0,-1 0,21 0,39 0,-20 0,20 0,20 0,-40 0,20 0,-39 0,-1 0,20 0,-19 0,78 0,-38 0,-1 0,-20 0,-20 0,-19 0,-1 0,1 0,-40 0,39 0,-59 0,20 0,20 0,-21 0,41 0,19-20,1 20,39 0,0-20,-40 20,21-19,38 19,-58 0,-1 0,-39 0,19 0,21 0,-41 0,1 0,0 0,-20 0,19 0,-19 0,20 0,0 0,19-20,1 20,-1 0,80 0,-20 0,-39 0,78 0,-39 0,-19 0,-21 0,40 20,-79-20,-1 0,-19 19,0-19,-20 0,20 0,0 0,0 0,-20 0,19 0</inkml:trace>
</inkml:ink>
</file>

<file path=ppt/ink/ink3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8791 3135,'39'0,"1"0,20 0,19 0,-19 0,19 0,-19 0,39 0,-40 0,1 0,-1 0,-19 0,-20 0,0 0,0 0,-1 0,-19 0,40 0,-20 0,-20 0,40 0,-40 0,19 0,-19 0,20 0,0 0,-20 0</inkml:trace>
</inkml:ink>
</file>

<file path=ppt/ink/ink3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11053 3254,'20'0,"19"0,21 0,0 20,-21-20,21 20,-21-20,21 0,19 20,-19-20,-20 20,-21-20,41 0,-20 0,-20 0,-1 0,41 0,-20 0,-21 0,21 0,0 0,-20 0,19 0,-19 0,0 0,0 0,0 0,-20 0,20 0,-1 0,1 0,-20 0,20 0,20 0,-20 0,-1 0,1 0,0 0,20-20,39 20,-19-20,-1 20,21-20,-1 20,-19-20,19 20,-59 0,19 0,-19 0,20 0,-40 0,20 0,-20-20,40 20,-21 0,1 0,0 0,-20 0,20-20</inkml:trace>
</inkml:ink>
</file>

<file path=ppt/ink/ink3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12779 3334,'0'0,"40"0,-40 0,40 0,-20 0,-20 0,39 0,-19 0,0 0,20 0,-20 0,39-20,-19 20,19 0,1 0,39 0,-20 0,1 0,39 0,0 0,20-20,-40 20,60 0,-80 0,1 0,-21 0,-19 0,-1 0,-39 0,20 0,0 0,0 0,-20 0,20 0,19 0,-19 0,0 0,0 0,0 0,0 0,0 0,-1 0,-19 0,20 0,0 0,0 0,-20 0,20 0,0 0,-1 0,-19 0,20 0,20 0,-20 0,19 0,-39 0,20 0,-20 0,40 0,-40 0,20 0,-20 0,40 0,-21-20</inkml:trace>
</inkml:ink>
</file>

<file path=ppt/ink/ink3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5973 3949,'0'0,"20"0,0 0,-1 0,-19 0,60 0,-20 0,-20 0,-1 0,41 0,-20 0,-1 0,21 0,-40 0,39 0,1 0,-40 0,39 19,-19-19,0 20,19-20,20 20,-59-20,20 0,-20 0,0 0,-1 20,-19-20,20 0,0 0,20 0,-40 0,40 0,-21 0,1 0,0 0,0 0,-20 0,20 0,0 0,-1 0,-19 0,20 0,20 0,-20 20,39 0,-59-20,40 20,0-20,-1 0,-19 0,20 0,0 0,-1 39,-19-39,20 0,0 0,-21 20,21-20,20 0,-41 0,1 20,20-20,59 40,-99-40,60 0,-21 0,1 0,0 0,-1 19,-19-19,20 20,-40-20,40 0,-1 20,21-20,-20 0,-21 0,41 20,19-20,-59 20,40-20,-1 20,-19-20,19 0,21 0,-21 0,21 0,-41 0,41 0,-1-40,-19 20,-1 0,-19 20,19 0,1 0,19-59,-19 39,-20 20,19 0,-39 0,39 0,-39-40,0 40,0 0,0 0,20 0,-40-20,19 20,-19 0,40 0,-40-19,20 19,-20 0,40 0,-40 0,19 0,1 0,0-20,-20 20,20 0,-20 0,40 0,-100 0,1 0,-41 0,-78 0</inkml:trace>
</inkml:ink>
</file>

<file path=ppt/ink/ink3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15379 4088,'20'0,"19"0,21 0,19 19,21-19,58 20,1-20,-20 20,40 0,-60 20,59-21,-79-19,21 20,-81-20,21 0,-21 0,-39 0,20 0,20 0,-40 0,40 0,19 0,1 0,-21 0,21 0,-20 0,19 0,20 0,-39 0,40 0,-41 0,1 0,-20 0,39-20,-39 20,0 0,0 0,0 0,0 0,-20-19,19 19,-19 0,20 0,0 0,20 0,-20 0,19 0,21-40,-20 40,-1-20,1 20,0 0,-21 0,21 0,-20 0,-20 0,20 0,0 0,-1-20,-19 20,40 0,-20 0,40-39,-21 39,1 0,19 0,-19 0,20-20,-60 20,39 0,1 0,0-20,-20 20,19 0,1 0,0 0,-40 0,39 0,-19 0</inkml:trace>
</inkml:ink>
</file>

<file path=ppt/ink/ink3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1330 4703,'0'0,"0"0,19 0,21 0,0 0,19 20,1-20,-1 19,1 1,19 0,-19-20,19 20,-19-20,19 20,-19-20,-21 0,21 0,-60 0,39 0,-19 0,0 0,20 0,0 0,-21 0,21 0,0 0,-20 0,-20 0,39 0,-39 0</inkml:trace>
</inkml:ink>
</file>

<file path=ppt/ink/ink3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1726 5655,'0'-20,"60"20,39 0,40 0,0 0,-40 0,80 0,-40 0,19 0,-19 40,0-40,0 40,-40-20,-19-20,-1 19,-39-19,19 20,-19-20,-20 0,39 20,-39-20,20 0,-20 0,39 0,-59 0,40 0,-20 0,0 0,0 0,-1 0,1 0,0 0,0 0,0-20</inkml:trace>
</inkml:ink>
</file>

<file path=ppt/ink/ink3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7858 7401,'80'0,"39"0,19 0,61 20,39 40,-40-1,1 1,-1-40,-39 19,0 1,0-20,-80 0,40 0,-59-20,-1 0,-19 0,-1 39,21-39,-60 0,40 0,-20 0,39 0,40 0,-19 0,-21 0,-19 0,19 0,1 0,-40 0,-20-20,39 20,-39 0,20 0</inkml:trace>
</inkml:ink>
</file>

<file path=ppt/ink/ink3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1865 8989,'20'0,"0"0,20 0,-1 0,21-20,-40 20,19-20,-19 20,0 0,20 0,-1-20,-19 1,20 19,0-20,-20 20,19 0,21 0,-21-20,1 20,0 0,0 0,19-40,-19 40,-1 0,1 0,0 0,0 0,19 0,-19-20,-20 20,-1-19,1 19,20 0,0 0,-1 0,-19-20,40 20,-1-20,-19 20,0 0,-1 0,21 0,-21 0,21 0,0 0,-41 0,21 0,0 0,19-20,-39 20,40 0,-1 0,-39 0,20 0,-20 0,19-40,-39 40,20 0,0 0,20 0,19-20,-19 20,39 0,-19 0,-40 0,19 0,1-19,-20 19,-20 0,40-20,-40 20,19 0,21 0,0 0,-20-20,59 20,-20 0,1-20,-20 20,19-20,1 20,-1-20,1 20,-20 0,-40-19,19 19,1 0,-20 0,20 0,-20 0,20 0,0 0,0 0,-20 0,19 0,1 0,0 0,-20 0,20 0,0 0,0 0,39 0,1 0,-21 0,1 0,0 0,-1 0,-19 0,-20 0,40 0,-40 0,20 0,-20 19,20 1</inkml:trace>
</inkml:ink>
</file>

<file path=ppt/ink/ink3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2183 9922,'0'0,"0"0,20 0,-1 0,21 0,0 0,-20 0,19 0,1-20,20 20,-41 0,21-20,0 20,0 0,-40 0,39-20,-19 20,40 0,-41 0,21 0,-20 0,40 0,-41 0,21 0,-20 0,39 0,-39 0,20 0,-20 0,39 0,-39 0,20 0,-20 0,39-20,-39 20,0 0,20 0,-21 0,1 0,20 0,-40 0,20 0,0 0,-1-20,21 20,-40 0,20 0,20 0,-1-39,-19 39,40 0,-1 0,-19 0,0 0,19 0,-39 0,20 0,-40 0,20 0,-1 0,1-20,-20 20,20 0,0 0,0 0,20 0,-21 0,1 0,40 0,-21 0,1 0,0 0,-20 0,-20 0,19 0,1 0,0 0,-20 0,20 0,0 0,0 0,-20 0,20 0,-1 0,1 0,0 0,0 0,0 0,0 0,-1 0,1 0,-20 0,20 0,0 0,0 0,-20 0,39 0,-19 0,0 0,20 0,0 0,-1 0,-19 0,40 0,-21 0,-19 0,0 0,-20 0,20 0,20 0,-40 0,39 0,-39 0,20 0,20 0,19 0,1 20,19-20,20 20,20-20,-59 19,39-19,-79 0,20 0,-20 0,-1 0,-19 0,20 0,0 0,0 0,-20 0,20 0,19 0,-19 0,20 0,-20 0,20-19,-21 19,21 0,0 0,19 0,-59 0,40 0,-20 0,0 0,-20 0,20 0,-1 0,1 0,-20 0,20 0,0 0,0 0,0 0,19 0,-39 0,40 0,0 0,-20 0,-1 0,1 0,20 0,-20 0,19 0,21 0,-20 0,-1 0,-19 0,20 0,0 0,-1 0,1 0,19 0,21 0,-1 0,20-20,-19 20,-41 0,1 0,40 0,-61 0,1 0,-20 0,20 0,-20 0,40 0,-40 0,20 0,-20 0,39 0,1 0,-20 0,-20 0,40 0,-21 0,1 0,0 0,0 0,0 0,-20 0,39 0,1 0,0 0,-40 0,39 0,1 0,-20 0,20 0,-1 0,21 0,-60 0,20 20</inkml:trace>
</inkml:ink>
</file>

<file path=ppt/ink/ink3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4485 13295,'0'20,"0"-20,20 0,19 0,-19 0,59 20,-39-20,-20 0,20 0,-1 20,-39-20,40 0,0 0,-1 0,21 0,-1 0,21-40,79 40,-60 0,79 0,-59 0,60 0,-60-40,-40 20,1 20,-1 0,20 0,-79 0,20 0,-20 0,20 0,-40 0,19 0,41 0,-40 0,19 0,41-19,-40 19,-21 0,1 0,40 0,-60 0,20-40,59 40,0 0,1 0,19 0,79 0,-58 0,78 0,0 0,1 0,-21 0,-118 0,0 20,19-20,-39 20,-21-20,1 0,-20 0,40 0,0 0,39 19,-19-19,19 0,0 0,-19 0,-40 0,39 0,1 0,-21 0,21 0,0 0,-1 0,-19 0,-1 0,1 0,0 0,-20 0,19 0,1 0,20 0,-1 0,20 0,1 0,-21 0,21 0,-41 0,41 0,-21 0,1 0,19 0,-59 0,20 0,-1 0,1 0,-20 0,0 0,20 0,19 0,-39 20,20-20,-21 20,1-20,0 0,20 0,19 20,-39-20,20 0,19 0,-19 0,-40 0,40 0,-20 0,39 0,-59 0,60 0,-41 0,21 0,0 0,19 0,-19 0,-20 0,39 0,-19 0,0 0,0 0,-1 0,21 0,-21 0,41 0,-40 20,-21-20,41 0,-60 20,40-20,-21 0,41 0,-60 0,20 0,19 0,-39 0,20 0,20 0,-20 0,0 0,19 0,-19 0,60 0,-1 0,-20 0,-59 0,40 0,-20 0,-20 0,20 0,0 0,0 0,-1 0,21 0,-20 0,-20 0,40 0,-40 0,19 0,-19 0</inkml:trace>
</inkml:ink>
</file>

<file path=ppt/ink/ink3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3552 14128,'79'0,"40"0,20 0,20 0,59 0,1 0,19 0,0 0,0 0,0 0,-20 0,21 0,-21 0,0 0,-19 0,19 0,-59 0,-1 0,-39 0,40 0,-79 0,-1 0,40 0,-59 0,-21 0,1 0,-20 0,-20 0,39 0</inkml:trace>
</inkml:ink>
</file>

<file path=ppt/ink/ink3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1945 15260,'20'0,"-1"-20,21 20,0 0,-1 0,-19 0,79-40,-39 20,19 0,-19 20,59 0,0-19,-59-1,-1 0,-39 20,40 0,-21-20,1 20,19-20,-19 20,20 0,-1 0,40-20,-19 0,-1 20,-19 0,39-19,-40-1,-19 20,20 0,-41 0,61 0,-1 0,1 0,-21-20,21 20,-21-20,1 20,19-20,-20 20,1-20,-40 20,20 0,-1 0,21 0,-1 0,1 0,-21 0,1 0,0-19,19 19,-19 0,-20 0,39 0,-19 0,0 0,0 0,-1 0,1 0,0 0,-1 0,-19 0,20 0,0 0,-1 0,1 0,39 0,40 0,20 0,-40 0,20 0,-19 0,-41 0,21 0,19 0,-40 0,-19 0,0 0,19 0,21 0,-21 0,21 0,-1 0,60 0,0 0,-20 0,20 0,-60 0,0 0,-19 0,-20 0,-1 0,-39 0,40 0,-40 0,20 0,-20 0</inkml:trace>
</inkml:ink>
</file>

<file path=ppt/ink/ink3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15002 13156,'20'0,"-20"0,20 0,-1 0,1 0,0 0,20 0,-20 0,39 0,1 0,39 0,-20 0,60 0,0 0,-20 0,99 0,-19 20,-60-20,20 0,-40 20,-40-20,40 0,-59 0,19 0,20 0,20 0,40 0,39 0,-39 0,0 0,39 20,1 0,-40-20,19 0,21 59,-61-39,-38-20,-21 0,0 20,41-20,-61 39,1-39,19 20,0-20,-19 20,19-20,-39 0,0 0,-1 0,-19 0,0 0,0 0,0 0,-1 0,41 0,-60 0,20 0,-20 0</inkml:trace>
</inkml:ink>
</file>

<file path=ppt/ink/ink4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16073 14208,'0'-20,"20"20,0 0,-20 0,60 0,-41 0,61 0,-21 0,100 0,-79 0,58 0,-38 0,78 0,-19 0,-20 0,0 0,20 0,-1 0,-19 0,-40 0,40 0,0 0,0 0,60 0,-21 0,-19 0,20 0,19 0,20 0,-99 0,-39 0,39 0,-60 0,21 0,-1 0,0 0,-19 0,19 0,-19 0,39 0,-20 0,21 0,-1 0,-20 0,20 0,40 0,-20 0,-39 0,-1 0,1 0,-41 0,1 0,-20 0,19 0,-39 0,20 0</inkml:trace>
</inkml:ink>
</file>

<file path=ppt/ink/ink4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15359 3413,'20'20,"-20"-20,40 0,19 20,-19-20,59 19,-39-19,19 40,0-40,21 0,-1 0,40 0,-20 0,-20 0,-20 0,-19 0,19 0,1 0,-61 0,41 0,0 0,-41 0,41 0,-1 0,-19 0,20 0,-1 0,-19 0,19 0,-19 0,39 0,-19 0,-1 0,1 20,0-20,-41 20,41-20,-20 0,19 0,-19 0,19 39,-19-39,-20 0,39 0,1 20,0-20,19 20,20 0,-59 0,39 0,-19 0,79 39,-100-59,21 20,-40-20,39 0,-19 20,0-20,19 0,-39 0,39 0,21 39,-40-39,19 0,1 0,-41 0,21 0,0 0,-20 0,0 0,-20 0,19 0,21 0,-40 0,40 0,-1 0,-39 0,40 0,-40 0,20 0,59-19,-79 19,20 0,0 0,0 0,20 0,-21-40,1 40,20-20,-20 20,19 0,-19 0,-20-20,40 20,-40 0</inkml:trace>
</inkml:ink>
</file>

<file path=ppt/ink/ink4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1290 4425,'20'0,"0"0,39 0,20 0,-19 20,19-20,-19 0,19 20,1-1,-1-19,0 20,1-20,19 20,-59-20,-1 0,21 0,-1 0,41 0,-41 0,40 0,20 0,-39 0,-1 0,1 0,-1 0,0 0,-19 0,-40 0,39 0,1 0,-21 0,21 0,-1 0,-19 0,20 0,-21 0,21 0,-20 0,-1 20,-19-20,20 0,-20 0,0 0,-20 20,19-20,1 0</inkml:trace>
</inkml:ink>
</file>

<file path=ppt/ink/ink4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913 5616,'20'0,"19"0,-19 19,20-19,19 20,-39-20,20 0,19 20,-39-20,0 0,0 0,-20 0,20 0,39 20,1-20,19 20,21 0,-21-20,0 0,40 39,-39-39,-1 0,40 20,-59-20,19 0,-19 0,19 0,20 0,-19 0,-1 0,40 0,-40 0,1 0,-1 0,-19 0,19 0,-19 0,39 0,0 0,0-20,-19 20,-1 0,20-20,-19 20,-1 0,0 0,-19 0,-20 0,39 0,-39 0,-1 0,41-19,-21 19,21 0,-21-20,-19 20,19 0,-19 0,-20 0,39-20,-19 20,0 0,-20 0,39-20,-39 20,20-20,-21 20,41 0,-60-20,20 20,20-19,-40 19,19 0,21 0,-20 0,-20 0,20 0,0 0,-1 0</inkml:trace>
</inkml:ink>
</file>

<file path=ppt/ink/ink4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18792 6528,'0'0,"40"0,19 0,-19 20,-40-20,59 20,-39-20,40 0,-20 60,19-41,1-19,-1 40,1-40,-1 20,60 20,-39-40,39 39,-40-19,40-20,0 20,0-20,40 60,-60-41,20-19,-39 20,19-20,-20 0,40 0,-39 0,59 0,-40 0,0 0,-20 0,21 0,-1 0,-20 0,-19 0,19 0,-19 0,-40 0,39 0,1 0,-1 0,1 0,-1 0,1 0,-21 0,21 0,19 0,1 0,-21 0,40 0,-39 0,19 0,-39 0,20 0,-1 0,1 0,-21 0,1 0,20 0,-21 0,1 0,-20 0,39 0,1 0,-1 0,-19 0,-20 0,20 0,-21 0,-19 0,40 0,-40 0,20 0,-20 0,40 0,-40 0,19 0,-19 0,40 0,-40 0,20 0,-20 0</inkml:trace>
</inkml:ink>
</file>

<file path=ppt/ink/ink4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15796 11469,'59'20,"1"0,-21 0,21-20,19 20,-39 0,-20-20,19 0,1 0,40 0,-41 19,1-19,0 0,19 0,1 0,19 0,20 0,-19 0,-41 0,41 0,-21 0,1-19,19 19,-19 0,19-40,20 20,-39 20,59 0,-40 0,20-20,1 20,-21 0,0 0,1 0,19 0,0 0,40 0,-20 0,0 0,20 0,-20 0,-20 0,-19 0,-60 0,39 0,-19 0,-20 0,39 0,21 0,-1 0,-39 0,39 0,0 0,1 0,19 0,-20 0,1 0,-1 0,1 0,-1 0,0 0,-39 0,-20 0,39 0,1 0,-20 0,19 0,1 0,-21 0,41 0,-1 0,0 0,21 0,-21 0,0 0,-19 0,-1 0,-39 0,60 0,-60-20,-1 1,21 19,0-20,-20 20,39 0,1 0,-21 0,21 0,19-20,-19-20,-1 40,41-20,-21 20,-39 0,19 0,-19 0,0-19,19 19,-39 0,20 0,19 0,-19 0,-1 0,1 0,0 0,0 0,-1 0,-19 0,0 0,0 0,0 0,-20 0,19 0,21 19</inkml:trace>
</inkml:ink>
</file>

<file path=ppt/ink/ink4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1032 13593,'0'0,"40"0,-21 0,21 0,20 0,-21 0,1 0,-20 0,0 0,19 20,-19-20,20 0,0 0,19 0,-19 0,-20 0,39 0,-19 0,0 0,-21 0,41 0,-1 0,1 0,-20 0,19 0,1 0,-40 0,19 0,-19 0,40 0,-21 0,1 0,39 0,1 0,19 0,-20 0,1 0,39 0,-40 0,1 0,-1 0,0 0,1 0,-41 0,1 0,0 0,-20 0,59 0,-20 0,-19 19,20-19,39 40,-40-40,21 0,-1 20,20 20,-39-40,19 0,-39 0,39 19,-19 1,19-20,1 0,-1 0,0 0,40 0,-39 0,19 0,0 0,-39 0,19 20,-19-20,-1 0,-39 0,40 20,19-20,-59 0,59 40,-19-40,19 0,20 20,-19-20,19 19,40 1,-60 20,-39-40,19 0,1 20,19-20,-39 20,39-20,21 19,-1-19,20 0,20 0,0 0,-40 20,0-20,40 20,-99-20,19 0,21 0,-41 0,-19 0,20 0,19 0,21 0,-21 0,21 0,-1 0,0 0,41 0,-41 0,0 0,-19 0,-1 0,-19 0,-20 0,0 0,39 0,-39 0,20 0,-1 0,21 0,0 0,59 0,-20 0,0 0,-20 0,1-20,19 20,-59 0,19 0,-39 0,40-20,-41 20,41-19,-40 19,59-20,-39 20,59 0,-39-40,39 40,0-20,-39 20,-21-20,1 20,0 0,-1 0,-19-39,40 39,-40 0,19 0,41 0,-21 0,-19 0,39 0,-39-20,0 20,-1 0,-19 0,20 0,-40 0</inkml:trace>
</inkml:ink>
</file>

<file path=ppt/ink/ink4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1250 14783,'40'0,"19"0,21 20,19-20,40 40,-60-40,1 20,19 0,0-20,40 0,0 0,-60 0,40 0,-19 0,-21 0,20 19,-39-19,19 0,-59 0,39 0,1 0,-1 0,-19 0,0 0,0 0,-1 0,21 0,-1 0,21 0,-1 0,20 0,20 0,0 0,-19 0,-21 0,-19 0,-1 0,-19 0,19 0,-39 0,20 0,19 0,-19 0,0 0,-1 0,1 0,39 0,-19 0,39 40,0-20,1-20,-1 0,-40 0,21 0,19 0,-39 0,19 0,0 0,1 0,39 0,-20 0,20 0,40 0,-40 0,-20 0,-20 0,21 0,-61 0,21 0,-20 0,-1 0,21 0,-1 0,1 0,-1 0,1 0,-20 0,19 0,1 0,-41 0,41 0,-1 0,41 20,-41-20,-39 0,40 0,-21 0,1 0,-20 0,20 0,19 39,-39-39,39 0,21 0,-1 0,1 0,39 0,-40 0,0 0,40 0,-39 20,-21-20,-19 0,39 0,-39 0,39 0,-19 0,19 0,-39 0,99 0,-60 0,1 0,-41 0,41 0,19 0,-39 0,-1 0,1 0,-21 0,21 0,-1 0,1 0,-20 0,-1 0,1 0,19 0,1-20,0 20,59 0,-60-19,21 19,-41 0,41 0,-1 0,20 0,-39 0,19 0,-19 0,-1 0,-39 0,39 0,1 0,0-40,-1 20,40 20,40-20,0 0,-40-39,1 39,-41 20,-59 0,20 0,20-20,-21 0,1 20,0 0,20-19,0 19,-40 0,19 0</inkml:trace>
</inkml:ink>
</file>

<file path=ppt/ink/ink4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7938 2302,'0'0,"0"-40,19 40,1 0,0-20,20 20,-1-40,-39 40,40 0,39 0,-79-19,60 19,-20-20,-20 20,-1 0,1 0,0 0,0 0,0 0,0-20,-1 20,-19 0,20 0,40 0,-40-20,39 20,-19 0,0 0,-1 0,-19 0,20 0,-1-20,1 20,0-20,0 20,19 0,-19 0,-1 0,1 0,0 0,0 0,-1 0,-19 0,20 0,-20 0,-20 0,39 0,-19 0,40 0,-41 0,41 0,-20 0,-1 0,-19 0,0 0,0 0,-20 0,40 0,-1 0,21 0,-1 0,1 0,-20 0,19 0,1 0,19 0,40 0,-40 0,1 0,-1 0,-19 0,19 20,-59-20,20 0,-1 0,-39 0,40 0,-20 0,20 0,-21 0,1 0,20 0,-40 0,40 0,-21 0,1 0,0 0,20 0,-1 0,1 0,0 0,-20 0,59 0,-19 0,19 0,0 0,-19 40,39-40,-59 0,39 20,-39-20,19 0,-19 0,-20 0,0 0,19 0,21 0,-20 0,-1 0,41 0,-1 0,-19 0,19 0,20 0,-19 0,-1 0,40 0,-40 0,1 0,-1 0,20 0,-19 0,-21 0,21 0,-21 0,1 0,-1 0,1 0,-1 0,-39 0,40 0,-40 0,19 0,-39 0,20 0,0 0,0 0,0 0,39 0,-19 0,0 0,19 0,1 0,-60 0,19 0,21 0,-40 0,20 0,0 0,0 0,-20 0,20 0,-1 0,1 0,-20 0,20 0,0 0,0 0,-20 0,20 0,-1 0,21 0,-40 0,20 0,-20 0,20 0,0-20,-1 20,1 0,0 0,-20 0,20 0,0 0,0 0</inkml:trace>
</inkml:ink>
</file>

<file path=ppt/ink/ink4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3254 7322,'0'0,"40"0,20 0,-21 0,21 0,19 0,1-20,-61 20,21 0,20 0,-21 0,21 0,39 0,-20 0,-19 0,39 0,-19 0,19-59,-40 59,21-20,-21 0,40-20,-59 40,59-19,-59-1,-20 20,59-40,-19 40,-21 0,1-20,0 0,19 20,1-39,-1 39,-39 0,40-20,-40 20,19 0,-19-20,20 20,-40 0,40 0,-21 0,-19-20,20 20,0 0,-20-20</inkml:trace>
</inkml:ink>
</file>

<file path=ppt/ink/ink4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16947 5933,'0'0,"0"20,39-20,-19 0,40 0,-41 0,21 0,0 40,0-40,-1 0,1 0,0 19,-1-19,21 20,-21 0,41 0,-21 0,21 0,19-1,-79 1,59 0,-19-20,-1 0,-19 20,-20-20,0 0,19 0,-19 0,40 0,-21 0,41 0,19 0,-20 0,-19 0,19 0,40 40,-59-40,-1 0,1 0,-40 0,0 0</inkml:trace>
</inkml:ink>
</file>

<file path=ppt/ink/ink4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14724 11251,'20'0,"-20"0,20 0,0 0,-1 0,21 0,20 0,-21 0,21 0,-40 0,39 0,40 0,-59 0,0 0,19 20,-19-20,39 20,-19-20,0 20,-1-20,1 0,-21 20,21-20,-1 0,41 19,-21 1,0-20,1 0,19 0,-20 0,-19 0,-21 20,21-20,0 0,-1 0,1 0,19 0,-19 0,-21 0,1 0,19 0,1 0,-1 0,1 0,0 0,19 20,-39-20,-1 20,21-20,-1 0,21 0,-1 0,-19 20,-1-20,21 0,-21 0,1 19,-1-19,-19 0,19 20,-39-20,40 20,-21-20,21 20,-1-20,1 0,19 20,-19 0,-20-20,59 19,-20-19,-19 20,39-20,0 0,-19 0,-1 20,20-20,-39 0,19 0,0 40,-19-40,39 0,-19 0,-1 0,40 0,-40 0,1 0,-1 0,-19 0,19 0,-19 0,-1 0,1 0,19 0,0 0,1 0,-41 0,21 0,-20 20,-21-20,21 0,-20 0,0 0,0 0,-20 0,20 0,19 0,-19 0,-20 0,20 0,0 0</inkml:trace>
</inkml:ink>
</file>

<file path=ppt/ink/ink4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15815 13454,'20'0,"0"0,60 0,-41 0,21 0,59 20,-60-20,21 20,-21-1,40-19,-19 40,19-40,-20 20,1-20,39 0,-20 0,0 0,-39 0,19 0,-19 0,19 0,-39 0,19 0,21 0,-21 0,1 0,19 0,1 20,-1-20,-39 0,-1 0,-19 0,20 0,-40 0,20 0,-20 0,39 0,-19 0,0 0,20 0,-20 0,-1 0,1 0,-20 0</inkml:trace>
</inkml:ink>
</file>

<file path=ppt/ink/ink4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5576 9168,'0'0,"0"0,0 0,0 0,60 0,39 0,20 19,79 21,1-20,-21 0,21 0,-60-1,-20 1,-40-20,1 0,19 20,-20-20,-19 0,-1 0,1 0,19 0,0 0,21 20,-41-20,21 0,-1 0,0 0,1 0,-21 0,1 0,-1 0,-39 0,20 0,0 0,19 0,-19 0,-1 0,1 0,39-20,-19 20,19 0,-19-20,-1 20,1 0,-20 0,-1-20,-19 20,0 0,20 0,-40 0,20 0,-1 0,1 0,0 0,0 0,0 0,39-19,-19 19,20 0,-41 0,41 0,-20 0,-1-20,-19 20,20 0,-20 0,0 0,-1 0,41 0,-60-20,59 20,-39 0,40 0,-21 0,1 0,-20 0,0 0,39 0,1 0,19 0,1-20,19 20,-20-20,-19 20,-20 0,-1-20,1 20,-20 0,0 0,-1 0,1-19,20 19,-20 0,0 0,19 0,21 0,-1 0,21 0,-41 0,21 19,-20-19,19 0,1 0,-1 0,1 0,-40 0,-1 0,21 20,20-20,-40 0,19 0,1 0,0 0,-1 0,-19 20,0-20,0 0,-20 0,20 0,-20 0,20 0,-1 0,21 0,0 20,-20-20,-1 0,-19 0,20 0,-20 0,20 0,0 0,0 0,-20 0,20 0,-1 0,-19 0,20 0</inkml:trace>
</inkml:ink>
</file>

<file path=ppt/ink/ink4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12958 9267,'20'0,"-20"0,20 0,-20 0,20 0,-1 0,-19 0,20 0,-20 0,40 0,-20 0,19 0,-19 0,20 0,39 0,1 0,-21 20,1-20,-1 0,21 0,-1 0,-19 0,-1 0,-19 0,-1 0,-19 0,40 0,-60 0,20 0,39 0,60 0,-19 0,38 0,1 0,-39 0,19 0,-60 0,1 0,-1 0,-19 0,19 0,-59 0,20 0,20 0,-20 0,0 0,-1 0,1 0,-20 0,20 0,-20 0,20 0,0 0,0 0,19 0,-19 0,20 0,0 0,-21 0,1 0,0 0,-20 0,20 0,-20 0,20 0,0 0</inkml:trace>
</inkml:ink>
</file>

<file path=ppt/ink/ink4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0-21T21:40: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6608 10398,'0'0,"20"0,0 0,0 0,39 0,20 0,40 0,-39 20,-21-20,41 0,-21 20,0-20,1 19,19-19,0 0,-39 0,-1 0,1 20,-1-20,21 0,-41 0,21 20,-20-20,-1 0,1 0,0 0,-21 20,1-20,0 0,40 0,-40 0,-1 0,41 0,-40 0,0 0,-1 0,1 0,0 0,-20 0,20 0,0 0,0 0,-1 0,-19 0,20 0,0 0,20 0,-40 0,20 0,-20 0,20 0,-1 0,-19 0,0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lang="zh-CN" altLang="en-US" smtClean="0"/>
              <a:t>单击此处编辑母版标题样式</a:t>
            </a:r>
            <a:endParaRPr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a:p>
        </p:txBody>
      </p:sp>
      <p:sp>
        <p:nvSpPr>
          <p:cNvPr id="4" name="日期占位符 3"/>
          <p:cNvSpPr>
            <a:spLocks noGrp="1"/>
          </p:cNvSpPr>
          <p:nvPr>
            <p:ph type="dt" sz="half" idx="10"/>
          </p:nvPr>
        </p:nvSpPr>
        <p:spPr/>
        <p:txBody>
          <a:bodyPr/>
          <a:lstStyle>
            <a:lvl1pPr>
              <a:defRPr/>
            </a:lvl1pPr>
          </a:lstStyle>
          <a:p>
            <a:pPr>
              <a:defRPr/>
            </a:pPr>
            <a:fld id="{F9350AD5-DDF8-4A9D-B750-FD238042B84C}"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C4CC437-8F3E-4B06-A0C8-27552E4A143D}" type="slidenum">
              <a:rPr lang="zh-CN" altLang="en-US"/>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lstStyle>
            <a:lvl1pPr>
              <a:defRPr/>
            </a:lvl1pPr>
          </a:lstStyle>
          <a:p>
            <a:pPr>
              <a:defRPr/>
            </a:pPr>
            <a:fld id="{3414E6E9-1827-4D01-AD20-254971EAD957}"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39D68E0-F7E2-4542-B181-25F424994A34}"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lang="zh-CN" altLang="en-US" smtClean="0"/>
              <a:t>单击此处编辑母版标题样式</a:t>
            </a:r>
            <a:endParaRPr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lstStyle>
            <a:lvl1pPr>
              <a:defRPr/>
            </a:lvl1pPr>
          </a:lstStyle>
          <a:p>
            <a:pPr>
              <a:defRPr/>
            </a:pPr>
            <a:fld id="{79B08D60-8DE2-4360-9ED2-E45316CD634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8178885-70F4-4F3C-9BEB-E2E5F5066215}" type="slidenum">
              <a:rPr lang="zh-CN" altLang="en-US"/>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3"/>
          <p:cNvSpPr>
            <a:spLocks noGrp="1"/>
          </p:cNvSpPr>
          <p:nvPr>
            <p:ph type="dt" sz="half" idx="10"/>
          </p:nvPr>
        </p:nvSpPr>
        <p:spPr/>
        <p:txBody>
          <a:bodyPr/>
          <a:lstStyle>
            <a:lvl1pPr>
              <a:defRPr/>
            </a:lvl1pPr>
          </a:lstStyle>
          <a:p>
            <a:pPr>
              <a:defRPr/>
            </a:pPr>
            <a:fld id="{BE592256-5C9F-4D9E-8C55-EEF48C382ACB}"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87D5174-E215-4FBE-BB96-09C74F820AD9}"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日期占位符 3"/>
          <p:cNvSpPr>
            <a:spLocks noGrp="1"/>
          </p:cNvSpPr>
          <p:nvPr>
            <p:ph type="dt" sz="half" idx="10"/>
          </p:nvPr>
        </p:nvSpPr>
        <p:spPr/>
        <p:txBody>
          <a:bodyPr/>
          <a:lstStyle>
            <a:lvl1pPr>
              <a:defRPr/>
            </a:lvl1pPr>
          </a:lstStyle>
          <a:p>
            <a:pPr>
              <a:defRPr/>
            </a:pPr>
            <a:fld id="{4B7DE68D-60C3-405D-8294-98CB7C0EE9AA}"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88AC6EE-C52B-406C-8250-C824E06C9565}"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日期占位符 3"/>
          <p:cNvSpPr>
            <a:spLocks noGrp="1"/>
          </p:cNvSpPr>
          <p:nvPr>
            <p:ph type="dt" sz="half" idx="10"/>
          </p:nvPr>
        </p:nvSpPr>
        <p:spPr/>
        <p:txBody>
          <a:bodyPr/>
          <a:lstStyle>
            <a:lvl1pPr>
              <a:defRPr/>
            </a:lvl1pPr>
          </a:lstStyle>
          <a:p>
            <a:pPr>
              <a:defRPr/>
            </a:pPr>
            <a:fld id="{EC62AFB6-109F-4B9E-B79A-C22AB50496BE}"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BF4E8B32-3725-494A-A72A-0C8E54C6BC76}"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43C55AD-1426-4C57-BAB2-E77EEEAB4C9B}"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EB1AE6EC-5203-4153-A3B0-F472221E8507}"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2" name="标题 1"/>
          <p:cNvSpPr>
            <a:spLocks noGrp="1"/>
          </p:cNvSpPr>
          <p:nvPr>
            <p:ph type="title"/>
          </p:nvPr>
        </p:nvSpPr>
        <p:spPr>
          <a:xfrm>
            <a:off x="457205" y="285728"/>
            <a:ext cx="8230993" cy="696626"/>
          </a:xfrm>
        </p:spPr>
        <p:txBody>
          <a:bodyPr/>
          <a:lstStyle>
            <a:lvl1pPr algn="ctr">
              <a:defRPr sz="3600" b="0"/>
            </a:lvl1pPr>
          </a:lstStyle>
          <a:p>
            <a:r>
              <a:rPr lang="zh-CN" altLang="en-US" smtClean="0"/>
              <a:t>单击此处编辑母版标题样式</a:t>
            </a:r>
            <a:endParaRPr lang="en-US"/>
          </a:p>
        </p:txBody>
      </p:sp>
      <p:sp>
        <p:nvSpPr>
          <p:cNvPr id="5" name="日期占位符 3"/>
          <p:cNvSpPr>
            <a:spLocks noGrp="1"/>
          </p:cNvSpPr>
          <p:nvPr>
            <p:ph type="dt" sz="half" idx="10"/>
          </p:nvPr>
        </p:nvSpPr>
        <p:spPr/>
        <p:txBody>
          <a:bodyPr/>
          <a:lstStyle>
            <a:lvl1pPr>
              <a:defRPr/>
            </a:lvl1pPr>
          </a:lstStyle>
          <a:p>
            <a:pPr>
              <a:defRPr/>
            </a:pPr>
            <a:fld id="{83E34AAD-D1B7-406D-A3DC-8BCD5DD59443}"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F8B925C-D6EB-4B95-972A-15EC64B41D6E}"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lstStyle>
            <a:lvl1pPr algn="l">
              <a:defRPr sz="2400" b="0"/>
            </a:lvl1pPr>
          </a:lstStyle>
          <a:p>
            <a:r>
              <a:rPr lang="zh-CN" altLang="en-US" smtClean="0"/>
              <a:t>单击此处编辑母版标题样式</a:t>
            </a:r>
            <a:endParaRPr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en-US" noProof="0"/>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3"/>
          <p:cNvSpPr>
            <a:spLocks noGrp="1"/>
          </p:cNvSpPr>
          <p:nvPr>
            <p:ph type="dt" sz="half" idx="10"/>
          </p:nvPr>
        </p:nvSpPr>
        <p:spPr/>
        <p:txBody>
          <a:bodyPr/>
          <a:lstStyle>
            <a:lvl1pPr>
              <a:defRPr/>
            </a:lvl1pPr>
          </a:lstStyle>
          <a:p>
            <a:pPr>
              <a:defRPr/>
            </a:pPr>
            <a:fld id="{3077F3E8-FC98-4777-99E7-B5D4756C3FBC}"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F2FF88D-4E67-4BEE-B22E-DB294EE6713F}"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lstStyle>
            <a:lvl1pPr>
              <a:defRPr/>
            </a:lvl1pPr>
          </a:lstStyle>
          <a:p>
            <a:pPr>
              <a:defRPr/>
            </a:pPr>
            <a:fld id="{E32DA7AD-06D3-4D64-AF47-E05CFCFBA000}"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D2993A1-9DB3-4F32-A18F-B2D1D945B071}"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274639"/>
            <a:ext cx="661513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lstStyle>
            <a:lvl1pPr>
              <a:defRPr/>
            </a:lvl1pPr>
          </a:lstStyle>
          <a:p>
            <a:pPr>
              <a:defRPr/>
            </a:pPr>
            <a:fld id="{28FACBC3-FA6A-467D-86D9-6835834D05D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FFFA893-E8A5-42F8-9AF3-C706A6A4C174}"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1026" name="图片 7"/>
          <p:cNvPicPr>
            <a:picLocks noChangeAspect="1"/>
          </p:cNvPicPr>
          <p:nvPr/>
        </p:nvPicPr>
        <p:blipFill>
          <a:blip r:embed="rId13" cstate="print">
            <a:lum bright="12000" contrast="40000"/>
          </a:blip>
          <a:srcRect/>
          <a:stretch>
            <a:fillRect/>
          </a:stretch>
        </p:blipFill>
        <p:spPr bwMode="auto">
          <a:xfrm>
            <a:off x="6667500" y="4914900"/>
            <a:ext cx="2476500" cy="1943100"/>
          </a:xfrm>
          <a:prstGeom prst="rect">
            <a:avLst/>
          </a:prstGeom>
          <a:noFill/>
          <a:ln w="9525">
            <a:noFill/>
            <a:miter lim="800000"/>
            <a:headEnd/>
            <a:tailEnd/>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zh-CN" altLang="en-US"/>
          </a:p>
        </p:txBody>
      </p:sp>
      <p:pic>
        <p:nvPicPr>
          <p:cNvPr id="1033" name="图片 8"/>
          <p:cNvPicPr>
            <a:picLocks noChangeAspect="1"/>
          </p:cNvPicPr>
          <p:nvPr/>
        </p:nvPicPr>
        <p:blipFill>
          <a:blip r:embed="rId14" cstate="print">
            <a:lum bright="34000" contrast="40000"/>
          </a:blip>
          <a:srcRect/>
          <a:stretch>
            <a:fillRect/>
          </a:stretch>
        </p:blipFill>
        <p:spPr bwMode="auto">
          <a:xfrm>
            <a:off x="0" y="6419850"/>
            <a:ext cx="9144000" cy="438150"/>
          </a:xfrm>
          <a:prstGeom prst="rect">
            <a:avLst/>
          </a:prstGeom>
          <a:noFill/>
          <a:ln w="9525">
            <a:noFill/>
            <a:miter lim="800000"/>
            <a:headEnd/>
            <a:tailEnd/>
          </a:ln>
        </p:spPr>
      </p:pic>
      <p:sp>
        <p:nvSpPr>
          <p:cNvPr id="1034" name="标题占位符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smtClean="0"/>
          </a:p>
        </p:txBody>
      </p:sp>
      <p:sp>
        <p:nvSpPr>
          <p:cNvPr id="1035" name="文本占位符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smtClean="0"/>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fontAlgn="auto" latinLnBrk="0" hangingPunct="1">
              <a:spcBef>
                <a:spcPts val="0"/>
              </a:spcBef>
              <a:spcAft>
                <a:spcPts val="0"/>
              </a:spcAft>
              <a:defRPr kumimoji="0" sz="1200">
                <a:solidFill>
                  <a:schemeClr val="tx1">
                    <a:tint val="75000"/>
                  </a:schemeClr>
                </a:solidFill>
                <a:latin typeface="+mn-lt"/>
                <a:ea typeface="+mn-ea"/>
              </a:defRPr>
            </a:lvl1pPr>
          </a:lstStyle>
          <a:p>
            <a:pPr>
              <a:defRPr/>
            </a:pPr>
            <a:fld id="{223932B5-2271-4873-AD92-B705E87432F7}" type="datetimeFigureOut">
              <a:rPr lang="zh-CN" altLang="en-US"/>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fontAlgn="auto" latinLnBrk="0" hangingPunct="1">
              <a:spcBef>
                <a:spcPts val="0"/>
              </a:spcBef>
              <a:spcAft>
                <a:spcPts val="0"/>
              </a:spcAft>
              <a:defRPr kumimoji="0"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fontAlgn="auto" latinLnBrk="0" hangingPunct="1">
              <a:spcBef>
                <a:spcPts val="0"/>
              </a:spcBef>
              <a:spcAft>
                <a:spcPts val="0"/>
              </a:spcAft>
              <a:defRPr kumimoji="0" sz="1200">
                <a:solidFill>
                  <a:schemeClr val="tx1">
                    <a:tint val="75000"/>
                  </a:schemeClr>
                </a:solidFill>
                <a:latin typeface="+mn-lt"/>
                <a:ea typeface="+mn-ea"/>
              </a:defRPr>
            </a:lvl1pPr>
          </a:lstStyle>
          <a:p>
            <a:pPr>
              <a:defRPr/>
            </a:pPr>
            <a:fld id="{565BE956-21B2-4724-9E93-A09757C195D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2pPr>
      <a:lvl3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3pPr>
      <a:lvl4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4pPr>
      <a:lvl5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accent1"/>
        </a:buClr>
        <a:buSzPct val="50000"/>
        <a:buFont typeface="Wingdings 2" panose="05020102010507070707" pitchFamily="18"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0000"/>
        <a:buFont typeface="Wingdings 2" panose="05020102010507070707" pitchFamily="18" charset="2"/>
        <a:buChar char="³"/>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7B9B57"/>
        </a:buClr>
        <a:buSzPct val="6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8B7396"/>
        </a:buClr>
        <a:buSzPct val="45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E89A53"/>
        </a:buClr>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8.png"/><Relationship Id="rId7" Type="http://schemas.openxmlformats.org/officeDocument/2006/relationships/customXml" Target="../ink/ink4.xml"/><Relationship Id="rId6" Type="http://schemas.openxmlformats.org/officeDocument/2006/relationships/image" Target="../media/image7.png"/><Relationship Id="rId5" Type="http://schemas.openxmlformats.org/officeDocument/2006/relationships/customXml" Target="../ink/ink3.xml"/><Relationship Id="rId4" Type="http://schemas.openxmlformats.org/officeDocument/2006/relationships/image" Target="../media/image6.png"/><Relationship Id="rId3" Type="http://schemas.openxmlformats.org/officeDocument/2006/relationships/customXml" Target="../ink/ink2.xml"/><Relationship Id="rId21" Type="http://schemas.openxmlformats.org/officeDocument/2006/relationships/slideLayout" Target="../slideLayouts/slideLayout2.xml"/><Relationship Id="rId20" Type="http://schemas.openxmlformats.org/officeDocument/2006/relationships/image" Target="../media/image14.png"/><Relationship Id="rId2" Type="http://schemas.openxmlformats.org/officeDocument/2006/relationships/image" Target="../media/image5.png"/><Relationship Id="rId19" Type="http://schemas.openxmlformats.org/officeDocument/2006/relationships/customXml" Target="../ink/ink10.xml"/><Relationship Id="rId18" Type="http://schemas.openxmlformats.org/officeDocument/2006/relationships/image" Target="../media/image13.png"/><Relationship Id="rId17" Type="http://schemas.openxmlformats.org/officeDocument/2006/relationships/customXml" Target="../ink/ink9.xml"/><Relationship Id="rId16" Type="http://schemas.openxmlformats.org/officeDocument/2006/relationships/image" Target="../media/image12.png"/><Relationship Id="rId15" Type="http://schemas.openxmlformats.org/officeDocument/2006/relationships/customXml" Target="../ink/ink8.xml"/><Relationship Id="rId14" Type="http://schemas.openxmlformats.org/officeDocument/2006/relationships/image" Target="../media/image11.png"/><Relationship Id="rId13" Type="http://schemas.openxmlformats.org/officeDocument/2006/relationships/customXml" Target="../ink/ink7.xml"/><Relationship Id="rId12" Type="http://schemas.openxmlformats.org/officeDocument/2006/relationships/image" Target="../media/image10.png"/><Relationship Id="rId11" Type="http://schemas.openxmlformats.org/officeDocument/2006/relationships/customXml" Target="../ink/ink6.xml"/><Relationship Id="rId10" Type="http://schemas.openxmlformats.org/officeDocument/2006/relationships/image" Target="../media/image9.png"/><Relationship Id="rId1" Type="http://schemas.openxmlformats.org/officeDocument/2006/relationships/customXml" Target="../ink/ink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6.png"/><Relationship Id="rId3" Type="http://schemas.openxmlformats.org/officeDocument/2006/relationships/customXml" Target="../ink/ink12.xml"/><Relationship Id="rId2" Type="http://schemas.openxmlformats.org/officeDocument/2006/relationships/image" Target="../media/image15.png"/><Relationship Id="rId1" Type="http://schemas.openxmlformats.org/officeDocument/2006/relationships/customXml" Target="../ink/ink11.xml"/></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5.png"/><Relationship Id="rId7" Type="http://schemas.openxmlformats.org/officeDocument/2006/relationships/customXml" Target="../ink/ink16.xml"/><Relationship Id="rId6" Type="http://schemas.openxmlformats.org/officeDocument/2006/relationships/image" Target="../media/image19.png"/><Relationship Id="rId5" Type="http://schemas.openxmlformats.org/officeDocument/2006/relationships/customXml" Target="../ink/ink15.xml"/><Relationship Id="rId4" Type="http://schemas.openxmlformats.org/officeDocument/2006/relationships/image" Target="../media/image18.png"/><Relationship Id="rId3" Type="http://schemas.openxmlformats.org/officeDocument/2006/relationships/customXml" Target="../ink/ink14.xml"/><Relationship Id="rId2" Type="http://schemas.openxmlformats.org/officeDocument/2006/relationships/image" Target="../media/image17.png"/><Relationship Id="rId1" Type="http://schemas.openxmlformats.org/officeDocument/2006/relationships/customXml" Target="../ink/ink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9" Type="http://schemas.openxmlformats.org/officeDocument/2006/relationships/customXml" Target="../ink/ink21.xml"/><Relationship Id="rId8" Type="http://schemas.openxmlformats.org/officeDocument/2006/relationships/image" Target="../media/image23.png"/><Relationship Id="rId7" Type="http://schemas.openxmlformats.org/officeDocument/2006/relationships/customXml" Target="../ink/ink20.xml"/><Relationship Id="rId6" Type="http://schemas.openxmlformats.org/officeDocument/2006/relationships/image" Target="../media/image22.png"/><Relationship Id="rId5" Type="http://schemas.openxmlformats.org/officeDocument/2006/relationships/customXml" Target="../ink/ink19.xml"/><Relationship Id="rId4" Type="http://schemas.openxmlformats.org/officeDocument/2006/relationships/image" Target="../media/image21.png"/><Relationship Id="rId3" Type="http://schemas.openxmlformats.org/officeDocument/2006/relationships/customXml" Target="../ink/ink18.xml"/><Relationship Id="rId2" Type="http://schemas.openxmlformats.org/officeDocument/2006/relationships/image" Target="../media/image20.png"/><Relationship Id="rId19" Type="http://schemas.openxmlformats.org/officeDocument/2006/relationships/slideLayout" Target="../slideLayouts/slideLayout2.xml"/><Relationship Id="rId18" Type="http://schemas.openxmlformats.org/officeDocument/2006/relationships/image" Target="../media/image28.png"/><Relationship Id="rId17" Type="http://schemas.openxmlformats.org/officeDocument/2006/relationships/customXml" Target="../ink/ink25.xml"/><Relationship Id="rId16" Type="http://schemas.openxmlformats.org/officeDocument/2006/relationships/image" Target="../media/image27.png"/><Relationship Id="rId15" Type="http://schemas.openxmlformats.org/officeDocument/2006/relationships/customXml" Target="../ink/ink24.xml"/><Relationship Id="rId14" Type="http://schemas.openxmlformats.org/officeDocument/2006/relationships/image" Target="../media/image26.png"/><Relationship Id="rId13" Type="http://schemas.openxmlformats.org/officeDocument/2006/relationships/customXml" Target="../ink/ink23.xml"/><Relationship Id="rId12" Type="http://schemas.openxmlformats.org/officeDocument/2006/relationships/image" Target="../media/image25.png"/><Relationship Id="rId11" Type="http://schemas.openxmlformats.org/officeDocument/2006/relationships/customXml" Target="../ink/ink22.xml"/><Relationship Id="rId10" Type="http://schemas.openxmlformats.org/officeDocument/2006/relationships/image" Target="../media/image24.png"/><Relationship Id="rId1" Type="http://schemas.openxmlformats.org/officeDocument/2006/relationships/customXml" Target="../ink/ink17.xml"/></Relationships>
</file>

<file path=ppt/slides/_rels/slide37.xml.rels><?xml version="1.0" encoding="UTF-8" standalone="yes"?>
<Relationships xmlns="http://schemas.openxmlformats.org/package/2006/relationships"><Relationship Id="rId9" Type="http://schemas.openxmlformats.org/officeDocument/2006/relationships/customXml" Target="../ink/ink30.xml"/><Relationship Id="rId8" Type="http://schemas.openxmlformats.org/officeDocument/2006/relationships/image" Target="../media/image32.png"/><Relationship Id="rId7" Type="http://schemas.openxmlformats.org/officeDocument/2006/relationships/customXml" Target="../ink/ink29.xml"/><Relationship Id="rId6" Type="http://schemas.openxmlformats.org/officeDocument/2006/relationships/image" Target="../media/image31.png"/><Relationship Id="rId5" Type="http://schemas.openxmlformats.org/officeDocument/2006/relationships/customXml" Target="../ink/ink28.xml"/><Relationship Id="rId4" Type="http://schemas.openxmlformats.org/officeDocument/2006/relationships/image" Target="../media/image30.png"/><Relationship Id="rId3" Type="http://schemas.openxmlformats.org/officeDocument/2006/relationships/customXml" Target="../ink/ink27.xml"/><Relationship Id="rId21" Type="http://schemas.openxmlformats.org/officeDocument/2006/relationships/slideLayout" Target="../slideLayouts/slideLayout2.xml"/><Relationship Id="rId20" Type="http://schemas.openxmlformats.org/officeDocument/2006/relationships/image" Target="../media/image38.png"/><Relationship Id="rId2" Type="http://schemas.openxmlformats.org/officeDocument/2006/relationships/image" Target="../media/image29.png"/><Relationship Id="rId19" Type="http://schemas.openxmlformats.org/officeDocument/2006/relationships/customXml" Target="../ink/ink35.xml"/><Relationship Id="rId18" Type="http://schemas.openxmlformats.org/officeDocument/2006/relationships/image" Target="../media/image37.png"/><Relationship Id="rId17" Type="http://schemas.openxmlformats.org/officeDocument/2006/relationships/customXml" Target="../ink/ink34.xml"/><Relationship Id="rId16" Type="http://schemas.openxmlformats.org/officeDocument/2006/relationships/image" Target="../media/image36.png"/><Relationship Id="rId15" Type="http://schemas.openxmlformats.org/officeDocument/2006/relationships/customXml" Target="../ink/ink33.xml"/><Relationship Id="rId14" Type="http://schemas.openxmlformats.org/officeDocument/2006/relationships/image" Target="../media/image35.png"/><Relationship Id="rId13" Type="http://schemas.openxmlformats.org/officeDocument/2006/relationships/customXml" Target="../ink/ink32.xml"/><Relationship Id="rId12" Type="http://schemas.openxmlformats.org/officeDocument/2006/relationships/image" Target="../media/image34.png"/><Relationship Id="rId11" Type="http://schemas.openxmlformats.org/officeDocument/2006/relationships/customXml" Target="../ink/ink31.xml"/><Relationship Id="rId10" Type="http://schemas.openxmlformats.org/officeDocument/2006/relationships/image" Target="../media/image33.png"/><Relationship Id="rId1" Type="http://schemas.openxmlformats.org/officeDocument/2006/relationships/customXml" Target="../ink/ink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9" Type="http://schemas.openxmlformats.org/officeDocument/2006/relationships/customXml" Target="../ink/ink40.xml"/><Relationship Id="rId8" Type="http://schemas.openxmlformats.org/officeDocument/2006/relationships/image" Target="../media/image42.png"/><Relationship Id="rId7" Type="http://schemas.openxmlformats.org/officeDocument/2006/relationships/customXml" Target="../ink/ink39.xml"/><Relationship Id="rId6" Type="http://schemas.openxmlformats.org/officeDocument/2006/relationships/image" Target="../media/image41.png"/><Relationship Id="rId5" Type="http://schemas.openxmlformats.org/officeDocument/2006/relationships/customXml" Target="../ink/ink38.xml"/><Relationship Id="rId4" Type="http://schemas.openxmlformats.org/officeDocument/2006/relationships/image" Target="../media/image40.png"/><Relationship Id="rId3" Type="http://schemas.openxmlformats.org/officeDocument/2006/relationships/customXml" Target="../ink/ink37.xml"/><Relationship Id="rId2" Type="http://schemas.openxmlformats.org/officeDocument/2006/relationships/image" Target="../media/image39.png"/><Relationship Id="rId15" Type="http://schemas.openxmlformats.org/officeDocument/2006/relationships/slideLayout" Target="../slideLayouts/slideLayout2.xml"/><Relationship Id="rId14" Type="http://schemas.openxmlformats.org/officeDocument/2006/relationships/image" Target="../media/image45.png"/><Relationship Id="rId13" Type="http://schemas.openxmlformats.org/officeDocument/2006/relationships/customXml" Target="../ink/ink42.xml"/><Relationship Id="rId12" Type="http://schemas.openxmlformats.org/officeDocument/2006/relationships/image" Target="../media/image44.png"/><Relationship Id="rId11" Type="http://schemas.openxmlformats.org/officeDocument/2006/relationships/customXml" Target="../ink/ink41.xml"/><Relationship Id="rId10" Type="http://schemas.openxmlformats.org/officeDocument/2006/relationships/image" Target="../media/image43.png"/><Relationship Id="rId1" Type="http://schemas.openxmlformats.org/officeDocument/2006/relationships/customXml" Target="../ink/ink36.xml"/></Relationships>
</file>

<file path=ppt/slides/_rels/slide40.xml.rels><?xml version="1.0" encoding="UTF-8" standalone="yes"?>
<Relationships xmlns="http://schemas.openxmlformats.org/package/2006/relationships"><Relationship Id="rId9" Type="http://schemas.openxmlformats.org/officeDocument/2006/relationships/customXml" Target="../ink/ink47.xml"/><Relationship Id="rId8" Type="http://schemas.openxmlformats.org/officeDocument/2006/relationships/image" Target="../media/image49.png"/><Relationship Id="rId7" Type="http://schemas.openxmlformats.org/officeDocument/2006/relationships/customXml" Target="../ink/ink46.xml"/><Relationship Id="rId6" Type="http://schemas.openxmlformats.org/officeDocument/2006/relationships/image" Target="../media/image48.png"/><Relationship Id="rId5" Type="http://schemas.openxmlformats.org/officeDocument/2006/relationships/customXml" Target="../ink/ink45.xml"/><Relationship Id="rId4" Type="http://schemas.openxmlformats.org/officeDocument/2006/relationships/image" Target="../media/image47.png"/><Relationship Id="rId3" Type="http://schemas.openxmlformats.org/officeDocument/2006/relationships/customXml" Target="../ink/ink44.xml"/><Relationship Id="rId2" Type="http://schemas.openxmlformats.org/officeDocument/2006/relationships/image" Target="../media/image46.png"/><Relationship Id="rId17" Type="http://schemas.openxmlformats.org/officeDocument/2006/relationships/slideLayout" Target="../slideLayouts/slideLayout2.xml"/><Relationship Id="rId16" Type="http://schemas.openxmlformats.org/officeDocument/2006/relationships/image" Target="../media/image53.png"/><Relationship Id="rId15" Type="http://schemas.openxmlformats.org/officeDocument/2006/relationships/customXml" Target="../ink/ink50.xml"/><Relationship Id="rId14" Type="http://schemas.openxmlformats.org/officeDocument/2006/relationships/image" Target="../media/image52.png"/><Relationship Id="rId13" Type="http://schemas.openxmlformats.org/officeDocument/2006/relationships/customXml" Target="../ink/ink49.xml"/><Relationship Id="rId12" Type="http://schemas.openxmlformats.org/officeDocument/2006/relationships/image" Target="../media/image51.png"/><Relationship Id="rId11" Type="http://schemas.openxmlformats.org/officeDocument/2006/relationships/customXml" Target="../ink/ink48.xml"/><Relationship Id="rId10" Type="http://schemas.openxmlformats.org/officeDocument/2006/relationships/image" Target="../media/image50.png"/><Relationship Id="rId1" Type="http://schemas.openxmlformats.org/officeDocument/2006/relationships/customXml" Target="../ink/ink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9" Type="http://schemas.openxmlformats.org/officeDocument/2006/relationships/customXml" Target="../ink/ink55.xml"/><Relationship Id="rId8" Type="http://schemas.openxmlformats.org/officeDocument/2006/relationships/image" Target="../media/image57.png"/><Relationship Id="rId7" Type="http://schemas.openxmlformats.org/officeDocument/2006/relationships/customXml" Target="../ink/ink54.xml"/><Relationship Id="rId6" Type="http://schemas.openxmlformats.org/officeDocument/2006/relationships/image" Target="../media/image56.png"/><Relationship Id="rId5" Type="http://schemas.openxmlformats.org/officeDocument/2006/relationships/customXml" Target="../ink/ink53.xml"/><Relationship Id="rId4" Type="http://schemas.openxmlformats.org/officeDocument/2006/relationships/image" Target="../media/image55.png"/><Relationship Id="rId3" Type="http://schemas.openxmlformats.org/officeDocument/2006/relationships/customXml" Target="../ink/ink52.xml"/><Relationship Id="rId29" Type="http://schemas.openxmlformats.org/officeDocument/2006/relationships/slideLayout" Target="../slideLayouts/slideLayout2.xml"/><Relationship Id="rId28" Type="http://schemas.openxmlformats.org/officeDocument/2006/relationships/image" Target="../media/image67.png"/><Relationship Id="rId27" Type="http://schemas.openxmlformats.org/officeDocument/2006/relationships/customXml" Target="../ink/ink64.xml"/><Relationship Id="rId26" Type="http://schemas.openxmlformats.org/officeDocument/2006/relationships/image" Target="../media/image66.png"/><Relationship Id="rId25" Type="http://schemas.openxmlformats.org/officeDocument/2006/relationships/customXml" Target="../ink/ink63.xml"/><Relationship Id="rId24" Type="http://schemas.openxmlformats.org/officeDocument/2006/relationships/image" Target="../media/image65.png"/><Relationship Id="rId23" Type="http://schemas.openxmlformats.org/officeDocument/2006/relationships/customXml" Target="../ink/ink62.xml"/><Relationship Id="rId22" Type="http://schemas.openxmlformats.org/officeDocument/2006/relationships/image" Target="../media/image64.png"/><Relationship Id="rId21" Type="http://schemas.openxmlformats.org/officeDocument/2006/relationships/customXml" Target="../ink/ink61.xml"/><Relationship Id="rId20" Type="http://schemas.openxmlformats.org/officeDocument/2006/relationships/image" Target="../media/image63.png"/><Relationship Id="rId2" Type="http://schemas.openxmlformats.org/officeDocument/2006/relationships/image" Target="../media/image54.png"/><Relationship Id="rId19" Type="http://schemas.openxmlformats.org/officeDocument/2006/relationships/customXml" Target="../ink/ink60.xml"/><Relationship Id="rId18" Type="http://schemas.openxmlformats.org/officeDocument/2006/relationships/image" Target="../media/image62.png"/><Relationship Id="rId17" Type="http://schemas.openxmlformats.org/officeDocument/2006/relationships/customXml" Target="../ink/ink59.xml"/><Relationship Id="rId16" Type="http://schemas.openxmlformats.org/officeDocument/2006/relationships/image" Target="../media/image61.png"/><Relationship Id="rId15" Type="http://schemas.openxmlformats.org/officeDocument/2006/relationships/customXml" Target="../ink/ink58.xml"/><Relationship Id="rId14" Type="http://schemas.openxmlformats.org/officeDocument/2006/relationships/image" Target="../media/image60.png"/><Relationship Id="rId13" Type="http://schemas.openxmlformats.org/officeDocument/2006/relationships/customXml" Target="../ink/ink57.xml"/><Relationship Id="rId12" Type="http://schemas.openxmlformats.org/officeDocument/2006/relationships/image" Target="../media/image59.png"/><Relationship Id="rId11" Type="http://schemas.openxmlformats.org/officeDocument/2006/relationships/customXml" Target="../ink/ink56.xml"/><Relationship Id="rId10" Type="http://schemas.openxmlformats.org/officeDocument/2006/relationships/image" Target="../media/image58.png"/><Relationship Id="rId1" Type="http://schemas.openxmlformats.org/officeDocument/2006/relationships/customXml" Target="../ink/ink51.xml"/></Relationships>
</file>

<file path=ppt/slides/_rels/slide43.xml.rels><?xml version="1.0" encoding="UTF-8" standalone="yes"?>
<Relationships xmlns="http://schemas.openxmlformats.org/package/2006/relationships"><Relationship Id="rId9" Type="http://schemas.openxmlformats.org/officeDocument/2006/relationships/customXml" Target="../ink/ink69.xml"/><Relationship Id="rId8" Type="http://schemas.openxmlformats.org/officeDocument/2006/relationships/image" Target="../media/image71.png"/><Relationship Id="rId7" Type="http://schemas.openxmlformats.org/officeDocument/2006/relationships/customXml" Target="../ink/ink68.xml"/><Relationship Id="rId6" Type="http://schemas.openxmlformats.org/officeDocument/2006/relationships/image" Target="../media/image70.png"/><Relationship Id="rId5" Type="http://schemas.openxmlformats.org/officeDocument/2006/relationships/customXml" Target="../ink/ink67.xml"/><Relationship Id="rId4" Type="http://schemas.openxmlformats.org/officeDocument/2006/relationships/image" Target="../media/image69.png"/><Relationship Id="rId3" Type="http://schemas.openxmlformats.org/officeDocument/2006/relationships/customXml" Target="../ink/ink66.xml"/><Relationship Id="rId2" Type="http://schemas.openxmlformats.org/officeDocument/2006/relationships/image" Target="../media/image68.png"/><Relationship Id="rId17" Type="http://schemas.openxmlformats.org/officeDocument/2006/relationships/slideLayout" Target="../slideLayouts/slideLayout2.xml"/><Relationship Id="rId16" Type="http://schemas.openxmlformats.org/officeDocument/2006/relationships/image" Target="../media/image75.png"/><Relationship Id="rId15" Type="http://schemas.openxmlformats.org/officeDocument/2006/relationships/customXml" Target="../ink/ink72.xml"/><Relationship Id="rId14" Type="http://schemas.openxmlformats.org/officeDocument/2006/relationships/image" Target="../media/image74.png"/><Relationship Id="rId13" Type="http://schemas.openxmlformats.org/officeDocument/2006/relationships/customXml" Target="../ink/ink71.xml"/><Relationship Id="rId12" Type="http://schemas.openxmlformats.org/officeDocument/2006/relationships/image" Target="../media/image73.png"/><Relationship Id="rId11" Type="http://schemas.openxmlformats.org/officeDocument/2006/relationships/customXml" Target="../ink/ink70.xml"/><Relationship Id="rId10" Type="http://schemas.openxmlformats.org/officeDocument/2006/relationships/image" Target="../media/image72.png"/><Relationship Id="rId1" Type="http://schemas.openxmlformats.org/officeDocument/2006/relationships/customXml" Target="../ink/ink65.xml"/></Relationships>
</file>

<file path=ppt/slides/_rels/slide44.xml.rels><?xml version="1.0" encoding="UTF-8" standalone="yes"?>
<Relationships xmlns="http://schemas.openxmlformats.org/package/2006/relationships"><Relationship Id="rId9" Type="http://schemas.openxmlformats.org/officeDocument/2006/relationships/customXml" Target="../ink/ink77.xml"/><Relationship Id="rId8" Type="http://schemas.openxmlformats.org/officeDocument/2006/relationships/image" Target="../media/image79.png"/><Relationship Id="rId7" Type="http://schemas.openxmlformats.org/officeDocument/2006/relationships/customXml" Target="../ink/ink76.xml"/><Relationship Id="rId6" Type="http://schemas.openxmlformats.org/officeDocument/2006/relationships/image" Target="../media/image78.png"/><Relationship Id="rId5" Type="http://schemas.openxmlformats.org/officeDocument/2006/relationships/customXml" Target="../ink/ink75.xml"/><Relationship Id="rId4" Type="http://schemas.openxmlformats.org/officeDocument/2006/relationships/image" Target="../media/image77.png"/><Relationship Id="rId3" Type="http://schemas.openxmlformats.org/officeDocument/2006/relationships/customXml" Target="../ink/ink74.xml"/><Relationship Id="rId2" Type="http://schemas.openxmlformats.org/officeDocument/2006/relationships/image" Target="../media/image76.png"/><Relationship Id="rId15" Type="http://schemas.openxmlformats.org/officeDocument/2006/relationships/slideLayout" Target="../slideLayouts/slideLayout2.xml"/><Relationship Id="rId14" Type="http://schemas.openxmlformats.org/officeDocument/2006/relationships/image" Target="../media/image82.png"/><Relationship Id="rId13" Type="http://schemas.openxmlformats.org/officeDocument/2006/relationships/customXml" Target="../ink/ink79.xml"/><Relationship Id="rId12" Type="http://schemas.openxmlformats.org/officeDocument/2006/relationships/image" Target="../media/image81.png"/><Relationship Id="rId11" Type="http://schemas.openxmlformats.org/officeDocument/2006/relationships/customXml" Target="../ink/ink78.xml"/><Relationship Id="rId10" Type="http://schemas.openxmlformats.org/officeDocument/2006/relationships/image" Target="../media/image80.png"/><Relationship Id="rId1" Type="http://schemas.openxmlformats.org/officeDocument/2006/relationships/customXml" Target="../ink/ink73.xml"/></Relationships>
</file>

<file path=ppt/slides/_rels/slide45.xml.rels><?xml version="1.0" encoding="UTF-8" standalone="yes"?>
<Relationships xmlns="http://schemas.openxmlformats.org/package/2006/relationships"><Relationship Id="rId9" Type="http://schemas.openxmlformats.org/officeDocument/2006/relationships/customXml" Target="../ink/ink84.xml"/><Relationship Id="rId8" Type="http://schemas.openxmlformats.org/officeDocument/2006/relationships/image" Target="../media/image86.png"/><Relationship Id="rId7" Type="http://schemas.openxmlformats.org/officeDocument/2006/relationships/customXml" Target="../ink/ink83.xml"/><Relationship Id="rId6" Type="http://schemas.openxmlformats.org/officeDocument/2006/relationships/image" Target="../media/image85.png"/><Relationship Id="rId5" Type="http://schemas.openxmlformats.org/officeDocument/2006/relationships/customXml" Target="../ink/ink82.xml"/><Relationship Id="rId4" Type="http://schemas.openxmlformats.org/officeDocument/2006/relationships/image" Target="../media/image84.png"/><Relationship Id="rId3" Type="http://schemas.openxmlformats.org/officeDocument/2006/relationships/customXml" Target="../ink/ink81.xml"/><Relationship Id="rId2" Type="http://schemas.openxmlformats.org/officeDocument/2006/relationships/image" Target="../media/image83.png"/><Relationship Id="rId15" Type="http://schemas.openxmlformats.org/officeDocument/2006/relationships/slideLayout" Target="../slideLayouts/slideLayout2.xml"/><Relationship Id="rId14" Type="http://schemas.openxmlformats.org/officeDocument/2006/relationships/image" Target="../media/image89.png"/><Relationship Id="rId13" Type="http://schemas.openxmlformats.org/officeDocument/2006/relationships/customXml" Target="../ink/ink86.xml"/><Relationship Id="rId12" Type="http://schemas.openxmlformats.org/officeDocument/2006/relationships/image" Target="../media/image88.png"/><Relationship Id="rId11" Type="http://schemas.openxmlformats.org/officeDocument/2006/relationships/customXml" Target="../ink/ink85.xml"/><Relationship Id="rId10" Type="http://schemas.openxmlformats.org/officeDocument/2006/relationships/image" Target="../media/image87.png"/><Relationship Id="rId1" Type="http://schemas.openxmlformats.org/officeDocument/2006/relationships/customXml" Target="../ink/ink80.xml"/></Relationships>
</file>

<file path=ppt/slides/_rels/slide46.xml.rels><?xml version="1.0" encoding="UTF-8" standalone="yes"?>
<Relationships xmlns="http://schemas.openxmlformats.org/package/2006/relationships"><Relationship Id="rId9" Type="http://schemas.openxmlformats.org/officeDocument/2006/relationships/customXml" Target="../ink/ink91.xml"/><Relationship Id="rId8" Type="http://schemas.openxmlformats.org/officeDocument/2006/relationships/image" Target="../media/image93.png"/><Relationship Id="rId7" Type="http://schemas.openxmlformats.org/officeDocument/2006/relationships/customXml" Target="../ink/ink90.xml"/><Relationship Id="rId6" Type="http://schemas.openxmlformats.org/officeDocument/2006/relationships/image" Target="../media/image92.png"/><Relationship Id="rId5" Type="http://schemas.openxmlformats.org/officeDocument/2006/relationships/customXml" Target="../ink/ink89.xml"/><Relationship Id="rId4" Type="http://schemas.openxmlformats.org/officeDocument/2006/relationships/image" Target="../media/image91.png"/><Relationship Id="rId35" Type="http://schemas.openxmlformats.org/officeDocument/2006/relationships/slideLayout" Target="../slideLayouts/slideLayout2.xml"/><Relationship Id="rId34" Type="http://schemas.openxmlformats.org/officeDocument/2006/relationships/image" Target="../media/image106.png"/><Relationship Id="rId33" Type="http://schemas.openxmlformats.org/officeDocument/2006/relationships/customXml" Target="../ink/ink103.xml"/><Relationship Id="rId32" Type="http://schemas.openxmlformats.org/officeDocument/2006/relationships/image" Target="../media/image105.png"/><Relationship Id="rId31" Type="http://schemas.openxmlformats.org/officeDocument/2006/relationships/customXml" Target="../ink/ink102.xml"/><Relationship Id="rId30" Type="http://schemas.openxmlformats.org/officeDocument/2006/relationships/image" Target="../media/image104.png"/><Relationship Id="rId3" Type="http://schemas.openxmlformats.org/officeDocument/2006/relationships/customXml" Target="../ink/ink88.xml"/><Relationship Id="rId29" Type="http://schemas.openxmlformats.org/officeDocument/2006/relationships/customXml" Target="../ink/ink101.xml"/><Relationship Id="rId28" Type="http://schemas.openxmlformats.org/officeDocument/2006/relationships/image" Target="../media/image103.png"/><Relationship Id="rId27" Type="http://schemas.openxmlformats.org/officeDocument/2006/relationships/customXml" Target="../ink/ink100.xml"/><Relationship Id="rId26" Type="http://schemas.openxmlformats.org/officeDocument/2006/relationships/image" Target="../media/image102.png"/><Relationship Id="rId25" Type="http://schemas.openxmlformats.org/officeDocument/2006/relationships/customXml" Target="../ink/ink99.xml"/><Relationship Id="rId24" Type="http://schemas.openxmlformats.org/officeDocument/2006/relationships/image" Target="../media/image101.png"/><Relationship Id="rId23" Type="http://schemas.openxmlformats.org/officeDocument/2006/relationships/customXml" Target="../ink/ink98.xml"/><Relationship Id="rId22" Type="http://schemas.openxmlformats.org/officeDocument/2006/relationships/image" Target="../media/image100.png"/><Relationship Id="rId21" Type="http://schemas.openxmlformats.org/officeDocument/2006/relationships/customXml" Target="../ink/ink97.xml"/><Relationship Id="rId20" Type="http://schemas.openxmlformats.org/officeDocument/2006/relationships/image" Target="../media/image99.png"/><Relationship Id="rId2" Type="http://schemas.openxmlformats.org/officeDocument/2006/relationships/image" Target="../media/image90.png"/><Relationship Id="rId19" Type="http://schemas.openxmlformats.org/officeDocument/2006/relationships/customXml" Target="../ink/ink96.xml"/><Relationship Id="rId18" Type="http://schemas.openxmlformats.org/officeDocument/2006/relationships/image" Target="../media/image98.png"/><Relationship Id="rId17" Type="http://schemas.openxmlformats.org/officeDocument/2006/relationships/customXml" Target="../ink/ink95.xml"/><Relationship Id="rId16" Type="http://schemas.openxmlformats.org/officeDocument/2006/relationships/image" Target="../media/image97.png"/><Relationship Id="rId15" Type="http://schemas.openxmlformats.org/officeDocument/2006/relationships/customXml" Target="../ink/ink94.xml"/><Relationship Id="rId14" Type="http://schemas.openxmlformats.org/officeDocument/2006/relationships/image" Target="../media/image96.png"/><Relationship Id="rId13" Type="http://schemas.openxmlformats.org/officeDocument/2006/relationships/customXml" Target="../ink/ink93.xml"/><Relationship Id="rId12" Type="http://schemas.openxmlformats.org/officeDocument/2006/relationships/image" Target="../media/image95.png"/><Relationship Id="rId11" Type="http://schemas.openxmlformats.org/officeDocument/2006/relationships/customXml" Target="../ink/ink92.xml"/><Relationship Id="rId10" Type="http://schemas.openxmlformats.org/officeDocument/2006/relationships/image" Target="../media/image94.png"/><Relationship Id="rId1" Type="http://schemas.openxmlformats.org/officeDocument/2006/relationships/customXml" Target="../ink/ink87.xml"/></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10.png"/><Relationship Id="rId7" Type="http://schemas.openxmlformats.org/officeDocument/2006/relationships/customXml" Target="../ink/ink107.xml"/><Relationship Id="rId6" Type="http://schemas.openxmlformats.org/officeDocument/2006/relationships/image" Target="../media/image109.png"/><Relationship Id="rId5" Type="http://schemas.openxmlformats.org/officeDocument/2006/relationships/customXml" Target="../ink/ink106.xml"/><Relationship Id="rId4" Type="http://schemas.openxmlformats.org/officeDocument/2006/relationships/image" Target="../media/image108.png"/><Relationship Id="rId3" Type="http://schemas.openxmlformats.org/officeDocument/2006/relationships/customXml" Target="../ink/ink105.xml"/><Relationship Id="rId2" Type="http://schemas.openxmlformats.org/officeDocument/2006/relationships/image" Target="../media/image107.png"/><Relationship Id="rId1" Type="http://schemas.openxmlformats.org/officeDocument/2006/relationships/customXml" Target="../ink/ink104.xml"/></Relationships>
</file>

<file path=ppt/slides/_rels/slide48.xml.rels><?xml version="1.0" encoding="UTF-8" standalone="yes"?>
<Relationships xmlns="http://schemas.openxmlformats.org/package/2006/relationships"><Relationship Id="rId9" Type="http://schemas.openxmlformats.org/officeDocument/2006/relationships/customXml" Target="../ink/ink112.xml"/><Relationship Id="rId8" Type="http://schemas.openxmlformats.org/officeDocument/2006/relationships/image" Target="../media/image114.png"/><Relationship Id="rId7" Type="http://schemas.openxmlformats.org/officeDocument/2006/relationships/customXml" Target="../ink/ink111.xml"/><Relationship Id="rId6" Type="http://schemas.openxmlformats.org/officeDocument/2006/relationships/image" Target="../media/image113.png"/><Relationship Id="rId5" Type="http://schemas.openxmlformats.org/officeDocument/2006/relationships/customXml" Target="../ink/ink110.xml"/><Relationship Id="rId4" Type="http://schemas.openxmlformats.org/officeDocument/2006/relationships/image" Target="../media/image112.png"/><Relationship Id="rId3" Type="http://schemas.openxmlformats.org/officeDocument/2006/relationships/customXml" Target="../ink/ink109.xml"/><Relationship Id="rId21" Type="http://schemas.openxmlformats.org/officeDocument/2006/relationships/slideLayout" Target="../slideLayouts/slideLayout2.xml"/><Relationship Id="rId20" Type="http://schemas.openxmlformats.org/officeDocument/2006/relationships/image" Target="../media/image120.png"/><Relationship Id="rId2" Type="http://schemas.openxmlformats.org/officeDocument/2006/relationships/image" Target="../media/image111.png"/><Relationship Id="rId19" Type="http://schemas.openxmlformats.org/officeDocument/2006/relationships/customXml" Target="../ink/ink117.xml"/><Relationship Id="rId18" Type="http://schemas.openxmlformats.org/officeDocument/2006/relationships/image" Target="../media/image119.png"/><Relationship Id="rId17" Type="http://schemas.openxmlformats.org/officeDocument/2006/relationships/customXml" Target="../ink/ink116.xml"/><Relationship Id="rId16" Type="http://schemas.openxmlformats.org/officeDocument/2006/relationships/image" Target="../media/image118.png"/><Relationship Id="rId15" Type="http://schemas.openxmlformats.org/officeDocument/2006/relationships/customXml" Target="../ink/ink115.xml"/><Relationship Id="rId14" Type="http://schemas.openxmlformats.org/officeDocument/2006/relationships/image" Target="../media/image117.png"/><Relationship Id="rId13" Type="http://schemas.openxmlformats.org/officeDocument/2006/relationships/customXml" Target="../ink/ink114.xml"/><Relationship Id="rId12" Type="http://schemas.openxmlformats.org/officeDocument/2006/relationships/image" Target="../media/image116.png"/><Relationship Id="rId11" Type="http://schemas.openxmlformats.org/officeDocument/2006/relationships/customXml" Target="../ink/ink113.xml"/><Relationship Id="rId10" Type="http://schemas.openxmlformats.org/officeDocument/2006/relationships/image" Target="../media/image115.png"/><Relationship Id="rId1" Type="http://schemas.openxmlformats.org/officeDocument/2006/relationships/customXml" Target="../ink/ink108.xml"/></Relationships>
</file>

<file path=ppt/slides/_rels/slide49.xml.rels><?xml version="1.0" encoding="UTF-8" standalone="yes"?>
<Relationships xmlns="http://schemas.openxmlformats.org/package/2006/relationships"><Relationship Id="rId9" Type="http://schemas.openxmlformats.org/officeDocument/2006/relationships/customXml" Target="../ink/ink122.xml"/><Relationship Id="rId8" Type="http://schemas.openxmlformats.org/officeDocument/2006/relationships/image" Target="../media/image124.png"/><Relationship Id="rId7" Type="http://schemas.openxmlformats.org/officeDocument/2006/relationships/customXml" Target="../ink/ink121.xml"/><Relationship Id="rId6" Type="http://schemas.openxmlformats.org/officeDocument/2006/relationships/image" Target="../media/image123.png"/><Relationship Id="rId5" Type="http://schemas.openxmlformats.org/officeDocument/2006/relationships/customXml" Target="../ink/ink120.xml"/><Relationship Id="rId4" Type="http://schemas.openxmlformats.org/officeDocument/2006/relationships/image" Target="../media/image122.png"/><Relationship Id="rId3" Type="http://schemas.openxmlformats.org/officeDocument/2006/relationships/customXml" Target="../ink/ink119.xml"/><Relationship Id="rId25" Type="http://schemas.openxmlformats.org/officeDocument/2006/relationships/slideLayout" Target="../slideLayouts/slideLayout2.xml"/><Relationship Id="rId24" Type="http://schemas.openxmlformats.org/officeDocument/2006/relationships/image" Target="../media/image132.png"/><Relationship Id="rId23" Type="http://schemas.openxmlformats.org/officeDocument/2006/relationships/customXml" Target="../ink/ink129.xml"/><Relationship Id="rId22" Type="http://schemas.openxmlformats.org/officeDocument/2006/relationships/image" Target="../media/image131.png"/><Relationship Id="rId21" Type="http://schemas.openxmlformats.org/officeDocument/2006/relationships/customXml" Target="../ink/ink128.xml"/><Relationship Id="rId20" Type="http://schemas.openxmlformats.org/officeDocument/2006/relationships/image" Target="../media/image130.png"/><Relationship Id="rId2" Type="http://schemas.openxmlformats.org/officeDocument/2006/relationships/image" Target="../media/image121.png"/><Relationship Id="rId19" Type="http://schemas.openxmlformats.org/officeDocument/2006/relationships/customXml" Target="../ink/ink127.xml"/><Relationship Id="rId18" Type="http://schemas.openxmlformats.org/officeDocument/2006/relationships/image" Target="../media/image129.png"/><Relationship Id="rId17" Type="http://schemas.openxmlformats.org/officeDocument/2006/relationships/customXml" Target="../ink/ink126.xml"/><Relationship Id="rId16" Type="http://schemas.openxmlformats.org/officeDocument/2006/relationships/image" Target="../media/image128.png"/><Relationship Id="rId15" Type="http://schemas.openxmlformats.org/officeDocument/2006/relationships/customXml" Target="../ink/ink125.xml"/><Relationship Id="rId14" Type="http://schemas.openxmlformats.org/officeDocument/2006/relationships/image" Target="../media/image127.png"/><Relationship Id="rId13" Type="http://schemas.openxmlformats.org/officeDocument/2006/relationships/customXml" Target="../ink/ink124.xml"/><Relationship Id="rId12" Type="http://schemas.openxmlformats.org/officeDocument/2006/relationships/image" Target="../media/image126.png"/><Relationship Id="rId11" Type="http://schemas.openxmlformats.org/officeDocument/2006/relationships/customXml" Target="../ink/ink123.xml"/><Relationship Id="rId10" Type="http://schemas.openxmlformats.org/officeDocument/2006/relationships/image" Target="../media/image125.png"/><Relationship Id="rId1" Type="http://schemas.openxmlformats.org/officeDocument/2006/relationships/customXml" Target="../ink/ink118.xml"/></Relationships>
</file>

<file path=ppt/slides/_rels/slide50.xml.rels><?xml version="1.0" encoding="UTF-8" standalone="yes"?>
<Relationships xmlns="http://schemas.openxmlformats.org/package/2006/relationships"><Relationship Id="rId9" Type="http://schemas.openxmlformats.org/officeDocument/2006/relationships/customXml" Target="../ink/ink134.xml"/><Relationship Id="rId8" Type="http://schemas.openxmlformats.org/officeDocument/2006/relationships/image" Target="../media/image136.png"/><Relationship Id="rId7" Type="http://schemas.openxmlformats.org/officeDocument/2006/relationships/customXml" Target="../ink/ink133.xml"/><Relationship Id="rId6" Type="http://schemas.openxmlformats.org/officeDocument/2006/relationships/image" Target="../media/image135.png"/><Relationship Id="rId5" Type="http://schemas.openxmlformats.org/officeDocument/2006/relationships/customXml" Target="../ink/ink132.xml"/><Relationship Id="rId4" Type="http://schemas.openxmlformats.org/officeDocument/2006/relationships/image" Target="../media/image134.png"/><Relationship Id="rId3" Type="http://schemas.openxmlformats.org/officeDocument/2006/relationships/customXml" Target="../ink/ink131.xml"/><Relationship Id="rId2" Type="http://schemas.openxmlformats.org/officeDocument/2006/relationships/image" Target="../media/image133.png"/><Relationship Id="rId13" Type="http://schemas.openxmlformats.org/officeDocument/2006/relationships/slideLayout" Target="../slideLayouts/slideLayout2.xml"/><Relationship Id="rId12" Type="http://schemas.openxmlformats.org/officeDocument/2006/relationships/image" Target="../media/image138.png"/><Relationship Id="rId11" Type="http://schemas.openxmlformats.org/officeDocument/2006/relationships/customXml" Target="../ink/ink135.xml"/><Relationship Id="rId10" Type="http://schemas.openxmlformats.org/officeDocument/2006/relationships/image" Target="../media/image137.png"/><Relationship Id="rId1" Type="http://schemas.openxmlformats.org/officeDocument/2006/relationships/customXml" Target="../ink/ink130.xml"/></Relationships>
</file>

<file path=ppt/slides/_rels/slide51.xml.rels><?xml version="1.0" encoding="UTF-8" standalone="yes"?>
<Relationships xmlns="http://schemas.openxmlformats.org/package/2006/relationships"><Relationship Id="rId9" Type="http://schemas.openxmlformats.org/officeDocument/2006/relationships/customXml" Target="../ink/ink140.xml"/><Relationship Id="rId8" Type="http://schemas.openxmlformats.org/officeDocument/2006/relationships/image" Target="../media/image142.png"/><Relationship Id="rId7" Type="http://schemas.openxmlformats.org/officeDocument/2006/relationships/customXml" Target="../ink/ink139.xml"/><Relationship Id="rId6" Type="http://schemas.openxmlformats.org/officeDocument/2006/relationships/image" Target="../media/image141.png"/><Relationship Id="rId5" Type="http://schemas.openxmlformats.org/officeDocument/2006/relationships/customXml" Target="../ink/ink138.xml"/><Relationship Id="rId4" Type="http://schemas.openxmlformats.org/officeDocument/2006/relationships/image" Target="../media/image140.png"/><Relationship Id="rId3" Type="http://schemas.openxmlformats.org/officeDocument/2006/relationships/customXml" Target="../ink/ink137.xml"/><Relationship Id="rId2" Type="http://schemas.openxmlformats.org/officeDocument/2006/relationships/image" Target="../media/image139.png"/><Relationship Id="rId11" Type="http://schemas.openxmlformats.org/officeDocument/2006/relationships/slideLayout" Target="../slideLayouts/slideLayout2.xml"/><Relationship Id="rId10" Type="http://schemas.openxmlformats.org/officeDocument/2006/relationships/image" Target="../media/image143.png"/><Relationship Id="rId1" Type="http://schemas.openxmlformats.org/officeDocument/2006/relationships/customXml" Target="../ink/ink1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4.png"/><Relationship Id="rId1" Type="http://schemas.openxmlformats.org/officeDocument/2006/relationships/customXml" Target="../ink/ink1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customXml" Target="../ink/ink142.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6.png"/><Relationship Id="rId3" Type="http://schemas.openxmlformats.org/officeDocument/2006/relationships/customXml" Target="../ink/ink144.xml"/><Relationship Id="rId2" Type="http://schemas.openxmlformats.org/officeDocument/2006/relationships/image" Target="../media/image145.png"/><Relationship Id="rId1" Type="http://schemas.openxmlformats.org/officeDocument/2006/relationships/customXml" Target="../ink/ink14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8.png"/><Relationship Id="rId3" Type="http://schemas.openxmlformats.org/officeDocument/2006/relationships/customXml" Target="../ink/ink146.xml"/><Relationship Id="rId2" Type="http://schemas.openxmlformats.org/officeDocument/2006/relationships/image" Target="../media/image147.png"/><Relationship Id="rId1" Type="http://schemas.openxmlformats.org/officeDocument/2006/relationships/customXml" Target="../ink/ink145.xml"/></Relationships>
</file>

<file path=ppt/slides/_rels/slide59.xml.rels><?xml version="1.0" encoding="UTF-8" standalone="yes"?>
<Relationships xmlns="http://schemas.openxmlformats.org/package/2006/relationships"><Relationship Id="rId9" Type="http://schemas.openxmlformats.org/officeDocument/2006/relationships/customXml" Target="../ink/ink151.xml"/><Relationship Id="rId8" Type="http://schemas.openxmlformats.org/officeDocument/2006/relationships/image" Target="../media/image152.png"/><Relationship Id="rId7" Type="http://schemas.openxmlformats.org/officeDocument/2006/relationships/customXml" Target="../ink/ink150.xml"/><Relationship Id="rId6" Type="http://schemas.openxmlformats.org/officeDocument/2006/relationships/image" Target="../media/image151.png"/><Relationship Id="rId5" Type="http://schemas.openxmlformats.org/officeDocument/2006/relationships/customXml" Target="../ink/ink149.xml"/><Relationship Id="rId4" Type="http://schemas.openxmlformats.org/officeDocument/2006/relationships/image" Target="../media/image150.png"/><Relationship Id="rId3" Type="http://schemas.openxmlformats.org/officeDocument/2006/relationships/customXml" Target="../ink/ink148.xml"/><Relationship Id="rId23" Type="http://schemas.openxmlformats.org/officeDocument/2006/relationships/slideLayout" Target="../slideLayouts/slideLayout2.xml"/><Relationship Id="rId22" Type="http://schemas.openxmlformats.org/officeDocument/2006/relationships/image" Target="../media/image159.png"/><Relationship Id="rId21" Type="http://schemas.openxmlformats.org/officeDocument/2006/relationships/customXml" Target="../ink/ink157.xml"/><Relationship Id="rId20" Type="http://schemas.openxmlformats.org/officeDocument/2006/relationships/image" Target="../media/image158.png"/><Relationship Id="rId2" Type="http://schemas.openxmlformats.org/officeDocument/2006/relationships/image" Target="../media/image149.png"/><Relationship Id="rId19" Type="http://schemas.openxmlformats.org/officeDocument/2006/relationships/customXml" Target="../ink/ink156.xml"/><Relationship Id="rId18" Type="http://schemas.openxmlformats.org/officeDocument/2006/relationships/image" Target="../media/image157.png"/><Relationship Id="rId17" Type="http://schemas.openxmlformats.org/officeDocument/2006/relationships/customXml" Target="../ink/ink155.xml"/><Relationship Id="rId16" Type="http://schemas.openxmlformats.org/officeDocument/2006/relationships/image" Target="../media/image156.png"/><Relationship Id="rId15" Type="http://schemas.openxmlformats.org/officeDocument/2006/relationships/customXml" Target="../ink/ink154.xml"/><Relationship Id="rId14" Type="http://schemas.openxmlformats.org/officeDocument/2006/relationships/image" Target="../media/image155.png"/><Relationship Id="rId13" Type="http://schemas.openxmlformats.org/officeDocument/2006/relationships/customXml" Target="../ink/ink153.xml"/><Relationship Id="rId12" Type="http://schemas.openxmlformats.org/officeDocument/2006/relationships/image" Target="../media/image154.png"/><Relationship Id="rId11" Type="http://schemas.openxmlformats.org/officeDocument/2006/relationships/customXml" Target="../ink/ink152.xml"/><Relationship Id="rId10" Type="http://schemas.openxmlformats.org/officeDocument/2006/relationships/image" Target="../media/image153.png"/><Relationship Id="rId1" Type="http://schemas.openxmlformats.org/officeDocument/2006/relationships/customXml" Target="../ink/ink1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63.png"/><Relationship Id="rId7" Type="http://schemas.openxmlformats.org/officeDocument/2006/relationships/customXml" Target="../ink/ink161.xml"/><Relationship Id="rId6" Type="http://schemas.openxmlformats.org/officeDocument/2006/relationships/image" Target="../media/image162.png"/><Relationship Id="rId5" Type="http://schemas.openxmlformats.org/officeDocument/2006/relationships/customXml" Target="../ink/ink160.xml"/><Relationship Id="rId4" Type="http://schemas.openxmlformats.org/officeDocument/2006/relationships/image" Target="../media/image161.png"/><Relationship Id="rId3" Type="http://schemas.openxmlformats.org/officeDocument/2006/relationships/customXml" Target="../ink/ink159.xml"/><Relationship Id="rId2" Type="http://schemas.openxmlformats.org/officeDocument/2006/relationships/image" Target="../media/image160.png"/><Relationship Id="rId1" Type="http://schemas.openxmlformats.org/officeDocument/2006/relationships/customXml" Target="../ink/ink1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4.png"/><Relationship Id="rId1" Type="http://schemas.openxmlformats.org/officeDocument/2006/relationships/customXml" Target="../ink/ink1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68.png"/><Relationship Id="rId7" Type="http://schemas.openxmlformats.org/officeDocument/2006/relationships/customXml" Target="../ink/ink166.xml"/><Relationship Id="rId6" Type="http://schemas.openxmlformats.org/officeDocument/2006/relationships/image" Target="../media/image167.png"/><Relationship Id="rId5" Type="http://schemas.openxmlformats.org/officeDocument/2006/relationships/customXml" Target="../ink/ink165.xml"/><Relationship Id="rId4" Type="http://schemas.openxmlformats.org/officeDocument/2006/relationships/image" Target="../media/image166.png"/><Relationship Id="rId3" Type="http://schemas.openxmlformats.org/officeDocument/2006/relationships/customXml" Target="../ink/ink164.xml"/><Relationship Id="rId2" Type="http://schemas.openxmlformats.org/officeDocument/2006/relationships/image" Target="../media/image165.png"/><Relationship Id="rId1" Type="http://schemas.openxmlformats.org/officeDocument/2006/relationships/customXml" Target="../ink/ink163.xml"/></Relationships>
</file>

<file path=ppt/slides/_rels/slide71.xml.rels><?xml version="1.0" encoding="UTF-8" standalone="yes"?>
<Relationships xmlns="http://schemas.openxmlformats.org/package/2006/relationships"><Relationship Id="rId9" Type="http://schemas.openxmlformats.org/officeDocument/2006/relationships/customXml" Target="../ink/ink171.xml"/><Relationship Id="rId8" Type="http://schemas.openxmlformats.org/officeDocument/2006/relationships/image" Target="../media/image172.png"/><Relationship Id="rId7" Type="http://schemas.openxmlformats.org/officeDocument/2006/relationships/customXml" Target="../ink/ink170.xml"/><Relationship Id="rId6" Type="http://schemas.openxmlformats.org/officeDocument/2006/relationships/image" Target="../media/image171.png"/><Relationship Id="rId5" Type="http://schemas.openxmlformats.org/officeDocument/2006/relationships/customXml" Target="../ink/ink169.xml"/><Relationship Id="rId4" Type="http://schemas.openxmlformats.org/officeDocument/2006/relationships/image" Target="../media/image170.png"/><Relationship Id="rId3" Type="http://schemas.openxmlformats.org/officeDocument/2006/relationships/customXml" Target="../ink/ink168.xml"/><Relationship Id="rId23" Type="http://schemas.openxmlformats.org/officeDocument/2006/relationships/slideLayout" Target="../slideLayouts/slideLayout2.xml"/><Relationship Id="rId22" Type="http://schemas.openxmlformats.org/officeDocument/2006/relationships/image" Target="../media/image179.png"/><Relationship Id="rId21" Type="http://schemas.openxmlformats.org/officeDocument/2006/relationships/customXml" Target="../ink/ink177.xml"/><Relationship Id="rId20" Type="http://schemas.openxmlformats.org/officeDocument/2006/relationships/image" Target="../media/image178.png"/><Relationship Id="rId2" Type="http://schemas.openxmlformats.org/officeDocument/2006/relationships/image" Target="../media/image169.png"/><Relationship Id="rId19" Type="http://schemas.openxmlformats.org/officeDocument/2006/relationships/customXml" Target="../ink/ink176.xml"/><Relationship Id="rId18" Type="http://schemas.openxmlformats.org/officeDocument/2006/relationships/image" Target="../media/image177.png"/><Relationship Id="rId17" Type="http://schemas.openxmlformats.org/officeDocument/2006/relationships/customXml" Target="../ink/ink175.xml"/><Relationship Id="rId16" Type="http://schemas.openxmlformats.org/officeDocument/2006/relationships/image" Target="../media/image176.png"/><Relationship Id="rId15" Type="http://schemas.openxmlformats.org/officeDocument/2006/relationships/customXml" Target="../ink/ink174.xml"/><Relationship Id="rId14" Type="http://schemas.openxmlformats.org/officeDocument/2006/relationships/image" Target="../media/image175.png"/><Relationship Id="rId13" Type="http://schemas.openxmlformats.org/officeDocument/2006/relationships/customXml" Target="../ink/ink173.xml"/><Relationship Id="rId12" Type="http://schemas.openxmlformats.org/officeDocument/2006/relationships/image" Target="../media/image174.png"/><Relationship Id="rId11" Type="http://schemas.openxmlformats.org/officeDocument/2006/relationships/customXml" Target="../ink/ink172.xml"/><Relationship Id="rId10" Type="http://schemas.openxmlformats.org/officeDocument/2006/relationships/image" Target="../media/image173.png"/><Relationship Id="rId1" Type="http://schemas.openxmlformats.org/officeDocument/2006/relationships/customXml" Target="../ink/ink167.xml"/></Relationships>
</file>

<file path=ppt/slides/_rels/slide7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83.png"/><Relationship Id="rId7" Type="http://schemas.openxmlformats.org/officeDocument/2006/relationships/customXml" Target="../ink/ink181.xml"/><Relationship Id="rId6" Type="http://schemas.openxmlformats.org/officeDocument/2006/relationships/image" Target="../media/image182.png"/><Relationship Id="rId5" Type="http://schemas.openxmlformats.org/officeDocument/2006/relationships/customXml" Target="../ink/ink180.xml"/><Relationship Id="rId4" Type="http://schemas.openxmlformats.org/officeDocument/2006/relationships/image" Target="../media/image181.png"/><Relationship Id="rId3" Type="http://schemas.openxmlformats.org/officeDocument/2006/relationships/customXml" Target="../ink/ink179.xml"/><Relationship Id="rId2" Type="http://schemas.openxmlformats.org/officeDocument/2006/relationships/image" Target="../media/image180.png"/><Relationship Id="rId1" Type="http://schemas.openxmlformats.org/officeDocument/2006/relationships/customXml" Target="../ink/ink178.xml"/></Relationships>
</file>

<file path=ppt/slides/_rels/slide7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85.png"/><Relationship Id="rId3" Type="http://schemas.openxmlformats.org/officeDocument/2006/relationships/customXml" Target="../ink/ink183.xml"/><Relationship Id="rId2" Type="http://schemas.openxmlformats.org/officeDocument/2006/relationships/image" Target="../media/image184.png"/><Relationship Id="rId1" Type="http://schemas.openxmlformats.org/officeDocument/2006/relationships/customXml" Target="../ink/ink182.xml"/></Relationships>
</file>

<file path=ppt/slides/_rels/slide74.xml.rels><?xml version="1.0" encoding="UTF-8" standalone="yes"?>
<Relationships xmlns="http://schemas.openxmlformats.org/package/2006/relationships"><Relationship Id="rId9" Type="http://schemas.openxmlformats.org/officeDocument/2006/relationships/customXml" Target="../ink/ink188.xml"/><Relationship Id="rId8" Type="http://schemas.openxmlformats.org/officeDocument/2006/relationships/image" Target="../media/image189.png"/><Relationship Id="rId7" Type="http://schemas.openxmlformats.org/officeDocument/2006/relationships/customXml" Target="../ink/ink187.xml"/><Relationship Id="rId6" Type="http://schemas.openxmlformats.org/officeDocument/2006/relationships/image" Target="../media/image188.png"/><Relationship Id="rId5" Type="http://schemas.openxmlformats.org/officeDocument/2006/relationships/customXml" Target="../ink/ink186.xml"/><Relationship Id="rId4" Type="http://schemas.openxmlformats.org/officeDocument/2006/relationships/image" Target="../media/image187.png"/><Relationship Id="rId3" Type="http://schemas.openxmlformats.org/officeDocument/2006/relationships/customXml" Target="../ink/ink185.xml"/><Relationship Id="rId2" Type="http://schemas.openxmlformats.org/officeDocument/2006/relationships/image" Target="../media/image186.png"/><Relationship Id="rId15" Type="http://schemas.openxmlformats.org/officeDocument/2006/relationships/slideLayout" Target="../slideLayouts/slideLayout7.xml"/><Relationship Id="rId14" Type="http://schemas.openxmlformats.org/officeDocument/2006/relationships/image" Target="../media/image192.png"/><Relationship Id="rId13" Type="http://schemas.openxmlformats.org/officeDocument/2006/relationships/customXml" Target="../ink/ink190.xml"/><Relationship Id="rId12" Type="http://schemas.openxmlformats.org/officeDocument/2006/relationships/image" Target="../media/image191.png"/><Relationship Id="rId11" Type="http://schemas.openxmlformats.org/officeDocument/2006/relationships/customXml" Target="../ink/ink189.xml"/><Relationship Id="rId10" Type="http://schemas.openxmlformats.org/officeDocument/2006/relationships/image" Target="../media/image190.png"/><Relationship Id="rId1" Type="http://schemas.openxmlformats.org/officeDocument/2006/relationships/customXml" Target="../ink/ink184.xml"/></Relationships>
</file>

<file path=ppt/slides/_rels/slide75.xml.rels><?xml version="1.0" encoding="UTF-8" standalone="yes"?>
<Relationships xmlns="http://schemas.openxmlformats.org/package/2006/relationships"><Relationship Id="rId9" Type="http://schemas.openxmlformats.org/officeDocument/2006/relationships/customXml" Target="../ink/ink195.xml"/><Relationship Id="rId8" Type="http://schemas.openxmlformats.org/officeDocument/2006/relationships/image" Target="../media/image196.png"/><Relationship Id="rId7" Type="http://schemas.openxmlformats.org/officeDocument/2006/relationships/customXml" Target="../ink/ink194.xml"/><Relationship Id="rId6" Type="http://schemas.openxmlformats.org/officeDocument/2006/relationships/image" Target="../media/image195.png"/><Relationship Id="rId5" Type="http://schemas.openxmlformats.org/officeDocument/2006/relationships/customXml" Target="../ink/ink193.xml"/><Relationship Id="rId4" Type="http://schemas.openxmlformats.org/officeDocument/2006/relationships/image" Target="../media/image194.png"/><Relationship Id="rId3" Type="http://schemas.openxmlformats.org/officeDocument/2006/relationships/customXml" Target="../ink/ink192.xml"/><Relationship Id="rId2" Type="http://schemas.openxmlformats.org/officeDocument/2006/relationships/image" Target="../media/image193.png"/><Relationship Id="rId13" Type="http://schemas.openxmlformats.org/officeDocument/2006/relationships/slideLayout" Target="../slideLayouts/slideLayout7.xml"/><Relationship Id="rId12" Type="http://schemas.openxmlformats.org/officeDocument/2006/relationships/image" Target="../media/image198.png"/><Relationship Id="rId11" Type="http://schemas.openxmlformats.org/officeDocument/2006/relationships/customXml" Target="../ink/ink196.xml"/><Relationship Id="rId10" Type="http://schemas.openxmlformats.org/officeDocument/2006/relationships/image" Target="../media/image197.png"/><Relationship Id="rId1" Type="http://schemas.openxmlformats.org/officeDocument/2006/relationships/customXml" Target="../ink/ink191.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9.png"/><Relationship Id="rId1" Type="http://schemas.openxmlformats.org/officeDocument/2006/relationships/customXml" Target="../ink/ink197.xml"/></Relationships>
</file>

<file path=ppt/slides/_rels/slide77.xml.rels><?xml version="1.0" encoding="UTF-8" standalone="yes"?>
<Relationships xmlns="http://schemas.openxmlformats.org/package/2006/relationships"><Relationship Id="rId9" Type="http://schemas.openxmlformats.org/officeDocument/2006/relationships/customXml" Target="../ink/ink201.xml"/><Relationship Id="rId8" Type="http://schemas.openxmlformats.org/officeDocument/2006/relationships/image" Target="../media/image202.png"/><Relationship Id="rId7" Type="http://schemas.openxmlformats.org/officeDocument/2006/relationships/customXml" Target="../ink/ink200.xml"/><Relationship Id="rId6" Type="http://schemas.openxmlformats.org/officeDocument/2006/relationships/image" Target="../media/image201.png"/><Relationship Id="rId5" Type="http://schemas.openxmlformats.org/officeDocument/2006/relationships/customXml" Target="../ink/ink199.xml"/><Relationship Id="rId4" Type="http://schemas.openxmlformats.org/officeDocument/2006/relationships/image" Target="../media/image200.png"/><Relationship Id="rId3" Type="http://schemas.openxmlformats.org/officeDocument/2006/relationships/customXml" Target="../ink/ink198.xml"/><Relationship Id="rId21" Type="http://schemas.openxmlformats.org/officeDocument/2006/relationships/slideLayout" Target="../slideLayouts/slideLayout2.xml"/><Relationship Id="rId20" Type="http://schemas.openxmlformats.org/officeDocument/2006/relationships/image" Target="../media/image208.png"/><Relationship Id="rId2" Type="http://schemas.openxmlformats.org/officeDocument/2006/relationships/hyperlink" Target="http://dict.hjenglish.com/w/unacceptable" TargetMode="External"/><Relationship Id="rId19" Type="http://schemas.openxmlformats.org/officeDocument/2006/relationships/customXml" Target="../ink/ink206.xml"/><Relationship Id="rId18" Type="http://schemas.openxmlformats.org/officeDocument/2006/relationships/image" Target="../media/image207.png"/><Relationship Id="rId17" Type="http://schemas.openxmlformats.org/officeDocument/2006/relationships/customXml" Target="../ink/ink205.xml"/><Relationship Id="rId16" Type="http://schemas.openxmlformats.org/officeDocument/2006/relationships/image" Target="../media/image206.png"/><Relationship Id="rId15" Type="http://schemas.openxmlformats.org/officeDocument/2006/relationships/customXml" Target="../ink/ink204.xml"/><Relationship Id="rId14" Type="http://schemas.openxmlformats.org/officeDocument/2006/relationships/image" Target="../media/image205.png"/><Relationship Id="rId13" Type="http://schemas.openxmlformats.org/officeDocument/2006/relationships/customXml" Target="../ink/ink203.xml"/><Relationship Id="rId12" Type="http://schemas.openxmlformats.org/officeDocument/2006/relationships/image" Target="../media/image204.png"/><Relationship Id="rId11" Type="http://schemas.openxmlformats.org/officeDocument/2006/relationships/customXml" Target="../ink/ink202.xml"/><Relationship Id="rId10" Type="http://schemas.openxmlformats.org/officeDocument/2006/relationships/image" Target="../media/image203.png"/><Relationship Id="rId1" Type="http://schemas.openxmlformats.org/officeDocument/2006/relationships/hyperlink" Target="http://dict.hjenglish.com/w/irritating" TargetMode="External"/></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0.png"/><Relationship Id="rId3" Type="http://schemas.openxmlformats.org/officeDocument/2006/relationships/customXml" Target="../ink/ink208.xml"/><Relationship Id="rId2" Type="http://schemas.openxmlformats.org/officeDocument/2006/relationships/image" Target="../media/image209.png"/><Relationship Id="rId1" Type="http://schemas.openxmlformats.org/officeDocument/2006/relationships/customXml" Target="../ink/ink207.xml"/></Relationships>
</file>

<file path=ppt/slides/_rels/slide79.xml.rels><?xml version="1.0" encoding="UTF-8" standalone="yes"?>
<Relationships xmlns="http://schemas.openxmlformats.org/package/2006/relationships"><Relationship Id="rId9" Type="http://schemas.openxmlformats.org/officeDocument/2006/relationships/customXml" Target="../ink/ink213.xml"/><Relationship Id="rId8" Type="http://schemas.openxmlformats.org/officeDocument/2006/relationships/image" Target="../media/image214.png"/><Relationship Id="rId7" Type="http://schemas.openxmlformats.org/officeDocument/2006/relationships/customXml" Target="../ink/ink212.xml"/><Relationship Id="rId6" Type="http://schemas.openxmlformats.org/officeDocument/2006/relationships/image" Target="../media/image213.png"/><Relationship Id="rId5" Type="http://schemas.openxmlformats.org/officeDocument/2006/relationships/customXml" Target="../ink/ink211.xml"/><Relationship Id="rId4" Type="http://schemas.openxmlformats.org/officeDocument/2006/relationships/image" Target="../media/image212.png"/><Relationship Id="rId3" Type="http://schemas.openxmlformats.org/officeDocument/2006/relationships/customXml" Target="../ink/ink210.xml"/><Relationship Id="rId2" Type="http://schemas.openxmlformats.org/officeDocument/2006/relationships/image" Target="../media/image211.png"/><Relationship Id="rId17" Type="http://schemas.openxmlformats.org/officeDocument/2006/relationships/slideLayout" Target="../slideLayouts/slideLayout2.xml"/><Relationship Id="rId16" Type="http://schemas.openxmlformats.org/officeDocument/2006/relationships/image" Target="../media/image218.png"/><Relationship Id="rId15" Type="http://schemas.openxmlformats.org/officeDocument/2006/relationships/customXml" Target="../ink/ink216.xml"/><Relationship Id="rId14" Type="http://schemas.openxmlformats.org/officeDocument/2006/relationships/image" Target="../media/image217.png"/><Relationship Id="rId13" Type="http://schemas.openxmlformats.org/officeDocument/2006/relationships/customXml" Target="../ink/ink215.xml"/><Relationship Id="rId12" Type="http://schemas.openxmlformats.org/officeDocument/2006/relationships/image" Target="../media/image216.png"/><Relationship Id="rId11" Type="http://schemas.openxmlformats.org/officeDocument/2006/relationships/customXml" Target="../ink/ink214.xml"/><Relationship Id="rId10" Type="http://schemas.openxmlformats.org/officeDocument/2006/relationships/image" Target="../media/image215.png"/><Relationship Id="rId1" Type="http://schemas.openxmlformats.org/officeDocument/2006/relationships/customXml" Target="../ink/ink20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19.png"/><Relationship Id="rId5" Type="http://schemas.openxmlformats.org/officeDocument/2006/relationships/customXml" Target="../ink/ink217.xml"/><Relationship Id="rId4" Type="http://schemas.openxmlformats.org/officeDocument/2006/relationships/hyperlink" Target="undefined')%7bthis.title='';window.clearTimeout(hideTO);showTitle(event,%20this,%204,'" TargetMode="External"/><Relationship Id="rId3" Type="http://schemas.openxmlformats.org/officeDocument/2006/relationships/hyperlink" Target="http://action.utops.cc/click.jsp?adsId=252&amp;adsLeagueId=5&amp;adsUserId=188&amp;siteId=374&amp;siteLeagueId=5&amp;siteUserId=277&amp;scId=2&amp;adsType=2&amp;prices=0.92&amp;checkCode=f3ca051101&amp;click=1&amp;url=http://www.amazon.cn/static/yhf_090709_bk_dmbj.asp&amp;v=0&amp;keyword=%u7406%u89E3&amp;s=http://edu.people.com.cn/GB/kaoyan/113586/113588/10619189.html&amp;rn=804201" TargetMode="External"/><Relationship Id="rId2" Type="http://schemas.openxmlformats.org/officeDocument/2006/relationships/hyperlink" Target="undefined')%7bthis.title='';window.clearTimeout(hideTO);showTitle(event,%20this,%200,'" TargetMode="External"/><Relationship Id="rId1" Type="http://schemas.openxmlformats.org/officeDocument/2006/relationships/hyperlink" Target="http://action.utops.cc/click.jsp?adsId=168&amp;adsLeagueId=5&amp;adsUserId=1&amp;siteId=374&amp;siteLeagueId=5&amp;siteUserId=277&amp;scId=2&amp;adsType=6&amp;prices=1.32&amp;checkCode=ced826a7da&amp;click=1&amp;url=http://www.totole.com.cn&amp;v=0&amp;keyword=%u539F%u56E0&amp;s=http://edu.people.com.cn/GB/kaoyan/113586/113588/10619189.html&amp;rn=625068" TargetMode="External"/></Relationships>
</file>

<file path=ppt/slides/_rels/slide8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23.png"/><Relationship Id="rId7" Type="http://schemas.openxmlformats.org/officeDocument/2006/relationships/customXml" Target="../ink/ink221.xml"/><Relationship Id="rId6" Type="http://schemas.openxmlformats.org/officeDocument/2006/relationships/image" Target="../media/image222.png"/><Relationship Id="rId5" Type="http://schemas.openxmlformats.org/officeDocument/2006/relationships/customXml" Target="../ink/ink220.xml"/><Relationship Id="rId4" Type="http://schemas.openxmlformats.org/officeDocument/2006/relationships/image" Target="../media/image221.png"/><Relationship Id="rId3" Type="http://schemas.openxmlformats.org/officeDocument/2006/relationships/customXml" Target="../ink/ink219.xml"/><Relationship Id="rId2" Type="http://schemas.openxmlformats.org/officeDocument/2006/relationships/image" Target="../media/image220.png"/><Relationship Id="rId1" Type="http://schemas.openxmlformats.org/officeDocument/2006/relationships/customXml" Target="../ink/ink218.xml"/></Relationships>
</file>

<file path=ppt/slides/_rels/slide8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5.png"/><Relationship Id="rId3" Type="http://schemas.openxmlformats.org/officeDocument/2006/relationships/customXml" Target="../ink/ink223.xml"/><Relationship Id="rId2" Type="http://schemas.openxmlformats.org/officeDocument/2006/relationships/image" Target="../media/image224.png"/><Relationship Id="rId1" Type="http://schemas.openxmlformats.org/officeDocument/2006/relationships/customXml" Target="../ink/ink222.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6.png"/><Relationship Id="rId1" Type="http://schemas.openxmlformats.org/officeDocument/2006/relationships/customXml" Target="../ink/ink224.xml"/></Relationships>
</file>

<file path=ppt/slides/_rels/slide86.xml.rels><?xml version="1.0" encoding="UTF-8" standalone="yes"?>
<Relationships xmlns="http://schemas.openxmlformats.org/package/2006/relationships"><Relationship Id="rId9" Type="http://schemas.openxmlformats.org/officeDocument/2006/relationships/customXml" Target="../ink/ink229.xml"/><Relationship Id="rId8" Type="http://schemas.openxmlformats.org/officeDocument/2006/relationships/image" Target="../media/image230.png"/><Relationship Id="rId7" Type="http://schemas.openxmlformats.org/officeDocument/2006/relationships/customXml" Target="../ink/ink228.xml"/><Relationship Id="rId6" Type="http://schemas.openxmlformats.org/officeDocument/2006/relationships/image" Target="../media/image229.png"/><Relationship Id="rId5" Type="http://schemas.openxmlformats.org/officeDocument/2006/relationships/customXml" Target="../ink/ink227.xml"/><Relationship Id="rId4" Type="http://schemas.openxmlformats.org/officeDocument/2006/relationships/image" Target="../media/image228.png"/><Relationship Id="rId3" Type="http://schemas.openxmlformats.org/officeDocument/2006/relationships/customXml" Target="../ink/ink226.xml"/><Relationship Id="rId2" Type="http://schemas.openxmlformats.org/officeDocument/2006/relationships/image" Target="../media/image227.png"/><Relationship Id="rId17" Type="http://schemas.openxmlformats.org/officeDocument/2006/relationships/slideLayout" Target="../slideLayouts/slideLayout2.xml"/><Relationship Id="rId16" Type="http://schemas.openxmlformats.org/officeDocument/2006/relationships/image" Target="../media/image234.png"/><Relationship Id="rId15" Type="http://schemas.openxmlformats.org/officeDocument/2006/relationships/customXml" Target="../ink/ink232.xml"/><Relationship Id="rId14" Type="http://schemas.openxmlformats.org/officeDocument/2006/relationships/image" Target="../media/image233.png"/><Relationship Id="rId13" Type="http://schemas.openxmlformats.org/officeDocument/2006/relationships/customXml" Target="../ink/ink231.xml"/><Relationship Id="rId12" Type="http://schemas.openxmlformats.org/officeDocument/2006/relationships/image" Target="../media/image232.png"/><Relationship Id="rId11" Type="http://schemas.openxmlformats.org/officeDocument/2006/relationships/customXml" Target="../ink/ink230.xml"/><Relationship Id="rId10" Type="http://schemas.openxmlformats.org/officeDocument/2006/relationships/image" Target="../media/image231.png"/><Relationship Id="rId1" Type="http://schemas.openxmlformats.org/officeDocument/2006/relationships/customXml" Target="../ink/ink225.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5.png"/><Relationship Id="rId1" Type="http://schemas.openxmlformats.org/officeDocument/2006/relationships/customXml" Target="../ink/ink233.xml"/></Relationships>
</file>

<file path=ppt/slides/_rels/slide88.xml.rels><?xml version="1.0" encoding="UTF-8" standalone="yes"?>
<Relationships xmlns="http://schemas.openxmlformats.org/package/2006/relationships"><Relationship Id="rId9" Type="http://schemas.openxmlformats.org/officeDocument/2006/relationships/customXml" Target="../ink/ink238.xml"/><Relationship Id="rId8" Type="http://schemas.openxmlformats.org/officeDocument/2006/relationships/image" Target="../media/image239.png"/><Relationship Id="rId7" Type="http://schemas.openxmlformats.org/officeDocument/2006/relationships/customXml" Target="../ink/ink237.xml"/><Relationship Id="rId6" Type="http://schemas.openxmlformats.org/officeDocument/2006/relationships/image" Target="../media/image238.png"/><Relationship Id="rId5" Type="http://schemas.openxmlformats.org/officeDocument/2006/relationships/customXml" Target="../ink/ink236.xml"/><Relationship Id="rId4" Type="http://schemas.openxmlformats.org/officeDocument/2006/relationships/image" Target="../media/image237.png"/><Relationship Id="rId31" Type="http://schemas.openxmlformats.org/officeDocument/2006/relationships/slideLayout" Target="../slideLayouts/slideLayout2.xml"/><Relationship Id="rId30" Type="http://schemas.openxmlformats.org/officeDocument/2006/relationships/image" Target="../media/image250.png"/><Relationship Id="rId3" Type="http://schemas.openxmlformats.org/officeDocument/2006/relationships/customXml" Target="../ink/ink235.xml"/><Relationship Id="rId29" Type="http://schemas.openxmlformats.org/officeDocument/2006/relationships/customXml" Target="../ink/ink248.xml"/><Relationship Id="rId28" Type="http://schemas.openxmlformats.org/officeDocument/2006/relationships/image" Target="../media/image249.png"/><Relationship Id="rId27" Type="http://schemas.openxmlformats.org/officeDocument/2006/relationships/customXml" Target="../ink/ink247.xml"/><Relationship Id="rId26" Type="http://schemas.openxmlformats.org/officeDocument/2006/relationships/image" Target="../media/image248.png"/><Relationship Id="rId25" Type="http://schemas.openxmlformats.org/officeDocument/2006/relationships/customXml" Target="../ink/ink246.xml"/><Relationship Id="rId24" Type="http://schemas.openxmlformats.org/officeDocument/2006/relationships/image" Target="../media/image247.png"/><Relationship Id="rId23" Type="http://schemas.openxmlformats.org/officeDocument/2006/relationships/customXml" Target="../ink/ink245.xml"/><Relationship Id="rId22" Type="http://schemas.openxmlformats.org/officeDocument/2006/relationships/image" Target="../media/image246.png"/><Relationship Id="rId21" Type="http://schemas.openxmlformats.org/officeDocument/2006/relationships/customXml" Target="../ink/ink244.xml"/><Relationship Id="rId20" Type="http://schemas.openxmlformats.org/officeDocument/2006/relationships/image" Target="../media/image245.png"/><Relationship Id="rId2" Type="http://schemas.openxmlformats.org/officeDocument/2006/relationships/image" Target="../media/image236.png"/><Relationship Id="rId19" Type="http://schemas.openxmlformats.org/officeDocument/2006/relationships/customXml" Target="../ink/ink243.xml"/><Relationship Id="rId18" Type="http://schemas.openxmlformats.org/officeDocument/2006/relationships/image" Target="../media/image244.png"/><Relationship Id="rId17" Type="http://schemas.openxmlformats.org/officeDocument/2006/relationships/customXml" Target="../ink/ink242.xml"/><Relationship Id="rId16" Type="http://schemas.openxmlformats.org/officeDocument/2006/relationships/image" Target="../media/image243.png"/><Relationship Id="rId15" Type="http://schemas.openxmlformats.org/officeDocument/2006/relationships/customXml" Target="../ink/ink241.xml"/><Relationship Id="rId14" Type="http://schemas.openxmlformats.org/officeDocument/2006/relationships/image" Target="../media/image242.png"/><Relationship Id="rId13" Type="http://schemas.openxmlformats.org/officeDocument/2006/relationships/customXml" Target="../ink/ink240.xml"/><Relationship Id="rId12" Type="http://schemas.openxmlformats.org/officeDocument/2006/relationships/image" Target="../media/image241.png"/><Relationship Id="rId11" Type="http://schemas.openxmlformats.org/officeDocument/2006/relationships/customXml" Target="../ink/ink239.xml"/><Relationship Id="rId10" Type="http://schemas.openxmlformats.org/officeDocument/2006/relationships/image" Target="../media/image240.png"/><Relationship Id="rId1" Type="http://schemas.openxmlformats.org/officeDocument/2006/relationships/customXml" Target="../ink/ink234.xml"/></Relationships>
</file>

<file path=ppt/slides/_rels/slide89.xml.rels><?xml version="1.0" encoding="UTF-8" standalone="yes"?>
<Relationships xmlns="http://schemas.openxmlformats.org/package/2006/relationships"><Relationship Id="rId9" Type="http://schemas.openxmlformats.org/officeDocument/2006/relationships/customXml" Target="../ink/ink253.xml"/><Relationship Id="rId8" Type="http://schemas.openxmlformats.org/officeDocument/2006/relationships/image" Target="../media/image254.png"/><Relationship Id="rId7" Type="http://schemas.openxmlformats.org/officeDocument/2006/relationships/customXml" Target="../ink/ink252.xml"/><Relationship Id="rId6" Type="http://schemas.openxmlformats.org/officeDocument/2006/relationships/image" Target="../media/image253.png"/><Relationship Id="rId5" Type="http://schemas.openxmlformats.org/officeDocument/2006/relationships/customXml" Target="../ink/ink251.xml"/><Relationship Id="rId4" Type="http://schemas.openxmlformats.org/officeDocument/2006/relationships/image" Target="../media/image252.png"/><Relationship Id="rId3" Type="http://schemas.openxmlformats.org/officeDocument/2006/relationships/customXml" Target="../ink/ink250.xml"/><Relationship Id="rId2" Type="http://schemas.openxmlformats.org/officeDocument/2006/relationships/image" Target="../media/image251.png"/><Relationship Id="rId15" Type="http://schemas.openxmlformats.org/officeDocument/2006/relationships/slideLayout" Target="../slideLayouts/slideLayout2.xml"/><Relationship Id="rId14" Type="http://schemas.openxmlformats.org/officeDocument/2006/relationships/image" Target="../media/image257.png"/><Relationship Id="rId13" Type="http://schemas.openxmlformats.org/officeDocument/2006/relationships/customXml" Target="../ink/ink255.xml"/><Relationship Id="rId12" Type="http://schemas.openxmlformats.org/officeDocument/2006/relationships/image" Target="../media/image256.png"/><Relationship Id="rId11" Type="http://schemas.openxmlformats.org/officeDocument/2006/relationships/customXml" Target="../ink/ink254.xml"/><Relationship Id="rId10" Type="http://schemas.openxmlformats.org/officeDocument/2006/relationships/image" Target="../media/image255.png"/><Relationship Id="rId1" Type="http://schemas.openxmlformats.org/officeDocument/2006/relationships/customXml" Target="../ink/ink249.xml"/></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9.png"/><Relationship Id="rId3" Type="http://schemas.openxmlformats.org/officeDocument/2006/relationships/customXml" Target="../ink/ink257.xml"/><Relationship Id="rId2" Type="http://schemas.openxmlformats.org/officeDocument/2006/relationships/image" Target="../media/image258.png"/><Relationship Id="rId1" Type="http://schemas.openxmlformats.org/officeDocument/2006/relationships/customXml" Target="../ink/ink256.xml"/></Relationships>
</file>

<file path=ppt/slides/_rels/slide9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63.png"/><Relationship Id="rId7" Type="http://schemas.openxmlformats.org/officeDocument/2006/relationships/customXml" Target="../ink/ink261.xml"/><Relationship Id="rId6" Type="http://schemas.openxmlformats.org/officeDocument/2006/relationships/image" Target="../media/image262.png"/><Relationship Id="rId5" Type="http://schemas.openxmlformats.org/officeDocument/2006/relationships/customXml" Target="../ink/ink260.xml"/><Relationship Id="rId4" Type="http://schemas.openxmlformats.org/officeDocument/2006/relationships/image" Target="../media/image261.png"/><Relationship Id="rId3" Type="http://schemas.openxmlformats.org/officeDocument/2006/relationships/customXml" Target="../ink/ink259.xml"/><Relationship Id="rId2" Type="http://schemas.openxmlformats.org/officeDocument/2006/relationships/image" Target="../media/image260.png"/><Relationship Id="rId1" Type="http://schemas.openxmlformats.org/officeDocument/2006/relationships/customXml" Target="../ink/ink25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66.png"/><Relationship Id="rId5" Type="http://schemas.openxmlformats.org/officeDocument/2006/relationships/customXml" Target="../ink/ink264.xml"/><Relationship Id="rId4" Type="http://schemas.openxmlformats.org/officeDocument/2006/relationships/image" Target="../media/image265.png"/><Relationship Id="rId3" Type="http://schemas.openxmlformats.org/officeDocument/2006/relationships/customXml" Target="../ink/ink263.xml"/><Relationship Id="rId2" Type="http://schemas.openxmlformats.org/officeDocument/2006/relationships/image" Target="../media/image264.png"/><Relationship Id="rId1" Type="http://schemas.openxmlformats.org/officeDocument/2006/relationships/customXml" Target="../ink/ink262.xml"/></Relationships>
</file>

<file path=ppt/slides/_rels/slide94.xml.rels><?xml version="1.0" encoding="UTF-8" standalone="yes"?>
<Relationships xmlns="http://schemas.openxmlformats.org/package/2006/relationships"><Relationship Id="rId9" Type="http://schemas.openxmlformats.org/officeDocument/2006/relationships/customXml" Target="../ink/ink269.xml"/><Relationship Id="rId8" Type="http://schemas.openxmlformats.org/officeDocument/2006/relationships/image" Target="../media/image269.png"/><Relationship Id="rId7" Type="http://schemas.openxmlformats.org/officeDocument/2006/relationships/customXml" Target="../ink/ink268.xml"/><Relationship Id="rId6" Type="http://schemas.openxmlformats.org/officeDocument/2006/relationships/image" Target="../media/image15.png"/><Relationship Id="rId5" Type="http://schemas.openxmlformats.org/officeDocument/2006/relationships/customXml" Target="../ink/ink267.xml"/><Relationship Id="rId4" Type="http://schemas.openxmlformats.org/officeDocument/2006/relationships/image" Target="../media/image268.png"/><Relationship Id="rId3" Type="http://schemas.openxmlformats.org/officeDocument/2006/relationships/customXml" Target="../ink/ink266.xml"/><Relationship Id="rId2" Type="http://schemas.openxmlformats.org/officeDocument/2006/relationships/image" Target="../media/image267.png"/><Relationship Id="rId19" Type="http://schemas.openxmlformats.org/officeDocument/2006/relationships/slideLayout" Target="../slideLayouts/slideLayout7.xml"/><Relationship Id="rId18" Type="http://schemas.openxmlformats.org/officeDocument/2006/relationships/customXml" Target="../ink/ink274.xml"/><Relationship Id="rId17" Type="http://schemas.openxmlformats.org/officeDocument/2006/relationships/image" Target="../media/image273.png"/><Relationship Id="rId16" Type="http://schemas.openxmlformats.org/officeDocument/2006/relationships/customXml" Target="../ink/ink273.xml"/><Relationship Id="rId15" Type="http://schemas.openxmlformats.org/officeDocument/2006/relationships/customXml" Target="../ink/ink272.xml"/><Relationship Id="rId14" Type="http://schemas.openxmlformats.org/officeDocument/2006/relationships/image" Target="../media/image272.png"/><Relationship Id="rId13" Type="http://schemas.openxmlformats.org/officeDocument/2006/relationships/customXml" Target="../ink/ink271.xml"/><Relationship Id="rId12" Type="http://schemas.openxmlformats.org/officeDocument/2006/relationships/image" Target="../media/image271.png"/><Relationship Id="rId11" Type="http://schemas.openxmlformats.org/officeDocument/2006/relationships/customXml" Target="../ink/ink270.xml"/><Relationship Id="rId10" Type="http://schemas.openxmlformats.org/officeDocument/2006/relationships/image" Target="../media/image270.png"/><Relationship Id="rId1" Type="http://schemas.openxmlformats.org/officeDocument/2006/relationships/customXml" Target="../ink/ink26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76.png"/><Relationship Id="rId5" Type="http://schemas.openxmlformats.org/officeDocument/2006/relationships/customXml" Target="../ink/ink277.xml"/><Relationship Id="rId4" Type="http://schemas.openxmlformats.org/officeDocument/2006/relationships/image" Target="../media/image275.png"/><Relationship Id="rId3" Type="http://schemas.openxmlformats.org/officeDocument/2006/relationships/customXml" Target="../ink/ink276.xml"/><Relationship Id="rId2" Type="http://schemas.openxmlformats.org/officeDocument/2006/relationships/image" Target="../media/image274.png"/><Relationship Id="rId1" Type="http://schemas.openxmlformats.org/officeDocument/2006/relationships/customXml" Target="../ink/ink27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9" Type="http://schemas.openxmlformats.org/officeDocument/2006/relationships/customXml" Target="../ink/ink282.xml"/><Relationship Id="rId8" Type="http://schemas.openxmlformats.org/officeDocument/2006/relationships/image" Target="../media/image280.png"/><Relationship Id="rId7" Type="http://schemas.openxmlformats.org/officeDocument/2006/relationships/customXml" Target="../ink/ink281.xml"/><Relationship Id="rId6" Type="http://schemas.openxmlformats.org/officeDocument/2006/relationships/image" Target="../media/image279.png"/><Relationship Id="rId5" Type="http://schemas.openxmlformats.org/officeDocument/2006/relationships/customXml" Target="../ink/ink280.xml"/><Relationship Id="rId4" Type="http://schemas.openxmlformats.org/officeDocument/2006/relationships/image" Target="../media/image278.png"/><Relationship Id="rId3" Type="http://schemas.openxmlformats.org/officeDocument/2006/relationships/customXml" Target="../ink/ink279.xml"/><Relationship Id="rId2" Type="http://schemas.openxmlformats.org/officeDocument/2006/relationships/image" Target="../media/image277.png"/><Relationship Id="rId17" Type="http://schemas.openxmlformats.org/officeDocument/2006/relationships/slideLayout" Target="../slideLayouts/slideLayout2.xml"/><Relationship Id="rId16" Type="http://schemas.openxmlformats.org/officeDocument/2006/relationships/image" Target="../media/image284.png"/><Relationship Id="rId15" Type="http://schemas.openxmlformats.org/officeDocument/2006/relationships/customXml" Target="../ink/ink285.xml"/><Relationship Id="rId14" Type="http://schemas.openxmlformats.org/officeDocument/2006/relationships/image" Target="../media/image283.png"/><Relationship Id="rId13" Type="http://schemas.openxmlformats.org/officeDocument/2006/relationships/customXml" Target="../ink/ink284.xml"/><Relationship Id="rId12" Type="http://schemas.openxmlformats.org/officeDocument/2006/relationships/image" Target="../media/image282.png"/><Relationship Id="rId11" Type="http://schemas.openxmlformats.org/officeDocument/2006/relationships/customXml" Target="../ink/ink283.xml"/><Relationship Id="rId10" Type="http://schemas.openxmlformats.org/officeDocument/2006/relationships/image" Target="../media/image281.png"/><Relationship Id="rId1" Type="http://schemas.openxmlformats.org/officeDocument/2006/relationships/customXml" Target="../ink/ink278.xml"/></Relationships>
</file>

<file path=ppt/slides/_rels/slide99.xml.rels><?xml version="1.0" encoding="UTF-8" standalone="yes"?>
<Relationships xmlns="http://schemas.openxmlformats.org/package/2006/relationships"><Relationship Id="rId9" Type="http://schemas.openxmlformats.org/officeDocument/2006/relationships/customXml" Target="../ink/ink290.xml"/><Relationship Id="rId8" Type="http://schemas.openxmlformats.org/officeDocument/2006/relationships/image" Target="../media/image288.png"/><Relationship Id="rId7" Type="http://schemas.openxmlformats.org/officeDocument/2006/relationships/customXml" Target="../ink/ink289.xml"/><Relationship Id="rId6" Type="http://schemas.openxmlformats.org/officeDocument/2006/relationships/image" Target="../media/image287.png"/><Relationship Id="rId5" Type="http://schemas.openxmlformats.org/officeDocument/2006/relationships/customXml" Target="../ink/ink288.xml"/><Relationship Id="rId4" Type="http://schemas.openxmlformats.org/officeDocument/2006/relationships/image" Target="../media/image286.png"/><Relationship Id="rId3" Type="http://schemas.openxmlformats.org/officeDocument/2006/relationships/customXml" Target="../ink/ink287.xml"/><Relationship Id="rId29" Type="http://schemas.openxmlformats.org/officeDocument/2006/relationships/slideLayout" Target="../slideLayouts/slideLayout2.xml"/><Relationship Id="rId28" Type="http://schemas.openxmlformats.org/officeDocument/2006/relationships/image" Target="../media/image298.png"/><Relationship Id="rId27" Type="http://schemas.openxmlformats.org/officeDocument/2006/relationships/customXml" Target="../ink/ink299.xml"/><Relationship Id="rId26" Type="http://schemas.openxmlformats.org/officeDocument/2006/relationships/image" Target="../media/image297.png"/><Relationship Id="rId25" Type="http://schemas.openxmlformats.org/officeDocument/2006/relationships/customXml" Target="../ink/ink298.xml"/><Relationship Id="rId24" Type="http://schemas.openxmlformats.org/officeDocument/2006/relationships/image" Target="../media/image296.png"/><Relationship Id="rId23" Type="http://schemas.openxmlformats.org/officeDocument/2006/relationships/customXml" Target="../ink/ink297.xml"/><Relationship Id="rId22" Type="http://schemas.openxmlformats.org/officeDocument/2006/relationships/image" Target="../media/image295.png"/><Relationship Id="rId21" Type="http://schemas.openxmlformats.org/officeDocument/2006/relationships/customXml" Target="../ink/ink296.xml"/><Relationship Id="rId20" Type="http://schemas.openxmlformats.org/officeDocument/2006/relationships/image" Target="../media/image294.png"/><Relationship Id="rId2" Type="http://schemas.openxmlformats.org/officeDocument/2006/relationships/image" Target="../media/image285.png"/><Relationship Id="rId19" Type="http://schemas.openxmlformats.org/officeDocument/2006/relationships/customXml" Target="../ink/ink295.xml"/><Relationship Id="rId18" Type="http://schemas.openxmlformats.org/officeDocument/2006/relationships/image" Target="../media/image293.png"/><Relationship Id="rId17" Type="http://schemas.openxmlformats.org/officeDocument/2006/relationships/customXml" Target="../ink/ink294.xml"/><Relationship Id="rId16" Type="http://schemas.openxmlformats.org/officeDocument/2006/relationships/image" Target="../media/image292.png"/><Relationship Id="rId15" Type="http://schemas.openxmlformats.org/officeDocument/2006/relationships/customXml" Target="../ink/ink293.xml"/><Relationship Id="rId14" Type="http://schemas.openxmlformats.org/officeDocument/2006/relationships/image" Target="../media/image291.png"/><Relationship Id="rId13" Type="http://schemas.openxmlformats.org/officeDocument/2006/relationships/customXml" Target="../ink/ink292.xml"/><Relationship Id="rId12" Type="http://schemas.openxmlformats.org/officeDocument/2006/relationships/image" Target="../media/image290.png"/><Relationship Id="rId11" Type="http://schemas.openxmlformats.org/officeDocument/2006/relationships/customXml" Target="../ink/ink291.xml"/><Relationship Id="rId10" Type="http://schemas.openxmlformats.org/officeDocument/2006/relationships/image" Target="../media/image289.png"/><Relationship Id="rId1" Type="http://schemas.openxmlformats.org/officeDocument/2006/relationships/customXml" Target="../ink/ink28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01.png"/><Relationship Id="rId5" Type="http://schemas.openxmlformats.org/officeDocument/2006/relationships/customXml" Target="../ink/ink302.xml"/><Relationship Id="rId4" Type="http://schemas.openxmlformats.org/officeDocument/2006/relationships/image" Target="../media/image300.png"/><Relationship Id="rId3" Type="http://schemas.openxmlformats.org/officeDocument/2006/relationships/customXml" Target="../ink/ink301.xml"/><Relationship Id="rId2" Type="http://schemas.openxmlformats.org/officeDocument/2006/relationships/image" Target="../media/image299.png"/><Relationship Id="rId1" Type="http://schemas.openxmlformats.org/officeDocument/2006/relationships/customXml" Target="../ink/ink30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9" Type="http://schemas.openxmlformats.org/officeDocument/2006/relationships/customXml" Target="../ink/ink307.xml"/><Relationship Id="rId8" Type="http://schemas.openxmlformats.org/officeDocument/2006/relationships/image" Target="../media/image305.png"/><Relationship Id="rId7" Type="http://schemas.openxmlformats.org/officeDocument/2006/relationships/customXml" Target="../ink/ink306.xml"/><Relationship Id="rId6" Type="http://schemas.openxmlformats.org/officeDocument/2006/relationships/image" Target="../media/image304.png"/><Relationship Id="rId5" Type="http://schemas.openxmlformats.org/officeDocument/2006/relationships/customXml" Target="../ink/ink305.xml"/><Relationship Id="rId4" Type="http://schemas.openxmlformats.org/officeDocument/2006/relationships/image" Target="../media/image303.png"/><Relationship Id="rId3" Type="http://schemas.openxmlformats.org/officeDocument/2006/relationships/customXml" Target="../ink/ink304.xml"/><Relationship Id="rId20" Type="http://schemas.openxmlformats.org/officeDocument/2006/relationships/slideLayout" Target="../slideLayouts/slideLayout2.xml"/><Relationship Id="rId2" Type="http://schemas.openxmlformats.org/officeDocument/2006/relationships/image" Target="../media/image302.png"/><Relationship Id="rId19" Type="http://schemas.openxmlformats.org/officeDocument/2006/relationships/image" Target="../media/image311.emf"/><Relationship Id="rId18" Type="http://schemas.openxmlformats.org/officeDocument/2006/relationships/image" Target="../media/image310.png"/><Relationship Id="rId17" Type="http://schemas.openxmlformats.org/officeDocument/2006/relationships/customXml" Target="../ink/ink311.xml"/><Relationship Id="rId16" Type="http://schemas.openxmlformats.org/officeDocument/2006/relationships/image" Target="../media/image309.png"/><Relationship Id="rId15" Type="http://schemas.openxmlformats.org/officeDocument/2006/relationships/customXml" Target="../ink/ink310.xml"/><Relationship Id="rId14" Type="http://schemas.openxmlformats.org/officeDocument/2006/relationships/image" Target="../media/image308.png"/><Relationship Id="rId13" Type="http://schemas.openxmlformats.org/officeDocument/2006/relationships/customXml" Target="../ink/ink309.xml"/><Relationship Id="rId12" Type="http://schemas.openxmlformats.org/officeDocument/2006/relationships/image" Target="../media/image307.png"/><Relationship Id="rId11" Type="http://schemas.openxmlformats.org/officeDocument/2006/relationships/customXml" Target="../ink/ink308.xml"/><Relationship Id="rId10" Type="http://schemas.openxmlformats.org/officeDocument/2006/relationships/image" Target="../media/image306.png"/><Relationship Id="rId1" Type="http://schemas.openxmlformats.org/officeDocument/2006/relationships/customXml" Target="../ink/ink30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9" Type="http://schemas.openxmlformats.org/officeDocument/2006/relationships/customXml" Target="../ink/ink316.xml"/><Relationship Id="rId8" Type="http://schemas.openxmlformats.org/officeDocument/2006/relationships/image" Target="../media/image315.png"/><Relationship Id="rId7" Type="http://schemas.openxmlformats.org/officeDocument/2006/relationships/customXml" Target="../ink/ink315.xml"/><Relationship Id="rId6" Type="http://schemas.openxmlformats.org/officeDocument/2006/relationships/image" Target="../media/image314.png"/><Relationship Id="rId5" Type="http://schemas.openxmlformats.org/officeDocument/2006/relationships/customXml" Target="../ink/ink314.xml"/><Relationship Id="rId4" Type="http://schemas.openxmlformats.org/officeDocument/2006/relationships/image" Target="../media/image313.png"/><Relationship Id="rId3" Type="http://schemas.openxmlformats.org/officeDocument/2006/relationships/customXml" Target="../ink/ink313.xml"/><Relationship Id="rId2" Type="http://schemas.openxmlformats.org/officeDocument/2006/relationships/image" Target="../media/image312.png"/><Relationship Id="rId13" Type="http://schemas.openxmlformats.org/officeDocument/2006/relationships/slideLayout" Target="../slideLayouts/slideLayout2.xml"/><Relationship Id="rId12" Type="http://schemas.openxmlformats.org/officeDocument/2006/relationships/image" Target="../media/image317.png"/><Relationship Id="rId11" Type="http://schemas.openxmlformats.org/officeDocument/2006/relationships/customXml" Target="../ink/ink317.xml"/><Relationship Id="rId10" Type="http://schemas.openxmlformats.org/officeDocument/2006/relationships/image" Target="../media/image316.png"/><Relationship Id="rId1" Type="http://schemas.openxmlformats.org/officeDocument/2006/relationships/customXml" Target="../ink/ink312.xml"/></Relationships>
</file>

<file path=ppt/slides/_rels/slide10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20.png"/><Relationship Id="rId5" Type="http://schemas.openxmlformats.org/officeDocument/2006/relationships/customXml" Target="../ink/ink320.xml"/><Relationship Id="rId4" Type="http://schemas.openxmlformats.org/officeDocument/2006/relationships/image" Target="../media/image319.png"/><Relationship Id="rId3" Type="http://schemas.openxmlformats.org/officeDocument/2006/relationships/customXml" Target="../ink/ink319.xml"/><Relationship Id="rId2" Type="http://schemas.openxmlformats.org/officeDocument/2006/relationships/image" Target="../media/image318.png"/><Relationship Id="rId1" Type="http://schemas.openxmlformats.org/officeDocument/2006/relationships/customXml" Target="../ink/ink31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9" Type="http://schemas.openxmlformats.org/officeDocument/2006/relationships/customXml" Target="../ink/ink325.xml"/><Relationship Id="rId8" Type="http://schemas.openxmlformats.org/officeDocument/2006/relationships/image" Target="../media/image324.png"/><Relationship Id="rId7" Type="http://schemas.openxmlformats.org/officeDocument/2006/relationships/customXml" Target="../ink/ink324.xml"/><Relationship Id="rId6" Type="http://schemas.openxmlformats.org/officeDocument/2006/relationships/image" Target="../media/image323.png"/><Relationship Id="rId5" Type="http://schemas.openxmlformats.org/officeDocument/2006/relationships/customXml" Target="../ink/ink323.xml"/><Relationship Id="rId4" Type="http://schemas.openxmlformats.org/officeDocument/2006/relationships/image" Target="../media/image322.png"/><Relationship Id="rId3" Type="http://schemas.openxmlformats.org/officeDocument/2006/relationships/customXml" Target="../ink/ink322.xml"/><Relationship Id="rId2" Type="http://schemas.openxmlformats.org/officeDocument/2006/relationships/image" Target="../media/image321.png"/><Relationship Id="rId11" Type="http://schemas.openxmlformats.org/officeDocument/2006/relationships/slideLayout" Target="../slideLayouts/slideLayout7.xml"/><Relationship Id="rId10" Type="http://schemas.openxmlformats.org/officeDocument/2006/relationships/image" Target="../media/image325.png"/><Relationship Id="rId1" Type="http://schemas.openxmlformats.org/officeDocument/2006/relationships/customXml" Target="../ink/ink32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9" Type="http://schemas.openxmlformats.org/officeDocument/2006/relationships/customXml" Target="../ink/ink330.xml"/><Relationship Id="rId8" Type="http://schemas.openxmlformats.org/officeDocument/2006/relationships/image" Target="../media/image329.png"/><Relationship Id="rId7" Type="http://schemas.openxmlformats.org/officeDocument/2006/relationships/customXml" Target="../ink/ink329.xml"/><Relationship Id="rId6" Type="http://schemas.openxmlformats.org/officeDocument/2006/relationships/image" Target="../media/image328.png"/><Relationship Id="rId5" Type="http://schemas.openxmlformats.org/officeDocument/2006/relationships/customXml" Target="../ink/ink328.xml"/><Relationship Id="rId4" Type="http://schemas.openxmlformats.org/officeDocument/2006/relationships/image" Target="../media/image327.png"/><Relationship Id="rId3" Type="http://schemas.openxmlformats.org/officeDocument/2006/relationships/customXml" Target="../ink/ink327.xml"/><Relationship Id="rId23" Type="http://schemas.openxmlformats.org/officeDocument/2006/relationships/slideLayout" Target="../slideLayouts/slideLayout7.xml"/><Relationship Id="rId22" Type="http://schemas.openxmlformats.org/officeDocument/2006/relationships/image" Target="../media/image336.png"/><Relationship Id="rId21" Type="http://schemas.openxmlformats.org/officeDocument/2006/relationships/customXml" Target="../ink/ink336.xml"/><Relationship Id="rId20" Type="http://schemas.openxmlformats.org/officeDocument/2006/relationships/image" Target="../media/image335.png"/><Relationship Id="rId2" Type="http://schemas.openxmlformats.org/officeDocument/2006/relationships/image" Target="../media/image326.png"/><Relationship Id="rId19" Type="http://schemas.openxmlformats.org/officeDocument/2006/relationships/customXml" Target="../ink/ink335.xml"/><Relationship Id="rId18" Type="http://schemas.openxmlformats.org/officeDocument/2006/relationships/image" Target="../media/image334.png"/><Relationship Id="rId17" Type="http://schemas.openxmlformats.org/officeDocument/2006/relationships/customXml" Target="../ink/ink334.xml"/><Relationship Id="rId16" Type="http://schemas.openxmlformats.org/officeDocument/2006/relationships/image" Target="../media/image333.png"/><Relationship Id="rId15" Type="http://schemas.openxmlformats.org/officeDocument/2006/relationships/customXml" Target="../ink/ink333.xml"/><Relationship Id="rId14" Type="http://schemas.openxmlformats.org/officeDocument/2006/relationships/image" Target="../media/image332.png"/><Relationship Id="rId13" Type="http://schemas.openxmlformats.org/officeDocument/2006/relationships/customXml" Target="../ink/ink332.xml"/><Relationship Id="rId12" Type="http://schemas.openxmlformats.org/officeDocument/2006/relationships/image" Target="../media/image331.png"/><Relationship Id="rId11" Type="http://schemas.openxmlformats.org/officeDocument/2006/relationships/customXml" Target="../ink/ink331.xml"/><Relationship Id="rId10" Type="http://schemas.openxmlformats.org/officeDocument/2006/relationships/image" Target="../media/image330.png"/><Relationship Id="rId1" Type="http://schemas.openxmlformats.org/officeDocument/2006/relationships/customXml" Target="../ink/ink326.xml"/></Relationships>
</file>

<file path=ppt/slides/_rels/slide115.xml.rels><?xml version="1.0" encoding="UTF-8" standalone="yes"?>
<Relationships xmlns="http://schemas.openxmlformats.org/package/2006/relationships"><Relationship Id="rId9" Type="http://schemas.openxmlformats.org/officeDocument/2006/relationships/customXml" Target="../ink/ink341.xml"/><Relationship Id="rId8" Type="http://schemas.openxmlformats.org/officeDocument/2006/relationships/image" Target="../media/image340.png"/><Relationship Id="rId7" Type="http://schemas.openxmlformats.org/officeDocument/2006/relationships/customXml" Target="../ink/ink340.xml"/><Relationship Id="rId6" Type="http://schemas.openxmlformats.org/officeDocument/2006/relationships/image" Target="../media/image339.png"/><Relationship Id="rId5" Type="http://schemas.openxmlformats.org/officeDocument/2006/relationships/customXml" Target="../ink/ink339.xml"/><Relationship Id="rId4" Type="http://schemas.openxmlformats.org/officeDocument/2006/relationships/image" Target="../media/image338.png"/><Relationship Id="rId3" Type="http://schemas.openxmlformats.org/officeDocument/2006/relationships/customXml" Target="../ink/ink338.xml"/><Relationship Id="rId2" Type="http://schemas.openxmlformats.org/officeDocument/2006/relationships/image" Target="../media/image337.png"/><Relationship Id="rId11" Type="http://schemas.openxmlformats.org/officeDocument/2006/relationships/slideLayout" Target="../slideLayouts/slideLayout7.xml"/><Relationship Id="rId10" Type="http://schemas.openxmlformats.org/officeDocument/2006/relationships/image" Target="../media/image341.png"/><Relationship Id="rId1" Type="http://schemas.openxmlformats.org/officeDocument/2006/relationships/customXml" Target="../ink/ink337.xml"/></Relationships>
</file>

<file path=ppt/slides/_rels/slide1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45.png"/><Relationship Id="rId7" Type="http://schemas.openxmlformats.org/officeDocument/2006/relationships/customXml" Target="../ink/ink345.xml"/><Relationship Id="rId6" Type="http://schemas.openxmlformats.org/officeDocument/2006/relationships/image" Target="../media/image344.png"/><Relationship Id="rId5" Type="http://schemas.openxmlformats.org/officeDocument/2006/relationships/customXml" Target="../ink/ink344.xml"/><Relationship Id="rId4" Type="http://schemas.openxmlformats.org/officeDocument/2006/relationships/image" Target="../media/image343.png"/><Relationship Id="rId3" Type="http://schemas.openxmlformats.org/officeDocument/2006/relationships/customXml" Target="../ink/ink343.xml"/><Relationship Id="rId2" Type="http://schemas.openxmlformats.org/officeDocument/2006/relationships/image" Target="../media/image342.png"/><Relationship Id="rId1" Type="http://schemas.openxmlformats.org/officeDocument/2006/relationships/customXml" Target="../ink/ink342.xml"/></Relationships>
</file>

<file path=ppt/slides/_rels/slide117.xml.rels><?xml version="1.0" encoding="UTF-8" standalone="yes"?>
<Relationships xmlns="http://schemas.openxmlformats.org/package/2006/relationships"><Relationship Id="rId9" Type="http://schemas.openxmlformats.org/officeDocument/2006/relationships/customXml" Target="../ink/ink350.xml"/><Relationship Id="rId8" Type="http://schemas.openxmlformats.org/officeDocument/2006/relationships/image" Target="../media/image349.png"/><Relationship Id="rId7" Type="http://schemas.openxmlformats.org/officeDocument/2006/relationships/customXml" Target="../ink/ink349.xml"/><Relationship Id="rId6" Type="http://schemas.openxmlformats.org/officeDocument/2006/relationships/image" Target="../media/image348.png"/><Relationship Id="rId5" Type="http://schemas.openxmlformats.org/officeDocument/2006/relationships/customXml" Target="../ink/ink348.xml"/><Relationship Id="rId4" Type="http://schemas.openxmlformats.org/officeDocument/2006/relationships/image" Target="../media/image347.png"/><Relationship Id="rId3" Type="http://schemas.openxmlformats.org/officeDocument/2006/relationships/customXml" Target="../ink/ink347.xml"/><Relationship Id="rId23" Type="http://schemas.openxmlformats.org/officeDocument/2006/relationships/slideLayout" Target="../slideLayouts/slideLayout7.xml"/><Relationship Id="rId22" Type="http://schemas.openxmlformats.org/officeDocument/2006/relationships/image" Target="../media/image356.png"/><Relationship Id="rId21" Type="http://schemas.openxmlformats.org/officeDocument/2006/relationships/customXml" Target="../ink/ink356.xml"/><Relationship Id="rId20" Type="http://schemas.openxmlformats.org/officeDocument/2006/relationships/image" Target="../media/image355.png"/><Relationship Id="rId2" Type="http://schemas.openxmlformats.org/officeDocument/2006/relationships/image" Target="../media/image346.png"/><Relationship Id="rId19" Type="http://schemas.openxmlformats.org/officeDocument/2006/relationships/customXml" Target="../ink/ink355.xml"/><Relationship Id="rId18" Type="http://schemas.openxmlformats.org/officeDocument/2006/relationships/image" Target="../media/image354.png"/><Relationship Id="rId17" Type="http://schemas.openxmlformats.org/officeDocument/2006/relationships/customXml" Target="../ink/ink354.xml"/><Relationship Id="rId16" Type="http://schemas.openxmlformats.org/officeDocument/2006/relationships/image" Target="../media/image353.png"/><Relationship Id="rId15" Type="http://schemas.openxmlformats.org/officeDocument/2006/relationships/customXml" Target="../ink/ink353.xml"/><Relationship Id="rId14" Type="http://schemas.openxmlformats.org/officeDocument/2006/relationships/image" Target="../media/image352.png"/><Relationship Id="rId13" Type="http://schemas.openxmlformats.org/officeDocument/2006/relationships/customXml" Target="../ink/ink352.xml"/><Relationship Id="rId12" Type="http://schemas.openxmlformats.org/officeDocument/2006/relationships/image" Target="../media/image351.png"/><Relationship Id="rId11" Type="http://schemas.openxmlformats.org/officeDocument/2006/relationships/customXml" Target="../ink/ink351.xml"/><Relationship Id="rId10" Type="http://schemas.openxmlformats.org/officeDocument/2006/relationships/image" Target="../media/image350.png"/><Relationship Id="rId1" Type="http://schemas.openxmlformats.org/officeDocument/2006/relationships/customXml" Target="../ink/ink346.xml"/></Relationships>
</file>

<file path=ppt/slides/_rels/slide118.xml.rels><?xml version="1.0" encoding="UTF-8" standalone="yes"?>
<Relationships xmlns="http://schemas.openxmlformats.org/package/2006/relationships"><Relationship Id="rId9" Type="http://schemas.openxmlformats.org/officeDocument/2006/relationships/customXml" Target="../ink/ink361.xml"/><Relationship Id="rId8" Type="http://schemas.openxmlformats.org/officeDocument/2006/relationships/image" Target="../media/image360.png"/><Relationship Id="rId7" Type="http://schemas.openxmlformats.org/officeDocument/2006/relationships/customXml" Target="../ink/ink360.xml"/><Relationship Id="rId6" Type="http://schemas.openxmlformats.org/officeDocument/2006/relationships/image" Target="../media/image359.png"/><Relationship Id="rId5" Type="http://schemas.openxmlformats.org/officeDocument/2006/relationships/customXml" Target="../ink/ink359.xml"/><Relationship Id="rId4" Type="http://schemas.openxmlformats.org/officeDocument/2006/relationships/image" Target="../media/image358.png"/><Relationship Id="rId31" Type="http://schemas.openxmlformats.org/officeDocument/2006/relationships/slideLayout" Target="../slideLayouts/slideLayout7.xml"/><Relationship Id="rId30" Type="http://schemas.openxmlformats.org/officeDocument/2006/relationships/image" Target="../media/image371.png"/><Relationship Id="rId3" Type="http://schemas.openxmlformats.org/officeDocument/2006/relationships/customXml" Target="../ink/ink358.xml"/><Relationship Id="rId29" Type="http://schemas.openxmlformats.org/officeDocument/2006/relationships/customXml" Target="../ink/ink371.xml"/><Relationship Id="rId28" Type="http://schemas.openxmlformats.org/officeDocument/2006/relationships/image" Target="../media/image370.png"/><Relationship Id="rId27" Type="http://schemas.openxmlformats.org/officeDocument/2006/relationships/customXml" Target="../ink/ink370.xml"/><Relationship Id="rId26" Type="http://schemas.openxmlformats.org/officeDocument/2006/relationships/image" Target="../media/image369.png"/><Relationship Id="rId25" Type="http://schemas.openxmlformats.org/officeDocument/2006/relationships/customXml" Target="../ink/ink369.xml"/><Relationship Id="rId24" Type="http://schemas.openxmlformats.org/officeDocument/2006/relationships/image" Target="../media/image368.png"/><Relationship Id="rId23" Type="http://schemas.openxmlformats.org/officeDocument/2006/relationships/customXml" Target="../ink/ink368.xml"/><Relationship Id="rId22" Type="http://schemas.openxmlformats.org/officeDocument/2006/relationships/image" Target="../media/image367.png"/><Relationship Id="rId21" Type="http://schemas.openxmlformats.org/officeDocument/2006/relationships/customXml" Target="../ink/ink367.xml"/><Relationship Id="rId20" Type="http://schemas.openxmlformats.org/officeDocument/2006/relationships/image" Target="../media/image366.png"/><Relationship Id="rId2" Type="http://schemas.openxmlformats.org/officeDocument/2006/relationships/image" Target="../media/image357.png"/><Relationship Id="rId19" Type="http://schemas.openxmlformats.org/officeDocument/2006/relationships/customXml" Target="../ink/ink366.xml"/><Relationship Id="rId18" Type="http://schemas.openxmlformats.org/officeDocument/2006/relationships/image" Target="../media/image365.png"/><Relationship Id="rId17" Type="http://schemas.openxmlformats.org/officeDocument/2006/relationships/customXml" Target="../ink/ink365.xml"/><Relationship Id="rId16" Type="http://schemas.openxmlformats.org/officeDocument/2006/relationships/image" Target="../media/image364.png"/><Relationship Id="rId15" Type="http://schemas.openxmlformats.org/officeDocument/2006/relationships/customXml" Target="../ink/ink364.xml"/><Relationship Id="rId14" Type="http://schemas.openxmlformats.org/officeDocument/2006/relationships/image" Target="../media/image363.png"/><Relationship Id="rId13" Type="http://schemas.openxmlformats.org/officeDocument/2006/relationships/customXml" Target="../ink/ink363.xml"/><Relationship Id="rId12" Type="http://schemas.openxmlformats.org/officeDocument/2006/relationships/image" Target="../media/image362.png"/><Relationship Id="rId11" Type="http://schemas.openxmlformats.org/officeDocument/2006/relationships/customXml" Target="../ink/ink362.xml"/><Relationship Id="rId10" Type="http://schemas.openxmlformats.org/officeDocument/2006/relationships/image" Target="../media/image361.png"/><Relationship Id="rId1" Type="http://schemas.openxmlformats.org/officeDocument/2006/relationships/customXml" Target="../ink/ink35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2.png"/><Relationship Id="rId1" Type="http://schemas.openxmlformats.org/officeDocument/2006/relationships/customXml" Target="../ink/ink372.xml"/></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3.png"/><Relationship Id="rId1" Type="http://schemas.openxmlformats.org/officeDocument/2006/relationships/customXml" Target="../ink/ink373.xml"/></Relationships>
</file>

<file path=ppt/slides/_rels/slide122.xml.rels><?xml version="1.0" encoding="UTF-8" standalone="yes"?>
<Relationships xmlns="http://schemas.openxmlformats.org/package/2006/relationships"><Relationship Id="rId9" Type="http://schemas.openxmlformats.org/officeDocument/2006/relationships/customXml" Target="../ink/ink378.xml"/><Relationship Id="rId8" Type="http://schemas.openxmlformats.org/officeDocument/2006/relationships/image" Target="../media/image377.png"/><Relationship Id="rId7" Type="http://schemas.openxmlformats.org/officeDocument/2006/relationships/customXml" Target="../ink/ink377.xml"/><Relationship Id="rId6" Type="http://schemas.openxmlformats.org/officeDocument/2006/relationships/image" Target="../media/image376.png"/><Relationship Id="rId5" Type="http://schemas.openxmlformats.org/officeDocument/2006/relationships/customXml" Target="../ink/ink376.xml"/><Relationship Id="rId4" Type="http://schemas.openxmlformats.org/officeDocument/2006/relationships/image" Target="../media/image375.png"/><Relationship Id="rId3" Type="http://schemas.openxmlformats.org/officeDocument/2006/relationships/customXml" Target="../ink/ink375.xml"/><Relationship Id="rId2" Type="http://schemas.openxmlformats.org/officeDocument/2006/relationships/image" Target="../media/image374.png"/><Relationship Id="rId15" Type="http://schemas.openxmlformats.org/officeDocument/2006/relationships/slideLayout" Target="../slideLayouts/slideLayout7.xml"/><Relationship Id="rId14" Type="http://schemas.openxmlformats.org/officeDocument/2006/relationships/image" Target="../media/image380.png"/><Relationship Id="rId13" Type="http://schemas.openxmlformats.org/officeDocument/2006/relationships/customXml" Target="../ink/ink380.xml"/><Relationship Id="rId12" Type="http://schemas.openxmlformats.org/officeDocument/2006/relationships/image" Target="../media/image379.png"/><Relationship Id="rId11" Type="http://schemas.openxmlformats.org/officeDocument/2006/relationships/customXml" Target="../ink/ink379.xml"/><Relationship Id="rId10" Type="http://schemas.openxmlformats.org/officeDocument/2006/relationships/image" Target="../media/image378.png"/><Relationship Id="rId1" Type="http://schemas.openxmlformats.org/officeDocument/2006/relationships/customXml" Target="../ink/ink374.xml"/></Relationships>
</file>

<file path=ppt/slides/_rels/slide12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82.png"/><Relationship Id="rId3" Type="http://schemas.openxmlformats.org/officeDocument/2006/relationships/customXml" Target="../ink/ink382.xml"/><Relationship Id="rId2" Type="http://schemas.openxmlformats.org/officeDocument/2006/relationships/image" Target="../media/image381.png"/><Relationship Id="rId1" Type="http://schemas.openxmlformats.org/officeDocument/2006/relationships/customXml" Target="../ink/ink381.xml"/></Relationships>
</file>

<file path=ppt/slides/_rels/slide12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85.png"/><Relationship Id="rId6" Type="http://schemas.openxmlformats.org/officeDocument/2006/relationships/customXml" Target="../ink/ink385.xml"/><Relationship Id="rId5" Type="http://schemas.openxmlformats.org/officeDocument/2006/relationships/image" Target="../media/image384.png"/><Relationship Id="rId4" Type="http://schemas.openxmlformats.org/officeDocument/2006/relationships/customXml" Target="../ink/ink384.xml"/><Relationship Id="rId3" Type="http://schemas.openxmlformats.org/officeDocument/2006/relationships/image" Target="../media/image383.png"/><Relationship Id="rId2" Type="http://schemas.openxmlformats.org/officeDocument/2006/relationships/customXml" Target="../ink/ink383.xml"/><Relationship Id="rId1" Type="http://schemas.openxmlformats.org/officeDocument/2006/relationships/hyperlink" Target="mailto:Jane@sina.com.cn" TargetMode="External"/></Relationships>
</file>

<file path=ppt/slides/_rels/slide125.xml.rels><?xml version="1.0" encoding="UTF-8" standalone="yes"?>
<Relationships xmlns="http://schemas.openxmlformats.org/package/2006/relationships"><Relationship Id="rId9" Type="http://schemas.openxmlformats.org/officeDocument/2006/relationships/customXml" Target="../ink/ink390.xml"/><Relationship Id="rId8" Type="http://schemas.openxmlformats.org/officeDocument/2006/relationships/image" Target="../media/image389.png"/><Relationship Id="rId7" Type="http://schemas.openxmlformats.org/officeDocument/2006/relationships/customXml" Target="../ink/ink389.xml"/><Relationship Id="rId6" Type="http://schemas.openxmlformats.org/officeDocument/2006/relationships/image" Target="../media/image388.png"/><Relationship Id="rId5" Type="http://schemas.openxmlformats.org/officeDocument/2006/relationships/customXml" Target="../ink/ink388.xml"/><Relationship Id="rId4" Type="http://schemas.openxmlformats.org/officeDocument/2006/relationships/image" Target="../media/image387.png"/><Relationship Id="rId31" Type="http://schemas.openxmlformats.org/officeDocument/2006/relationships/slideLayout" Target="../slideLayouts/slideLayout7.xml"/><Relationship Id="rId30" Type="http://schemas.openxmlformats.org/officeDocument/2006/relationships/image" Target="../media/image400.png"/><Relationship Id="rId3" Type="http://schemas.openxmlformats.org/officeDocument/2006/relationships/customXml" Target="../ink/ink387.xml"/><Relationship Id="rId29" Type="http://schemas.openxmlformats.org/officeDocument/2006/relationships/customXml" Target="../ink/ink400.xml"/><Relationship Id="rId28" Type="http://schemas.openxmlformats.org/officeDocument/2006/relationships/image" Target="../media/image399.png"/><Relationship Id="rId27" Type="http://schemas.openxmlformats.org/officeDocument/2006/relationships/customXml" Target="../ink/ink399.xml"/><Relationship Id="rId26" Type="http://schemas.openxmlformats.org/officeDocument/2006/relationships/image" Target="../media/image398.png"/><Relationship Id="rId25" Type="http://schemas.openxmlformats.org/officeDocument/2006/relationships/customXml" Target="../ink/ink398.xml"/><Relationship Id="rId24" Type="http://schemas.openxmlformats.org/officeDocument/2006/relationships/image" Target="../media/image397.png"/><Relationship Id="rId23" Type="http://schemas.openxmlformats.org/officeDocument/2006/relationships/customXml" Target="../ink/ink397.xml"/><Relationship Id="rId22" Type="http://schemas.openxmlformats.org/officeDocument/2006/relationships/image" Target="../media/image396.png"/><Relationship Id="rId21" Type="http://schemas.openxmlformats.org/officeDocument/2006/relationships/customXml" Target="../ink/ink396.xml"/><Relationship Id="rId20" Type="http://schemas.openxmlformats.org/officeDocument/2006/relationships/image" Target="../media/image395.png"/><Relationship Id="rId2" Type="http://schemas.openxmlformats.org/officeDocument/2006/relationships/image" Target="../media/image386.png"/><Relationship Id="rId19" Type="http://schemas.openxmlformats.org/officeDocument/2006/relationships/customXml" Target="../ink/ink395.xml"/><Relationship Id="rId18" Type="http://schemas.openxmlformats.org/officeDocument/2006/relationships/image" Target="../media/image394.png"/><Relationship Id="rId17" Type="http://schemas.openxmlformats.org/officeDocument/2006/relationships/customXml" Target="../ink/ink394.xml"/><Relationship Id="rId16" Type="http://schemas.openxmlformats.org/officeDocument/2006/relationships/image" Target="../media/image393.png"/><Relationship Id="rId15" Type="http://schemas.openxmlformats.org/officeDocument/2006/relationships/customXml" Target="../ink/ink393.xml"/><Relationship Id="rId14" Type="http://schemas.openxmlformats.org/officeDocument/2006/relationships/image" Target="../media/image392.png"/><Relationship Id="rId13" Type="http://schemas.openxmlformats.org/officeDocument/2006/relationships/customXml" Target="../ink/ink392.xml"/><Relationship Id="rId12" Type="http://schemas.openxmlformats.org/officeDocument/2006/relationships/image" Target="../media/image391.png"/><Relationship Id="rId11" Type="http://schemas.openxmlformats.org/officeDocument/2006/relationships/customXml" Target="../ink/ink391.xml"/><Relationship Id="rId10" Type="http://schemas.openxmlformats.org/officeDocument/2006/relationships/image" Target="../media/image390.png"/><Relationship Id="rId1" Type="http://schemas.openxmlformats.org/officeDocument/2006/relationships/customXml" Target="../ink/ink386.xml"/></Relationships>
</file>

<file path=ppt/slides/_rels/slide126.xml.rels><?xml version="1.0" encoding="UTF-8" standalone="yes"?>
<Relationships xmlns="http://schemas.openxmlformats.org/package/2006/relationships"><Relationship Id="rId9" Type="http://schemas.openxmlformats.org/officeDocument/2006/relationships/customXml" Target="../ink/ink405.xml"/><Relationship Id="rId8" Type="http://schemas.openxmlformats.org/officeDocument/2006/relationships/image" Target="../media/image404.png"/><Relationship Id="rId7" Type="http://schemas.openxmlformats.org/officeDocument/2006/relationships/customXml" Target="../ink/ink404.xml"/><Relationship Id="rId6" Type="http://schemas.openxmlformats.org/officeDocument/2006/relationships/image" Target="../media/image403.png"/><Relationship Id="rId5" Type="http://schemas.openxmlformats.org/officeDocument/2006/relationships/customXml" Target="../ink/ink403.xml"/><Relationship Id="rId4" Type="http://schemas.openxmlformats.org/officeDocument/2006/relationships/image" Target="../media/image402.png"/><Relationship Id="rId3" Type="http://schemas.openxmlformats.org/officeDocument/2006/relationships/customXml" Target="../ink/ink402.xml"/><Relationship Id="rId2" Type="http://schemas.openxmlformats.org/officeDocument/2006/relationships/image" Target="../media/image401.png"/><Relationship Id="rId15" Type="http://schemas.openxmlformats.org/officeDocument/2006/relationships/slideLayout" Target="../slideLayouts/slideLayout7.xml"/><Relationship Id="rId14" Type="http://schemas.openxmlformats.org/officeDocument/2006/relationships/image" Target="../media/image407.png"/><Relationship Id="rId13" Type="http://schemas.openxmlformats.org/officeDocument/2006/relationships/customXml" Target="../ink/ink407.xml"/><Relationship Id="rId12" Type="http://schemas.openxmlformats.org/officeDocument/2006/relationships/image" Target="../media/image406.png"/><Relationship Id="rId11" Type="http://schemas.openxmlformats.org/officeDocument/2006/relationships/customXml" Target="../ink/ink406.xml"/><Relationship Id="rId10" Type="http://schemas.openxmlformats.org/officeDocument/2006/relationships/image" Target="../media/image405.png"/><Relationship Id="rId1" Type="http://schemas.openxmlformats.org/officeDocument/2006/relationships/customXml" Target="../ink/ink401.xml"/></Relationships>
</file>

<file path=ppt/slides/_rels/slide127.xml.rels><?xml version="1.0" encoding="UTF-8" standalone="yes"?>
<Relationships xmlns="http://schemas.openxmlformats.org/package/2006/relationships"><Relationship Id="rId9" Type="http://schemas.openxmlformats.org/officeDocument/2006/relationships/customXml" Target="../ink/ink412.xml"/><Relationship Id="rId8" Type="http://schemas.openxmlformats.org/officeDocument/2006/relationships/image" Target="../media/image411.png"/><Relationship Id="rId7" Type="http://schemas.openxmlformats.org/officeDocument/2006/relationships/customXml" Target="../ink/ink411.xml"/><Relationship Id="rId6" Type="http://schemas.openxmlformats.org/officeDocument/2006/relationships/image" Target="../media/image410.png"/><Relationship Id="rId5" Type="http://schemas.openxmlformats.org/officeDocument/2006/relationships/customXml" Target="../ink/ink410.xml"/><Relationship Id="rId4" Type="http://schemas.openxmlformats.org/officeDocument/2006/relationships/image" Target="../media/image409.png"/><Relationship Id="rId3" Type="http://schemas.openxmlformats.org/officeDocument/2006/relationships/customXml" Target="../ink/ink409.xml"/><Relationship Id="rId2" Type="http://schemas.openxmlformats.org/officeDocument/2006/relationships/image" Target="../media/image408.png"/><Relationship Id="rId11" Type="http://schemas.openxmlformats.org/officeDocument/2006/relationships/slideLayout" Target="../slideLayouts/slideLayout7.xml"/><Relationship Id="rId10" Type="http://schemas.openxmlformats.org/officeDocument/2006/relationships/image" Target="../media/image412.png"/><Relationship Id="rId1" Type="http://schemas.openxmlformats.org/officeDocument/2006/relationships/customXml" Target="../ink/ink408.xml"/></Relationships>
</file>

<file path=ppt/slides/_rels/slide12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15.png"/><Relationship Id="rId5" Type="http://schemas.openxmlformats.org/officeDocument/2006/relationships/customXml" Target="../ink/ink415.xml"/><Relationship Id="rId4" Type="http://schemas.openxmlformats.org/officeDocument/2006/relationships/image" Target="../media/image414.png"/><Relationship Id="rId3" Type="http://schemas.openxmlformats.org/officeDocument/2006/relationships/customXml" Target="../ink/ink414.xml"/><Relationship Id="rId2" Type="http://schemas.openxmlformats.org/officeDocument/2006/relationships/image" Target="../media/image413.png"/><Relationship Id="rId1" Type="http://schemas.openxmlformats.org/officeDocument/2006/relationships/customXml" Target="../ink/ink4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63"/>
            <a:ext cx="7772400" cy="1470025"/>
          </a:xfrm>
        </p:spPr>
        <p:txBody>
          <a:bodyPr rtlCol="0">
            <a:normAutofit fontScale="90000"/>
          </a:bodyPr>
          <a:lstStyle/>
          <a:p>
            <a:pPr eaLnBrk="1" fontAlgn="auto" hangingPunct="1">
              <a:spcAft>
                <a:spcPts val="0"/>
              </a:spcAft>
              <a:defRPr/>
            </a:pPr>
            <a:r>
              <a:rPr lang="zh-CN" altLang="en-US" dirty="0" smtClean="0"/>
              <a:t>第二讲 证明 表格</a:t>
            </a:r>
            <a:br>
              <a:rPr lang="en-US" altLang="zh-CN" dirty="0" smtClean="0"/>
            </a:br>
            <a:endParaRPr lang="zh-CN" altLang="en-US" dirty="0"/>
          </a:p>
        </p:txBody>
      </p:sp>
      <p:sp>
        <p:nvSpPr>
          <p:cNvPr id="3" name="副标题 2"/>
          <p:cNvSpPr>
            <a:spLocks noGrp="1"/>
          </p:cNvSpPr>
          <p:nvPr>
            <p:ph type="subTitle" idx="1"/>
          </p:nvPr>
        </p:nvSpPr>
        <p:spPr>
          <a:xfrm>
            <a:off x="687388" y="2643188"/>
            <a:ext cx="6670675" cy="1752600"/>
          </a:xfrm>
        </p:spPr>
        <p:txBody>
          <a:bodyPr rtlCol="0">
            <a:normAutofit/>
          </a:bodyPr>
          <a:lstStyle/>
          <a:p>
            <a:pPr eaLnBrk="1" fontAlgn="auto" hangingPunct="1">
              <a:spcAft>
                <a:spcPts val="0"/>
              </a:spcAft>
              <a:buFont typeface="Wingdings 2" panose="05020102010507070707"/>
              <a:buNone/>
              <a:defRPr/>
            </a:pPr>
            <a:r>
              <a:rPr lang="en-US" altLang="zh-CN" dirty="0"/>
              <a:t> </a:t>
            </a:r>
            <a:endParaRPr lang="en-US" altLang="zh-C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3" y="620713"/>
            <a:ext cx="8074025" cy="561975"/>
          </a:xfrm>
        </p:spPr>
        <p:txBody>
          <a:bodyPr rtlCol="0">
            <a:normAutofit fontScale="90000"/>
          </a:bodyPr>
          <a:lstStyle/>
          <a:p>
            <a:pPr eaLnBrk="1" fontAlgn="auto" hangingPunct="1">
              <a:spcAft>
                <a:spcPts val="0"/>
              </a:spcAft>
              <a:defRPr/>
            </a:pPr>
            <a:r>
              <a:rPr lang="zh-CN" altLang="zh-CN" b="1" dirty="0" smtClean="0"/>
              <a:t> </a:t>
            </a:r>
            <a:r>
              <a:rPr lang="en-US" altLang="zh-CN" b="1" dirty="0" smtClean="0"/>
              <a:t>Certificate</a:t>
            </a:r>
            <a:br>
              <a:rPr lang="zh-CN" altLang="zh-CN" dirty="0" smtClean="0"/>
            </a:br>
            <a:endParaRPr lang="zh-CN" altLang="en-US" dirty="0"/>
          </a:p>
        </p:txBody>
      </p:sp>
      <p:sp>
        <p:nvSpPr>
          <p:cNvPr id="14338" name="内容占位符 2"/>
          <p:cNvSpPr>
            <a:spLocks noGrp="1"/>
          </p:cNvSpPr>
          <p:nvPr>
            <p:ph idx="1"/>
          </p:nvPr>
        </p:nvSpPr>
        <p:spPr>
          <a:xfrm>
            <a:off x="539750" y="1052513"/>
            <a:ext cx="8280400" cy="5616575"/>
          </a:xfrm>
        </p:spPr>
        <p:txBody>
          <a:bodyPr/>
          <a:lstStyle/>
          <a:p>
            <a:pPr eaLnBrk="1" hangingPunct="1"/>
            <a:r>
              <a:rPr lang="en-US" altLang="zh-CN" b="1" smtClean="0"/>
              <a:t>  Exercise. </a:t>
            </a:r>
            <a:endParaRPr lang="en-US" altLang="zh-CN" b="1" smtClean="0"/>
          </a:p>
          <a:p>
            <a:pPr eaLnBrk="1" hangingPunct="1"/>
            <a:r>
              <a:rPr lang="en-US" altLang="zh-CN" b="1" smtClean="0"/>
              <a:t>  (1)Choose the proper words from the words bank to fill in the blanks.</a:t>
            </a:r>
            <a:endParaRPr lang="zh-CN" altLang="zh-CN" smtClean="0"/>
          </a:p>
          <a:p>
            <a:pPr eaLnBrk="1" hangingPunct="1"/>
            <a:r>
              <a:rPr lang="en-US" altLang="zh-CN" smtClean="0"/>
              <a:t> </a:t>
            </a:r>
            <a:r>
              <a:rPr lang="zh-CN" altLang="zh-CN" smtClean="0"/>
              <a:t> </a:t>
            </a:r>
            <a:r>
              <a:rPr lang="en-US" altLang="zh-CN" b="1" smtClean="0"/>
              <a:t>(2) Translate the following underlined parts into Chinese, so as to get a better understanding of the Certificate.</a:t>
            </a:r>
            <a:endParaRPr lang="en-US" altLang="zh-CN" b="1"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3" y="274638"/>
            <a:ext cx="8218487" cy="130175"/>
          </a:xfrm>
        </p:spPr>
        <p:txBody>
          <a:bodyPr rtlCol="0">
            <a:normAutofit fontScale="90000"/>
          </a:bodyPr>
          <a:lstStyle/>
          <a:p>
            <a:pPr eaLnBrk="1" fontAlgn="auto" hangingPunct="1">
              <a:spcAft>
                <a:spcPts val="0"/>
              </a:spcAft>
              <a:defRPr/>
            </a:pPr>
            <a:r>
              <a:rPr lang="en-US" altLang="zh-CN" dirty="0" smtClean="0"/>
              <a:t> </a:t>
            </a:r>
            <a:endParaRPr lang="zh-CN" altLang="en-US" dirty="0"/>
          </a:p>
        </p:txBody>
      </p:sp>
      <p:sp>
        <p:nvSpPr>
          <p:cNvPr id="3" name="内容占位符 2"/>
          <p:cNvSpPr>
            <a:spLocks noGrp="1"/>
          </p:cNvSpPr>
          <p:nvPr>
            <p:ph idx="1"/>
          </p:nvPr>
        </p:nvSpPr>
        <p:spPr>
          <a:xfrm>
            <a:off x="323850" y="404813"/>
            <a:ext cx="8424863" cy="6264275"/>
          </a:xfrm>
        </p:spPr>
        <p:txBody>
          <a:bodyPr rtlCol="0">
            <a:normAutofit fontScale="85000" lnSpcReduction="10000"/>
          </a:bodyPr>
          <a:lstStyle/>
          <a:p>
            <a:pPr algn="ctr" eaLnBrk="1" fontAlgn="auto" hangingPunct="1">
              <a:spcAft>
                <a:spcPts val="0"/>
              </a:spcAft>
              <a:buFont typeface="Wingdings 2" panose="05020102010507070707"/>
              <a:buChar char=""/>
              <a:defRPr/>
            </a:pPr>
            <a:r>
              <a:rPr lang="en-US" altLang="zh-CN" b="1" dirty="0" smtClean="0"/>
              <a:t>Graduation Certificate</a:t>
            </a:r>
            <a:r>
              <a:rPr lang="en-US" altLang="zh-CN" dirty="0" smtClean="0"/>
              <a:t>                                     No.:200906139                                  26 June, 2009</a:t>
            </a:r>
            <a:endParaRPr lang="en-US" altLang="zh-CN" dirty="0" smtClean="0"/>
          </a:p>
          <a:p>
            <a:pPr eaLnBrk="1" fontAlgn="auto" hangingPunct="1">
              <a:spcAft>
                <a:spcPts val="0"/>
              </a:spcAft>
              <a:buFont typeface="Wingdings 2" panose="05020102010507070707"/>
              <a:buChar char=""/>
              <a:defRPr/>
            </a:pPr>
            <a:r>
              <a:rPr lang="en-US" altLang="zh-CN" dirty="0" smtClean="0"/>
              <a:t>      This is to</a:t>
            </a:r>
            <a:r>
              <a:rPr lang="en-US" altLang="zh-CN" b="1" dirty="0" smtClean="0"/>
              <a:t>  </a:t>
            </a:r>
            <a:r>
              <a:rPr lang="en-US" altLang="zh-CN" b="1" u="sng" dirty="0" smtClean="0"/>
              <a:t>1   </a:t>
            </a:r>
            <a:r>
              <a:rPr lang="en-US" altLang="zh-CN" dirty="0" smtClean="0"/>
              <a:t>that </a:t>
            </a:r>
            <a:r>
              <a:rPr lang="en-US" altLang="zh-CN" dirty="0" err="1" smtClean="0"/>
              <a:t>Peng</a:t>
            </a:r>
            <a:r>
              <a:rPr lang="en-US" altLang="zh-CN" dirty="0" smtClean="0"/>
              <a:t> </a:t>
            </a:r>
            <a:r>
              <a:rPr lang="en-US" altLang="zh-CN" dirty="0" err="1" smtClean="0"/>
              <a:t>Xiaoyan</a:t>
            </a:r>
            <a:r>
              <a:rPr lang="en-US" altLang="zh-CN" dirty="0" smtClean="0"/>
              <a:t>, </a:t>
            </a:r>
            <a:r>
              <a:rPr lang="en-US" altLang="zh-CN" b="1" u="sng" dirty="0" smtClean="0"/>
              <a:t>2    </a:t>
            </a:r>
            <a:r>
              <a:rPr lang="en-US" altLang="zh-CN" dirty="0" smtClean="0"/>
              <a:t>, </a:t>
            </a:r>
            <a:r>
              <a:rPr lang="en-US" altLang="zh-CN" b="1" u="sng" dirty="0" smtClean="0"/>
              <a:t>3   </a:t>
            </a:r>
            <a:r>
              <a:rPr lang="en-US" altLang="zh-CN" dirty="0" smtClean="0"/>
              <a:t> of Chengdu City, Sichuan Province     </a:t>
            </a:r>
            <a:r>
              <a:rPr lang="en-US" altLang="zh-CN" u="sng" dirty="0" smtClean="0"/>
              <a:t>4    </a:t>
            </a:r>
            <a:r>
              <a:rPr lang="en-US" altLang="zh-CN" b="1" dirty="0" smtClean="0"/>
              <a:t>on</a:t>
            </a:r>
            <a:r>
              <a:rPr lang="en-US" altLang="zh-CN" dirty="0" smtClean="0"/>
              <a:t> 18 April, 1987, </a:t>
            </a:r>
            <a:r>
              <a:rPr lang="en-US" altLang="zh-CN" u="sng" dirty="0" smtClean="0"/>
              <a:t>having studied for four years from September 2005 to June 2009 as an   </a:t>
            </a:r>
            <a:r>
              <a:rPr lang="en-US" altLang="zh-CN" b="1" u="sng" dirty="0" smtClean="0"/>
              <a:t>5    </a:t>
            </a:r>
            <a:r>
              <a:rPr lang="en-US" altLang="zh-CN" u="sng" dirty="0" smtClean="0"/>
              <a:t> </a:t>
            </a:r>
            <a:r>
              <a:rPr lang="en-US" altLang="zh-CN" b="1" u="sng" dirty="0" smtClean="0"/>
              <a:t>6</a:t>
            </a:r>
            <a:r>
              <a:rPr lang="en-US" altLang="zh-CN" u="sng" dirty="0" smtClean="0"/>
              <a:t> in English Language and Literature</a:t>
            </a:r>
            <a:r>
              <a:rPr lang="en-US" altLang="zh-CN" dirty="0" smtClean="0"/>
              <a:t>, has    </a:t>
            </a:r>
            <a:r>
              <a:rPr lang="en-US" altLang="zh-CN" b="1" u="sng" dirty="0" smtClean="0"/>
              <a:t>7  </a:t>
            </a:r>
            <a:r>
              <a:rPr lang="en-US" altLang="zh-CN" dirty="0" smtClean="0"/>
              <a:t> all the courses   </a:t>
            </a:r>
            <a:r>
              <a:rPr lang="en-US" altLang="zh-CN" b="1" u="sng" dirty="0" smtClean="0"/>
              <a:t>8   </a:t>
            </a:r>
            <a:r>
              <a:rPr lang="en-US" altLang="zh-CN" dirty="0" smtClean="0"/>
              <a:t> in the Teaching Program of the People’s Republic of China and has </a:t>
            </a:r>
            <a:r>
              <a:rPr lang="en-US" altLang="zh-CN" u="sng" dirty="0" smtClean="0"/>
              <a:t>passed all the examinations necessary for    </a:t>
            </a:r>
            <a:r>
              <a:rPr lang="en-US" altLang="zh-CN" b="1" u="sng" dirty="0" smtClean="0"/>
              <a:t>9 </a:t>
            </a:r>
            <a:r>
              <a:rPr lang="en-US" altLang="zh-CN" dirty="0" smtClean="0"/>
              <a:t> from Nanjing University. She is  </a:t>
            </a:r>
            <a:r>
              <a:rPr lang="en-US" altLang="zh-CN" b="1" u="sng" dirty="0" smtClean="0"/>
              <a:t>10 </a:t>
            </a:r>
            <a:r>
              <a:rPr lang="en-US" altLang="zh-CN" b="1" dirty="0" smtClean="0"/>
              <a:t>   </a:t>
            </a:r>
            <a:r>
              <a:rPr lang="en-US" altLang="zh-CN" b="1" u="sng" dirty="0" smtClean="0"/>
              <a:t>11  </a:t>
            </a:r>
            <a:r>
              <a:rPr lang="en-US" altLang="zh-CN" b="1" dirty="0" smtClean="0"/>
              <a:t> </a:t>
            </a:r>
            <a:r>
              <a:rPr lang="en-US" altLang="zh-CN" dirty="0" smtClean="0"/>
              <a:t>this Certificate of Graduation.                         </a:t>
            </a:r>
            <a:endParaRPr lang="en-US" altLang="zh-CN" dirty="0" smtClean="0"/>
          </a:p>
          <a:p>
            <a:pPr algn="r" eaLnBrk="1" fontAlgn="auto" hangingPunct="1">
              <a:spcAft>
                <a:spcPts val="0"/>
              </a:spcAft>
              <a:buFont typeface="Wingdings 2" panose="05020102010507070707"/>
              <a:buChar char=""/>
              <a:defRPr/>
            </a:pPr>
            <a:r>
              <a:rPr lang="en-US" altLang="zh-CN" dirty="0" smtClean="0"/>
              <a:t> President: Chen </a:t>
            </a:r>
            <a:r>
              <a:rPr lang="en-US" altLang="zh-CN" dirty="0" err="1" smtClean="0"/>
              <a:t>Guangzhi</a:t>
            </a:r>
            <a:r>
              <a:rPr lang="en-US" altLang="zh-CN" dirty="0" smtClean="0"/>
              <a:t>                                  (signature)                          Nanjing University(seal)</a:t>
            </a:r>
            <a:endParaRPr lang="en-US" altLang="zh-CN" dirty="0" smtClean="0"/>
          </a:p>
          <a:p>
            <a:pPr algn="just" eaLnBrk="1" fontAlgn="auto" hangingPunct="1">
              <a:spcAft>
                <a:spcPts val="0"/>
              </a:spcAft>
              <a:buFont typeface="Wingdings 2" panose="05020102010507070707"/>
              <a:buChar char=""/>
              <a:defRPr/>
            </a:pPr>
            <a:r>
              <a:rPr lang="en-US" altLang="zh-CN" b="1" dirty="0" smtClean="0"/>
              <a:t>hereby</a:t>
            </a:r>
            <a:r>
              <a:rPr lang="zh-CN" altLang="en-US" b="1" dirty="0" smtClean="0"/>
              <a:t>，</a:t>
            </a:r>
            <a:r>
              <a:rPr lang="en-US" altLang="zh-CN" b="1" dirty="0" smtClean="0"/>
              <a:t> majoring</a:t>
            </a:r>
            <a:r>
              <a:rPr lang="zh-CN" altLang="en-US" b="1" dirty="0" smtClean="0"/>
              <a:t>，</a:t>
            </a:r>
            <a:r>
              <a:rPr lang="en-US" altLang="zh-CN" b="1" dirty="0" smtClean="0"/>
              <a:t> female, native</a:t>
            </a:r>
            <a:r>
              <a:rPr lang="zh-CN" altLang="en-US" b="1" dirty="0" smtClean="0"/>
              <a:t>，</a:t>
            </a:r>
            <a:r>
              <a:rPr lang="en-US" altLang="zh-CN" b="1" dirty="0" smtClean="0"/>
              <a:t> prescribed</a:t>
            </a:r>
            <a:r>
              <a:rPr lang="zh-CN" altLang="en-US" b="1" dirty="0" smtClean="0"/>
              <a:t>，</a:t>
            </a:r>
            <a:r>
              <a:rPr lang="en-US" altLang="zh-CN" b="1" dirty="0" smtClean="0"/>
              <a:t> certify</a:t>
            </a:r>
            <a:r>
              <a:rPr lang="zh-CN" altLang="en-US" b="1" dirty="0" smtClean="0"/>
              <a:t>，</a:t>
            </a:r>
            <a:r>
              <a:rPr lang="en-US" altLang="zh-CN" b="1" dirty="0" smtClean="0"/>
              <a:t>undergraduate</a:t>
            </a:r>
            <a:r>
              <a:rPr lang="zh-CN" altLang="en-US" b="1" dirty="0" smtClean="0"/>
              <a:t>，</a:t>
            </a:r>
            <a:r>
              <a:rPr lang="en-US" altLang="zh-CN" b="1" dirty="0" smtClean="0"/>
              <a:t>completed</a:t>
            </a:r>
            <a:r>
              <a:rPr lang="zh-CN" altLang="en-US" b="1" dirty="0" smtClean="0"/>
              <a:t>，</a:t>
            </a:r>
            <a:r>
              <a:rPr lang="en-US" altLang="zh-CN" b="1" dirty="0" smtClean="0"/>
              <a:t> graduation</a:t>
            </a:r>
            <a:r>
              <a:rPr lang="zh-CN" altLang="en-US" b="1" dirty="0" smtClean="0"/>
              <a:t>，</a:t>
            </a:r>
            <a:r>
              <a:rPr lang="en-US" altLang="zh-CN" b="1" dirty="0" smtClean="0"/>
              <a:t> awarded</a:t>
            </a:r>
            <a:r>
              <a:rPr lang="zh-CN" altLang="en-US" b="1" dirty="0" smtClean="0"/>
              <a:t>，</a:t>
            </a:r>
            <a:r>
              <a:rPr lang="en-US" altLang="zh-CN" b="1" dirty="0" smtClean="0"/>
              <a:t> born</a:t>
            </a:r>
            <a:endParaRPr lang="zh-CN" altLang="en-US" b="1" dirty="0" smtClean="0"/>
          </a:p>
          <a:p>
            <a:pPr eaLnBrk="1" fontAlgn="auto" hangingPunct="1">
              <a:spcAft>
                <a:spcPts val="0"/>
              </a:spcAft>
              <a:buFont typeface="Wingdings 2" panose="05020102010507070707"/>
              <a:buChar char=""/>
              <a:defRPr/>
            </a:pP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3" y="274638"/>
            <a:ext cx="8218487" cy="130175"/>
          </a:xfrm>
        </p:spPr>
        <p:txBody>
          <a:bodyPr rtlCol="0">
            <a:normAutofit fontScale="90000"/>
          </a:bodyPr>
          <a:lstStyle/>
          <a:p>
            <a:pPr eaLnBrk="1" fontAlgn="auto" hangingPunct="1">
              <a:spcAft>
                <a:spcPts val="0"/>
              </a:spcAft>
              <a:defRPr/>
            </a:pPr>
            <a:r>
              <a:rPr lang="en-US" altLang="zh-CN" dirty="0" smtClean="0"/>
              <a:t> </a:t>
            </a:r>
            <a:endParaRPr lang="zh-CN" altLang="en-US" dirty="0"/>
          </a:p>
        </p:txBody>
      </p:sp>
      <p:sp>
        <p:nvSpPr>
          <p:cNvPr id="3" name="内容占位符 2"/>
          <p:cNvSpPr>
            <a:spLocks noGrp="1"/>
          </p:cNvSpPr>
          <p:nvPr>
            <p:ph idx="1"/>
          </p:nvPr>
        </p:nvSpPr>
        <p:spPr>
          <a:xfrm>
            <a:off x="323850" y="404813"/>
            <a:ext cx="8424863" cy="6264275"/>
          </a:xfrm>
        </p:spPr>
        <p:txBody>
          <a:bodyPr rtlCol="0">
            <a:normAutofit fontScale="92500" lnSpcReduction="20000"/>
          </a:bodyPr>
          <a:lstStyle/>
          <a:p>
            <a:pPr algn="ctr" eaLnBrk="1" fontAlgn="auto" hangingPunct="1">
              <a:spcAft>
                <a:spcPts val="0"/>
              </a:spcAft>
              <a:buFont typeface="Wingdings 2" panose="05020102010507070707"/>
              <a:buChar char=""/>
              <a:defRPr/>
            </a:pPr>
            <a:r>
              <a:rPr lang="en-US" altLang="zh-CN" b="1" dirty="0" smtClean="0"/>
              <a:t>Graduation Certificate</a:t>
            </a:r>
            <a:r>
              <a:rPr lang="en-US" altLang="zh-CN" dirty="0" smtClean="0"/>
              <a:t>                                     No.:200906139                                  26 June, 2009</a:t>
            </a:r>
            <a:endParaRPr lang="en-US" altLang="zh-CN" dirty="0" smtClean="0"/>
          </a:p>
          <a:p>
            <a:pPr eaLnBrk="1" fontAlgn="auto" hangingPunct="1">
              <a:spcAft>
                <a:spcPts val="0"/>
              </a:spcAft>
              <a:buFont typeface="Wingdings 2" panose="05020102010507070707"/>
              <a:buChar char=""/>
              <a:defRPr/>
            </a:pPr>
            <a:r>
              <a:rPr lang="en-US" altLang="zh-CN" dirty="0" smtClean="0"/>
              <a:t>      This is to</a:t>
            </a:r>
            <a:r>
              <a:rPr lang="en-US" altLang="zh-CN" b="1" dirty="0" smtClean="0"/>
              <a:t> certify </a:t>
            </a:r>
            <a:r>
              <a:rPr lang="en-US" altLang="zh-CN" dirty="0" smtClean="0"/>
              <a:t>that Peng </a:t>
            </a:r>
            <a:r>
              <a:rPr lang="en-US" altLang="zh-CN" dirty="0" err="1" smtClean="0"/>
              <a:t>Xiaoyan</a:t>
            </a:r>
            <a:r>
              <a:rPr lang="en-US" altLang="zh-CN" dirty="0" smtClean="0"/>
              <a:t>, </a:t>
            </a:r>
            <a:r>
              <a:rPr lang="en-US" altLang="zh-CN" b="1" dirty="0" smtClean="0"/>
              <a:t>female</a:t>
            </a:r>
            <a:r>
              <a:rPr lang="en-US" altLang="zh-CN" dirty="0" smtClean="0"/>
              <a:t>, </a:t>
            </a:r>
            <a:r>
              <a:rPr lang="en-US" altLang="zh-CN" b="1" dirty="0" smtClean="0"/>
              <a:t>native</a:t>
            </a:r>
            <a:r>
              <a:rPr lang="en-US" altLang="zh-CN" dirty="0" smtClean="0"/>
              <a:t> of Chengdu City, Sichuan Province, </a:t>
            </a:r>
            <a:r>
              <a:rPr lang="en-US" altLang="zh-CN" b="1" dirty="0" smtClean="0"/>
              <a:t>born on</a:t>
            </a:r>
            <a:r>
              <a:rPr lang="en-US" altLang="zh-CN" dirty="0" smtClean="0"/>
              <a:t> 18 April, 1987, </a:t>
            </a:r>
            <a:r>
              <a:rPr lang="en-US" altLang="zh-CN" u="sng" dirty="0" smtClean="0"/>
              <a:t>having studied for four years from September 2005 to June 2009 as an </a:t>
            </a:r>
            <a:r>
              <a:rPr lang="en-US" altLang="zh-CN" b="1" u="sng" dirty="0" smtClean="0"/>
              <a:t>undergraduate</a:t>
            </a:r>
            <a:r>
              <a:rPr lang="en-US" altLang="zh-CN" u="sng" dirty="0" smtClean="0"/>
              <a:t> </a:t>
            </a:r>
            <a:r>
              <a:rPr lang="en-US" altLang="zh-CN" b="1" u="sng" dirty="0" smtClean="0"/>
              <a:t>majoring</a:t>
            </a:r>
            <a:r>
              <a:rPr lang="en-US" altLang="zh-CN" u="sng" dirty="0" smtClean="0"/>
              <a:t> in English Language and Literature</a:t>
            </a:r>
            <a:r>
              <a:rPr lang="en-US" altLang="zh-CN" dirty="0" smtClean="0"/>
              <a:t>, has </a:t>
            </a:r>
            <a:r>
              <a:rPr lang="en-US" altLang="zh-CN" b="1" dirty="0" smtClean="0"/>
              <a:t>completed</a:t>
            </a:r>
            <a:r>
              <a:rPr lang="en-US" altLang="zh-CN" dirty="0" smtClean="0"/>
              <a:t> all the </a:t>
            </a:r>
            <a:r>
              <a:rPr lang="en-US" altLang="zh-CN" smtClean="0"/>
              <a:t>courses </a:t>
            </a:r>
            <a:r>
              <a:rPr lang="en-US" altLang="zh-CN" b="1" smtClean="0"/>
              <a:t>prescribed</a:t>
            </a:r>
            <a:r>
              <a:rPr lang="en-US" altLang="zh-CN" b="1" smtClean="0"/>
              <a:t>/stipulated</a:t>
            </a:r>
            <a:r>
              <a:rPr lang="en-US" altLang="zh-CN" smtClean="0"/>
              <a:t> </a:t>
            </a:r>
            <a:r>
              <a:rPr lang="en-US" altLang="zh-CN" dirty="0" smtClean="0"/>
              <a:t>in the Teaching Program of the People’s Republic of China and has </a:t>
            </a:r>
            <a:r>
              <a:rPr lang="en-US" altLang="zh-CN" u="sng" dirty="0" smtClean="0"/>
              <a:t>passed all the examinations necessary for </a:t>
            </a:r>
            <a:r>
              <a:rPr lang="en-US" altLang="zh-CN" b="1" u="sng" dirty="0" smtClean="0"/>
              <a:t>graduation</a:t>
            </a:r>
            <a:r>
              <a:rPr lang="en-US" altLang="zh-CN" dirty="0" smtClean="0"/>
              <a:t> from Nanjing University. She is </a:t>
            </a:r>
            <a:r>
              <a:rPr lang="en-US" altLang="zh-CN" b="1" dirty="0" smtClean="0"/>
              <a:t>hereby awarded </a:t>
            </a:r>
            <a:r>
              <a:rPr lang="en-US" altLang="zh-CN" dirty="0" smtClean="0"/>
              <a:t>this Certificate of Graduation.                         </a:t>
            </a:r>
            <a:endParaRPr lang="en-US" altLang="zh-CN" dirty="0" smtClean="0"/>
          </a:p>
          <a:p>
            <a:pPr algn="r" eaLnBrk="1" fontAlgn="auto" hangingPunct="1">
              <a:spcAft>
                <a:spcPts val="0"/>
              </a:spcAft>
              <a:buFont typeface="Wingdings 2" panose="05020102010507070707"/>
              <a:buChar char=""/>
              <a:defRPr/>
            </a:pPr>
            <a:r>
              <a:rPr lang="en-US" altLang="zh-CN" dirty="0" smtClean="0"/>
              <a:t>President: Chen </a:t>
            </a:r>
            <a:r>
              <a:rPr lang="en-US" altLang="zh-CN" dirty="0" err="1" smtClean="0"/>
              <a:t>Guangzhi</a:t>
            </a:r>
            <a:r>
              <a:rPr lang="en-US" altLang="zh-CN" dirty="0" smtClean="0"/>
              <a:t>                                                               (signature)                          Nanjing University(seal)</a:t>
            </a:r>
            <a:endParaRPr lang="zh-CN" altLang="en-US" dirty="0" smtClean="0"/>
          </a:p>
          <a:p>
            <a:pPr eaLnBrk="1" fontAlgn="auto" hangingPunct="1">
              <a:spcAft>
                <a:spcPts val="0"/>
              </a:spcAft>
              <a:buFont typeface="Wingdings 2" panose="05020102010507070707"/>
              <a:buChar char=""/>
              <a:defRPr/>
            </a:pPr>
            <a:endParaRPr lang="zh-CN" altLang="en-US"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1320120" y="1423080"/>
              <a:ext cx="2589120" cy="94680"/>
            </p14:xfrm>
          </p:contentPart>
        </mc:Choice>
        <mc:Fallback xmlns="">
          <p:pic>
            <p:nvPicPr>
              <p:cNvPr id="4" name="墨迹 3"/>
            </p:nvPicPr>
            <p:blipFill>
              <a:blip r:embed="rId2"/>
            </p:blipFill>
            <p:spPr>
              <a:xfrm>
                <a:off x="1320120" y="1423080"/>
                <a:ext cx="2589120" cy="946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4123080" y="1346040"/>
              <a:ext cx="420480" cy="77400"/>
            </p14:xfrm>
          </p:contentPart>
        </mc:Choice>
        <mc:Fallback xmlns="">
          <p:pic>
            <p:nvPicPr>
              <p:cNvPr id="5" name="墨迹 4"/>
            </p:nvPicPr>
            <p:blipFill>
              <a:blip r:embed="rId4"/>
            </p:blipFill>
            <p:spPr>
              <a:xfrm>
                <a:off x="4123080" y="1346040"/>
                <a:ext cx="420480" cy="774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4877640" y="1405800"/>
              <a:ext cx="1980720" cy="137520"/>
            </p14:xfrm>
          </p:contentPart>
        </mc:Choice>
        <mc:Fallback xmlns="">
          <p:pic>
            <p:nvPicPr>
              <p:cNvPr id="6" name="墨迹 5"/>
            </p:nvPicPr>
            <p:blipFill>
              <a:blip r:embed="rId6"/>
            </p:blipFill>
            <p:spPr>
              <a:xfrm>
                <a:off x="4877640" y="1405800"/>
                <a:ext cx="1980720" cy="1375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3283200" y="3188880"/>
              <a:ext cx="4963680" cy="137520"/>
            </p14:xfrm>
          </p:contentPart>
        </mc:Choice>
        <mc:Fallback xmlns="">
          <p:pic>
            <p:nvPicPr>
              <p:cNvPr id="7" name="墨迹 6"/>
            </p:nvPicPr>
            <p:blipFill>
              <a:blip r:embed="rId8"/>
            </p:blipFill>
            <p:spPr>
              <a:xfrm>
                <a:off x="3283200" y="3188880"/>
                <a:ext cx="4963680" cy="13752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5194800" y="3908880"/>
              <a:ext cx="3386520" cy="137520"/>
            </p14:xfrm>
          </p:contentPart>
        </mc:Choice>
        <mc:Fallback xmlns="">
          <p:pic>
            <p:nvPicPr>
              <p:cNvPr id="8" name="墨迹 7"/>
            </p:nvPicPr>
            <p:blipFill>
              <a:blip r:embed="rId10"/>
            </p:blipFill>
            <p:spPr>
              <a:xfrm>
                <a:off x="5194800" y="3908880"/>
                <a:ext cx="3386520" cy="13752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720000" y="4294800"/>
              <a:ext cx="3720600" cy="223200"/>
            </p14:xfrm>
          </p:contentPart>
        </mc:Choice>
        <mc:Fallback xmlns="">
          <p:pic>
            <p:nvPicPr>
              <p:cNvPr id="9" name="墨迹 8"/>
            </p:nvPicPr>
            <p:blipFill>
              <a:blip r:embed="rId12"/>
            </p:blipFill>
            <p:spPr>
              <a:xfrm>
                <a:off x="720000" y="4294800"/>
                <a:ext cx="3720600" cy="2232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3960360" y="4654800"/>
              <a:ext cx="3917880" cy="171720"/>
            </p14:xfrm>
          </p:contentPart>
        </mc:Choice>
        <mc:Fallback xmlns="">
          <p:pic>
            <p:nvPicPr>
              <p:cNvPr id="10" name="墨迹 9"/>
            </p:nvPicPr>
            <p:blipFill>
              <a:blip r:embed="rId14"/>
            </p:blipFill>
            <p:spPr>
              <a:xfrm>
                <a:off x="3960360" y="4654800"/>
                <a:ext cx="3917880" cy="17172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3746160" y="2100240"/>
              <a:ext cx="1997640" cy="266040"/>
            </p14:xfrm>
          </p:contentPart>
        </mc:Choice>
        <mc:Fallback xmlns="">
          <p:pic>
            <p:nvPicPr>
              <p:cNvPr id="11" name="墨迹 10"/>
            </p:nvPicPr>
            <p:blipFill>
              <a:blip r:embed="rId16"/>
            </p:blipFill>
            <p:spPr>
              <a:xfrm>
                <a:off x="3746160" y="2100240"/>
                <a:ext cx="1997640" cy="2660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925560" y="5855040"/>
              <a:ext cx="1346400" cy="94680"/>
            </p14:xfrm>
          </p:contentPart>
        </mc:Choice>
        <mc:Fallback xmlns="">
          <p:pic>
            <p:nvPicPr>
              <p:cNvPr id="12" name="墨迹 11"/>
            </p:nvPicPr>
            <p:blipFill>
              <a:blip r:embed="rId18"/>
            </p:blipFill>
            <p:spPr>
              <a:xfrm>
                <a:off x="925560" y="5855040"/>
                <a:ext cx="1346400" cy="9468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墨迹 12"/>
              <p14:cNvContentPartPr/>
              <p14:nvPr/>
            </p14:nvContentPartPr>
            <p14:xfrm>
              <a:off x="7989480" y="5915160"/>
              <a:ext cx="609120" cy="102960"/>
            </p14:xfrm>
          </p:contentPart>
        </mc:Choice>
        <mc:Fallback xmlns="">
          <p:pic>
            <p:nvPicPr>
              <p:cNvPr id="13" name="墨迹 12"/>
            </p:nvPicPr>
            <p:blipFill>
              <a:blip r:embed="rId20"/>
            </p:blipFill>
            <p:spPr>
              <a:xfrm>
                <a:off x="7989480" y="5915160"/>
                <a:ext cx="609120" cy="102960"/>
              </a:xfrm>
              <a:prstGeom prst="rect"/>
            </p:spPr>
          </p:pic>
        </mc:Fallback>
      </mc:AlternateContent>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endParaRPr lang="en-US" altLang="zh-CN"/>
          </a:p>
        </p:txBody>
      </p:sp>
      <p:sp>
        <p:nvSpPr>
          <p:cNvPr id="3" name="内容占位符 2"/>
          <p:cNvSpPr>
            <a:spLocks noGrp="1"/>
          </p:cNvSpPr>
          <p:nvPr>
            <p:ph idx="1"/>
          </p:nvPr>
        </p:nvSpPr>
        <p:spPr>
          <a:xfrm>
            <a:off x="323850" y="274955"/>
            <a:ext cx="8540115" cy="6137275"/>
          </a:xfrm>
        </p:spPr>
        <p:txBody>
          <a:bodyPr/>
          <a:lstStyle/>
          <a:p>
            <a:r>
              <a:rPr lang="zh-CN" altLang="en-US" sz="2400"/>
              <a:t>WUHAN UNIVRRSITY</a:t>
            </a:r>
            <a:endParaRPr lang="zh-CN" altLang="en-US" sz="2400"/>
          </a:p>
          <a:p>
            <a:r>
              <a:rPr lang="zh-CN" altLang="en-US" sz="2400"/>
              <a:t>Graduation and Degree Certificate</a:t>
            </a:r>
            <a:endParaRPr lang="zh-CN" altLang="en-US" sz="2400"/>
          </a:p>
          <a:p>
            <a:r>
              <a:rPr lang="zh-CN" altLang="en-US" sz="2400"/>
              <a:t>          This is to certify that Wang Rui, female, born in Hubei Province  on  December 30th, 1980 , has studied English Language and Literature in the Foreign Language Department from 1998 to 2002，and has completed the requirements as stipulated in a four-year undergraduate program with satisfactory results and is hereby granted graduation.      </a:t>
            </a:r>
            <a:endParaRPr lang="zh-CN" altLang="en-US" sz="2400"/>
          </a:p>
          <a:p>
            <a:r>
              <a:rPr lang="zh-CN" altLang="en-US" sz="2400"/>
              <a:t>          Having passed the examination in accordance with the requirements stipulated in the Regulations on Academic Degree of the People’s Republic of China，the aforesaid student is awarded the degree of Bachelor of Arts.</a:t>
            </a:r>
            <a:endParaRPr lang="zh-CN" altLang="en-US" sz="24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endParaRPr lang="en-US" altLang="zh-CN"/>
          </a:p>
        </p:txBody>
      </p:sp>
      <p:sp>
        <p:nvSpPr>
          <p:cNvPr id="3" name="内容占位符 2"/>
          <p:cNvSpPr>
            <a:spLocks noGrp="1"/>
          </p:cNvSpPr>
          <p:nvPr>
            <p:ph idx="1"/>
          </p:nvPr>
        </p:nvSpPr>
        <p:spPr>
          <a:xfrm>
            <a:off x="341630" y="393065"/>
            <a:ext cx="8345170" cy="5733415"/>
          </a:xfrm>
        </p:spPr>
        <p:txBody>
          <a:bodyPr/>
          <a:lstStyle/>
          <a:p>
            <a:r>
              <a:rPr lang="zh-CN" altLang="en-US" sz="2800"/>
              <a:t>PEKING UNIVERSITY</a:t>
            </a:r>
            <a:endParaRPr lang="zh-CN" altLang="en-US" sz="2800"/>
          </a:p>
          <a:p>
            <a:r>
              <a:rPr lang="zh-CN" altLang="en-US" sz="2800"/>
              <a:t>DOCTOR’S  DEGREE CERTIFICATE</a:t>
            </a:r>
            <a:endParaRPr lang="zh-CN" altLang="en-US" sz="2800"/>
          </a:p>
          <a:p>
            <a:r>
              <a:rPr lang="zh-CN" altLang="en-US" sz="2800"/>
              <a:t>      </a:t>
            </a:r>
            <a:endParaRPr lang="zh-CN" altLang="en-US" sz="2800"/>
          </a:p>
          <a:p>
            <a:r>
              <a:rPr lang="zh-CN" altLang="en-US" sz="2800"/>
              <a:t>           This is to certify that Mr. /Ms. ＿＿, born in＿＿(place) on＿＿ (time), has passed all the examinations and defended the dissertation as required for a Doctor’s degree, and, in accordance with the Regulations on the Academic Degree of the People’s Republic of China，is conferred （awarded）the Doctor’s  Degree of＿＿.</a:t>
            </a:r>
            <a:endParaRPr lang="zh-CN" alt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endParaRPr lang="en-US" altLang="zh-CN"/>
          </a:p>
        </p:txBody>
      </p:sp>
      <p:sp>
        <p:nvSpPr>
          <p:cNvPr id="3" name="内容占位符 2"/>
          <p:cNvSpPr>
            <a:spLocks noGrp="1"/>
          </p:cNvSpPr>
          <p:nvPr>
            <p:ph idx="1"/>
          </p:nvPr>
        </p:nvSpPr>
        <p:spPr>
          <a:xfrm>
            <a:off x="457200" y="621030"/>
            <a:ext cx="8284845" cy="5719445"/>
          </a:xfrm>
        </p:spPr>
        <p:txBody>
          <a:bodyPr/>
          <a:lstStyle/>
          <a:p>
            <a:r>
              <a:rPr lang="zh-CN" altLang="en-US"/>
              <a:t>Having specialized in 专业为。。。</a:t>
            </a:r>
            <a:endParaRPr lang="zh-CN" altLang="en-US"/>
          </a:p>
          <a:p>
            <a:r>
              <a:rPr lang="zh-CN" altLang="en-US"/>
              <a:t>Has qualified for graduation</a:t>
            </a:r>
            <a:endParaRPr lang="zh-CN" altLang="en-US"/>
          </a:p>
          <a:p>
            <a:r>
              <a:rPr lang="zh-CN" altLang="en-US"/>
              <a:t>Upon the examination in conformity with the regulations </a:t>
            </a:r>
            <a:r>
              <a:rPr lang="en-US" altLang="zh-CN"/>
              <a:t>r</a:t>
            </a:r>
            <a:r>
              <a:rPr lang="zh-CN" altLang="en-US"/>
              <a:t>egarding Academic Degrees of the People’s Republic of China, she has been awarded the Degree of Bachelor of Science. </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endParaRPr lang="en-US" altLang="zh-CN"/>
          </a:p>
        </p:txBody>
      </p:sp>
      <p:sp>
        <p:nvSpPr>
          <p:cNvPr id="3" name="内容占位符 2"/>
          <p:cNvSpPr>
            <a:spLocks noGrp="1"/>
          </p:cNvSpPr>
          <p:nvPr>
            <p:ph idx="1"/>
          </p:nvPr>
        </p:nvSpPr>
        <p:spPr>
          <a:xfrm>
            <a:off x="457200" y="476885"/>
            <a:ext cx="8418195" cy="5798185"/>
          </a:xfrm>
        </p:spPr>
        <p:txBody>
          <a:bodyPr/>
          <a:lstStyle/>
          <a:p>
            <a:r>
              <a:rPr lang="en-US" altLang="zh-CN"/>
              <a:t>         </a:t>
            </a:r>
            <a:r>
              <a:rPr lang="zh-CN" altLang="en-US"/>
              <a:t>Certificate of Masters Degree</a:t>
            </a:r>
            <a:endParaRPr lang="zh-CN" altLang="en-US"/>
          </a:p>
          <a:p>
            <a:r>
              <a:rPr lang="en-US" altLang="zh-CN"/>
              <a:t>                  </a:t>
            </a:r>
            <a:r>
              <a:rPr lang="zh-CN" altLang="en-US"/>
              <a:t>Zhejiang University</a:t>
            </a:r>
            <a:endParaRPr lang="zh-CN" altLang="en-US"/>
          </a:p>
          <a:p>
            <a:r>
              <a:rPr lang="en-US" altLang="zh-CN"/>
              <a:t>         </a:t>
            </a:r>
            <a:r>
              <a:rPr lang="zh-CN" altLang="en-US"/>
              <a:t>We the undersigned hereby certify that Mr. Li Bing, having fulfilled the requirements of the ordinances</a:t>
            </a:r>
            <a:r>
              <a:rPr lang="en-US" altLang="zh-CN"/>
              <a:t>(</a:t>
            </a:r>
            <a:r>
              <a:rPr lang="zh-CN" altLang="en-US"/>
              <a:t>条例</a:t>
            </a:r>
            <a:r>
              <a:rPr lang="en-US" altLang="zh-CN"/>
              <a:t>)</a:t>
            </a:r>
            <a:r>
              <a:rPr lang="zh-CN" altLang="en-US"/>
              <a:t> and regulations （规则）of the University, was awarded the Degree of Master of Science in Applied Chemistry on July 14, 2007 </a:t>
            </a:r>
            <a:endParaRPr lang="zh-CN" altLang="en-US"/>
          </a:p>
          <a:p>
            <a:r>
              <a:rPr lang="en-US" altLang="zh-CN"/>
              <a:t>                   Zhejiang</a:t>
            </a:r>
            <a:r>
              <a:rPr lang="zh-CN" altLang="en-US"/>
              <a:t> University </a:t>
            </a:r>
            <a:endParaRPr lang="zh-CN" altLang="en-US"/>
          </a:p>
          <a:p>
            <a:pPr algn="r"/>
            <a:r>
              <a:rPr lang="en-US" altLang="zh-CN"/>
              <a:t>                             </a:t>
            </a:r>
            <a:r>
              <a:rPr lang="zh-CN" altLang="en-US"/>
              <a:t>No.31-90                                                    </a:t>
            </a:r>
            <a:r>
              <a:rPr lang="en-US" altLang="zh-CN"/>
              <a:t>                             </a:t>
            </a:r>
            <a:r>
              <a:rPr lang="zh-CN" altLang="en-US"/>
              <a:t>June25,200</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007350" cy="144145"/>
          </a:xfrm>
        </p:spPr>
        <p:txBody>
          <a:bodyPr/>
          <a:lstStyle/>
          <a:p>
            <a:r>
              <a:rPr lang="en-US" altLang="zh-CN"/>
              <a:t> </a:t>
            </a:r>
            <a:endParaRPr lang="en-US" altLang="zh-CN"/>
          </a:p>
        </p:txBody>
      </p:sp>
      <p:sp>
        <p:nvSpPr>
          <p:cNvPr id="3" name="内容占位符 2"/>
          <p:cNvSpPr>
            <a:spLocks noGrp="1"/>
          </p:cNvSpPr>
          <p:nvPr>
            <p:ph idx="1"/>
          </p:nvPr>
        </p:nvSpPr>
        <p:spPr>
          <a:xfrm>
            <a:off x="457200" y="692785"/>
            <a:ext cx="8294370" cy="5554980"/>
          </a:xfrm>
        </p:spPr>
        <p:txBody>
          <a:bodyPr/>
          <a:lstStyle/>
          <a:p>
            <a:r>
              <a:rPr lang="en-US" altLang="zh-CN"/>
              <a:t>                               </a:t>
            </a:r>
            <a:r>
              <a:rPr lang="en-US" altLang="zh-CN" sz="2000"/>
              <a:t> CERTIFICATE</a:t>
            </a:r>
            <a:endParaRPr lang="en-US" altLang="zh-CN" sz="2000"/>
          </a:p>
          <a:p>
            <a:r>
              <a:rPr lang="en-US" altLang="zh-CN" sz="2000"/>
              <a:t>Name: Guo Ming</a:t>
            </a:r>
            <a:endParaRPr lang="en-US" altLang="zh-CN" sz="2000"/>
          </a:p>
          <a:p>
            <a:r>
              <a:rPr lang="en-US" altLang="zh-CN" sz="2000"/>
              <a:t>Date of Birth: December 8, 1977</a:t>
            </a:r>
            <a:endParaRPr lang="en-US" altLang="zh-CN" sz="2000"/>
          </a:p>
          <a:p>
            <a:r>
              <a:rPr lang="en-US" altLang="zh-CN" sz="2000"/>
              <a:t>Permanent Address: Lanzhou University</a:t>
            </a:r>
            <a:endParaRPr lang="en-US" altLang="zh-CN" sz="2000"/>
          </a:p>
          <a:p>
            <a:r>
              <a:rPr lang="en-US" altLang="zh-CN" sz="2000"/>
              <a:t>       This is to certify that Mr. Guo Ming was granted the Degree of Doctor of Pharmaceutical Science on March 23, 2007, having fulfilled all requirements necessary for the doctor‘s degree in the Research Divi sion of Pharmaceutical Sciences, Pharmaceutical Chemistry Course of the Postgraduate School, Wuhan University</a:t>
            </a:r>
            <a:endParaRPr lang="en-US" altLang="zh-CN" sz="2000"/>
          </a:p>
          <a:p>
            <a:r>
              <a:rPr lang="en-US" altLang="zh-CN" sz="2000"/>
              <a:t>Thesis: The Finding of Chemicals with Proteins </a:t>
            </a:r>
            <a:r>
              <a:rPr lang="zh-CN" altLang="en-US" sz="2000"/>
              <a:t>蛋白质</a:t>
            </a:r>
            <a:r>
              <a:rPr lang="en-US" altLang="zh-CN" sz="2000"/>
              <a:t>and Their Effective Membrane </a:t>
            </a:r>
            <a:r>
              <a:rPr lang="zh-CN" altLang="en-US" sz="2000"/>
              <a:t>膜</a:t>
            </a:r>
            <a:r>
              <a:rPr lang="en-US" altLang="zh-CN" sz="2000"/>
              <a:t>Permeability</a:t>
            </a:r>
            <a:r>
              <a:rPr lang="zh-CN" altLang="en-US" sz="2000"/>
              <a:t>渗透性</a:t>
            </a:r>
            <a:endParaRPr lang="en-US" altLang="zh-CN" sz="2000"/>
          </a:p>
          <a:p>
            <a:r>
              <a:rPr lang="en-US" altLang="zh-CN" sz="2000"/>
              <a:t>(signature)</a:t>
            </a:r>
            <a:endParaRPr lang="en-US" altLang="zh-CN" sz="2000"/>
          </a:p>
          <a:p>
            <a:r>
              <a:rPr lang="en-US" altLang="zh-CN" sz="2000"/>
              <a:t>Director-general</a:t>
            </a:r>
            <a:endParaRPr lang="en-US" altLang="zh-CN" sz="2000"/>
          </a:p>
          <a:p>
            <a:r>
              <a:rPr lang="en-US" altLang="zh-CN" sz="2000"/>
              <a:t>Administration Bureau</a:t>
            </a:r>
            <a:endParaRPr lang="en-US" altLang="zh-CN" sz="2000"/>
          </a:p>
          <a:p>
            <a:r>
              <a:rPr lang="en-US" altLang="zh-CN" sz="2000"/>
              <a:t>Wuhan University, Hubei, China</a:t>
            </a:r>
            <a:endParaRPr lang="en-US" altLang="zh-CN"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endParaRPr lang="en-US" altLang="zh-CN"/>
          </a:p>
        </p:txBody>
      </p:sp>
      <p:sp>
        <p:nvSpPr>
          <p:cNvPr id="3" name="内容占位符 2"/>
          <p:cNvSpPr>
            <a:spLocks noGrp="1"/>
          </p:cNvSpPr>
          <p:nvPr>
            <p:ph idx="1"/>
          </p:nvPr>
        </p:nvSpPr>
        <p:spPr/>
        <p:txBody>
          <a:bodyPr/>
          <a:lstStyle/>
          <a:p>
            <a:r>
              <a:rPr lang="zh-CN" altLang="en-US"/>
              <a:t>Let it be known that …..</a:t>
            </a:r>
            <a:endParaRPr lang="zh-CN" altLang="en-US"/>
          </a:p>
          <a:p>
            <a:r>
              <a:rPr lang="zh-CN" altLang="en-US"/>
              <a:t>To Whom It May Concern,</a:t>
            </a:r>
            <a:endParaRPr lang="zh-CN" altLang="en-US"/>
          </a:p>
          <a:p>
            <a:r>
              <a:rPr lang="zh-CN" altLang="en-US"/>
              <a:t>To the best of my knowledge</a:t>
            </a:r>
            <a:endParaRPr lang="zh-CN" altLang="en-US"/>
          </a:p>
          <a:p>
            <a:r>
              <a:rPr lang="zh-CN" altLang="en-US"/>
              <a:t>Extraordinary student 优秀学生</a:t>
            </a:r>
            <a:endParaRPr lang="zh-CN" altLang="en-US"/>
          </a:p>
          <a:p>
            <a:r>
              <a:rPr lang="zh-CN" altLang="en-US"/>
              <a:t> be entitled to </a:t>
            </a:r>
            <a:endParaRPr lang="zh-CN" altLang="en-US"/>
          </a:p>
          <a:p>
            <a:endParaRPr lang="zh-CN" altLang="en-US"/>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endParaRPr lang="en-US" altLang="zh-CN"/>
          </a:p>
        </p:txBody>
      </p:sp>
      <p:sp>
        <p:nvSpPr>
          <p:cNvPr id="3" name="内容占位符 2"/>
          <p:cNvSpPr>
            <a:spLocks noGrp="1"/>
          </p:cNvSpPr>
          <p:nvPr>
            <p:ph idx="1"/>
          </p:nvPr>
        </p:nvSpPr>
        <p:spPr>
          <a:xfrm>
            <a:off x="457200" y="765175"/>
            <a:ext cx="8396605" cy="5668010"/>
          </a:xfrm>
        </p:spPr>
        <p:txBody>
          <a:bodyPr/>
          <a:lstStyle/>
          <a:p>
            <a:r>
              <a:rPr lang="zh-CN" altLang="en-US" sz="2400">
                <a:sym typeface="+mn-ea"/>
              </a:rPr>
              <a:t>The scholarship is for a duration of two years, covering his living costs, full tuition required by the host university, round-trip traveling expenses, as well as other miscellaneous混杂的，各种各样的 expenses.</a:t>
            </a:r>
            <a:endParaRPr lang="zh-CN" altLang="en-US" sz="2400"/>
          </a:p>
          <a:p>
            <a:r>
              <a:rPr lang="zh-CN" altLang="en-US" sz="2400">
                <a:sym typeface="+mn-ea"/>
              </a:rPr>
              <a:t>The money will be sent directly to the person responsible for the payment of all fees to the university.</a:t>
            </a:r>
            <a:endParaRPr lang="zh-CN" altLang="en-US" sz="2400"/>
          </a:p>
          <a:p>
            <a:r>
              <a:rPr lang="zh-CN" altLang="en-US" sz="2400">
                <a:sym typeface="+mn-ea"/>
              </a:rPr>
              <a:t>Any assistance and advice you may render to him during his study tour will be highly appreciated.</a:t>
            </a:r>
            <a:endParaRPr lang="zh-CN" altLang="en-US" sz="2400"/>
          </a:p>
          <a:p>
            <a:r>
              <a:rPr lang="zh-CN" altLang="en-US" sz="2400">
                <a:sym typeface="+mn-ea"/>
              </a:rPr>
              <a:t>Director</a:t>
            </a:r>
            <a:endParaRPr lang="zh-CN" altLang="en-US" sz="2400"/>
          </a:p>
          <a:p>
            <a:r>
              <a:rPr lang="zh-CN" altLang="en-US" sz="2400">
                <a:sym typeface="+mn-ea"/>
              </a:rPr>
              <a:t>Bureau of International Cultural and Educational Relations</a:t>
            </a:r>
            <a:endParaRPr lang="zh-CN" altLang="en-US" sz="2400"/>
          </a:p>
          <a:p>
            <a:r>
              <a:rPr lang="zh-CN" altLang="en-US" sz="2400">
                <a:sym typeface="+mn-ea"/>
              </a:rPr>
              <a:t>This is to certify that the balance standing to the credit of Zhang San 兹证明余款归张三贷方所有</a:t>
            </a:r>
            <a:endParaRPr lang="zh-CN" altLang="en-US" sz="2400">
              <a:sym typeface="+mn-ea"/>
            </a:endParaRPr>
          </a:p>
          <a:p>
            <a:endParaRPr lang="zh-CN"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a:lstStyle/>
          <a:p>
            <a:pPr eaLnBrk="1" hangingPunct="1"/>
            <a:r>
              <a:rPr lang="en-US" altLang="zh-CN" smtClean="0"/>
              <a:t> </a:t>
            </a:r>
            <a:endParaRPr lang="zh-CN" altLang="en-US" smtClean="0"/>
          </a:p>
        </p:txBody>
      </p:sp>
      <p:sp>
        <p:nvSpPr>
          <p:cNvPr id="17410" name="内容占位符 2"/>
          <p:cNvSpPr>
            <a:spLocks noGrp="1"/>
          </p:cNvSpPr>
          <p:nvPr>
            <p:ph idx="1"/>
          </p:nvPr>
        </p:nvSpPr>
        <p:spPr>
          <a:xfrm>
            <a:off x="539750" y="549275"/>
            <a:ext cx="8208963" cy="5975350"/>
          </a:xfrm>
        </p:spPr>
        <p:txBody>
          <a:bodyPr/>
          <a:lstStyle/>
          <a:p>
            <a:pPr eaLnBrk="1" hangingPunct="1"/>
            <a:r>
              <a:rPr lang="zh-CN" altLang="zh-CN" b="1" smtClean="0"/>
              <a:t> </a:t>
            </a:r>
            <a:r>
              <a:rPr lang="en-US" altLang="zh-CN" b="1" smtClean="0"/>
              <a:t>Exercise. You are required to fill out a Registration Form according to the information given below.</a:t>
            </a:r>
            <a:r>
              <a:rPr lang="zh-CN" altLang="zh-CN" smtClean="0"/>
              <a:t> </a:t>
            </a:r>
            <a:endParaRPr lang="en-US" altLang="zh-CN"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a:xfrm>
            <a:off x="395288" y="476250"/>
            <a:ext cx="8302625" cy="1792288"/>
          </a:xfrm>
        </p:spPr>
        <p:txBody>
          <a:bodyPr/>
          <a:lstStyle/>
          <a:p>
            <a:pPr algn="just" eaLnBrk="1" hangingPunct="1"/>
            <a:r>
              <a:rPr lang="zh-CN" altLang="zh-CN" sz="2400" dirty="0" smtClean="0"/>
              <a:t>姓名（王晓丹），性别（女），出生日期（</a:t>
            </a:r>
            <a:r>
              <a:rPr lang="en-US" altLang="zh-CN" sz="2400" dirty="0" smtClean="0"/>
              <a:t>1989</a:t>
            </a:r>
            <a:r>
              <a:rPr lang="zh-CN" altLang="zh-CN" sz="2400" dirty="0" smtClean="0"/>
              <a:t>年</a:t>
            </a:r>
            <a:r>
              <a:rPr lang="en-US" altLang="zh-CN" sz="2400" dirty="0" smtClean="0"/>
              <a:t>5</a:t>
            </a:r>
            <a:r>
              <a:rPr lang="zh-CN" altLang="zh-CN" sz="2400" dirty="0" smtClean="0"/>
              <a:t>月</a:t>
            </a:r>
            <a:r>
              <a:rPr lang="en-US" altLang="zh-CN" sz="2400" dirty="0" smtClean="0"/>
              <a:t>11</a:t>
            </a:r>
            <a:r>
              <a:rPr lang="zh-CN" altLang="zh-CN" sz="2400" dirty="0" smtClean="0"/>
              <a:t>日），身份（学生），停留原因（过境），抵达日期（</a:t>
            </a:r>
            <a:r>
              <a:rPr lang="en-US" altLang="zh-CN" sz="2400" dirty="0" smtClean="0"/>
              <a:t>2009</a:t>
            </a:r>
            <a:r>
              <a:rPr lang="zh-CN" altLang="zh-CN" sz="2400" dirty="0" smtClean="0"/>
              <a:t>年</a:t>
            </a:r>
            <a:r>
              <a:rPr lang="en-US" altLang="zh-CN" sz="2400" dirty="0" smtClean="0"/>
              <a:t>6</a:t>
            </a:r>
            <a:r>
              <a:rPr lang="zh-CN" altLang="zh-CN" sz="2400" dirty="0" smtClean="0"/>
              <a:t>月</a:t>
            </a:r>
            <a:r>
              <a:rPr lang="en-US" altLang="zh-CN" sz="2400" dirty="0" smtClean="0"/>
              <a:t>8</a:t>
            </a:r>
            <a:r>
              <a:rPr lang="zh-CN" altLang="zh-CN" sz="2400" dirty="0" smtClean="0"/>
              <a:t>日），从中国来，到澳大利亚去，在新加坡拟停留时间（</a:t>
            </a:r>
            <a:r>
              <a:rPr lang="en-US" altLang="zh-CN" sz="2400" dirty="0" smtClean="0"/>
              <a:t>3</a:t>
            </a:r>
            <a:r>
              <a:rPr lang="zh-CN" altLang="zh-CN" sz="2400" dirty="0" smtClean="0"/>
              <a:t>天），房间类型（单人房，带洗澡间），房间号码（</a:t>
            </a:r>
            <a:r>
              <a:rPr lang="en-US" altLang="zh-CN" sz="2400" dirty="0" smtClean="0"/>
              <a:t>1608</a:t>
            </a:r>
            <a:r>
              <a:rPr lang="zh-CN" altLang="zh-CN" sz="2400" dirty="0" smtClean="0"/>
              <a:t>），房价（</a:t>
            </a:r>
            <a:r>
              <a:rPr lang="en-US" altLang="zh-CN" sz="2400" dirty="0" smtClean="0"/>
              <a:t>55</a:t>
            </a:r>
            <a:r>
              <a:rPr lang="zh-CN" altLang="zh-CN" sz="2400" dirty="0" smtClean="0"/>
              <a:t>美元</a:t>
            </a:r>
            <a:r>
              <a:rPr lang="en-US" altLang="zh-CN" sz="2400" dirty="0" smtClean="0"/>
              <a:t>/</a:t>
            </a:r>
            <a:r>
              <a:rPr lang="zh-CN" altLang="zh-CN" sz="2400" dirty="0" smtClean="0"/>
              <a:t>天），拟退房日期（</a:t>
            </a:r>
            <a:r>
              <a:rPr lang="en-US" altLang="zh-CN" sz="2400" dirty="0" smtClean="0"/>
              <a:t>2009</a:t>
            </a:r>
            <a:r>
              <a:rPr lang="zh-CN" altLang="zh-CN" sz="2400" dirty="0" smtClean="0"/>
              <a:t>年</a:t>
            </a:r>
            <a:r>
              <a:rPr lang="en-US" altLang="zh-CN" sz="2400" dirty="0" smtClean="0"/>
              <a:t>6</a:t>
            </a:r>
            <a:r>
              <a:rPr lang="zh-CN" altLang="zh-CN" sz="2400" dirty="0" smtClean="0"/>
              <a:t>月</a:t>
            </a:r>
            <a:r>
              <a:rPr lang="en-US" altLang="zh-CN" sz="2400" dirty="0" smtClean="0"/>
              <a:t>11</a:t>
            </a:r>
            <a:r>
              <a:rPr lang="zh-CN" altLang="zh-CN" sz="2400" dirty="0" smtClean="0"/>
              <a:t>日），付款方式（美元现金）</a:t>
            </a:r>
            <a:endParaRPr lang="zh-CN" altLang="en-US" sz="2400" dirty="0" smtClean="0"/>
          </a:p>
        </p:txBody>
      </p:sp>
      <p:graphicFrame>
        <p:nvGraphicFramePr>
          <p:cNvPr id="4" name="内容占位符 3"/>
          <p:cNvGraphicFramePr>
            <a:graphicFrameLocks noGrp="1"/>
          </p:cNvGraphicFramePr>
          <p:nvPr>
            <p:ph idx="1"/>
          </p:nvPr>
        </p:nvGraphicFramePr>
        <p:xfrm>
          <a:off x="395288" y="2565400"/>
          <a:ext cx="8229600" cy="366268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algn="just"/>
                      <a:r>
                        <a:rPr lang="en-US" sz="2400" dirty="0">
                          <a:latin typeface="Arial Narrow" panose="020B0606020202030204"/>
                        </a:rPr>
                        <a:t>Name in Full</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(1)____</a:t>
                      </a:r>
                      <a:endParaRPr lang="zh-CN" sz="1000">
                        <a:latin typeface="Times New Roman" panose="02020603050405020304"/>
                      </a:endParaRPr>
                    </a:p>
                  </a:txBody>
                  <a:tcPr marL="68580" marR="68580" marT="0" marB="0"/>
                </a:tc>
                <a:tc>
                  <a:txBody>
                    <a:bodyPr/>
                    <a:lstStyle/>
                    <a:p>
                      <a:pPr algn="just"/>
                      <a:r>
                        <a:rPr lang="en-US" sz="2400">
                          <a:latin typeface="Arial Narrow" panose="020B0606020202030204"/>
                        </a:rPr>
                        <a:t>Sex</a:t>
                      </a:r>
                      <a:endParaRPr lang="zh-CN" sz="1000">
                        <a:latin typeface="Times New Roman" panose="02020603050405020304"/>
                      </a:endParaRPr>
                    </a:p>
                  </a:txBody>
                  <a:tcPr marL="68580" marR="68580" marT="0" marB="0"/>
                </a:tc>
                <a:tc>
                  <a:txBody>
                    <a:bodyPr/>
                    <a:lstStyle/>
                    <a:p>
                      <a:pPr algn="just"/>
                      <a:r>
                        <a:rPr lang="en-US" sz="2400">
                          <a:latin typeface="Arial Narrow" panose="020B0606020202030204"/>
                        </a:rPr>
                        <a:t>(7)____</a:t>
                      </a:r>
                      <a:endParaRPr lang="zh-CN" sz="1000">
                        <a:latin typeface="Times New Roman" panose="02020603050405020304"/>
                      </a:endParaRPr>
                    </a:p>
                  </a:txBody>
                  <a:tcPr marL="68580" marR="68580" marT="0" marB="0"/>
                </a:tc>
              </a:tr>
              <a:tr h="370840">
                <a:tc>
                  <a:txBody>
                    <a:bodyPr/>
                    <a:lstStyle/>
                    <a:p>
                      <a:pPr algn="just"/>
                      <a:r>
                        <a:rPr lang="en-US" sz="2400" dirty="0">
                          <a:latin typeface="Arial Narrow" panose="020B0606020202030204"/>
                        </a:rPr>
                        <a:t>Date of Birth</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(2)____</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Identity or </a:t>
                      </a:r>
                      <a:r>
                        <a:rPr lang="en-US" sz="2400" dirty="0" smtClean="0">
                          <a:latin typeface="Arial Narrow" panose="020B0606020202030204"/>
                        </a:rPr>
                        <a:t>Occupation</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(8)____</a:t>
                      </a:r>
                      <a:endParaRPr lang="zh-CN" sz="1000">
                        <a:latin typeface="Times New Roman" panose="02020603050405020304"/>
                      </a:endParaRPr>
                    </a:p>
                  </a:txBody>
                  <a:tcPr marL="68580" marR="68580" marT="0" marB="0"/>
                </a:tc>
              </a:tr>
              <a:tr h="370840">
                <a:tc>
                  <a:txBody>
                    <a:bodyPr/>
                    <a:lstStyle/>
                    <a:p>
                      <a:pPr algn="just"/>
                      <a:r>
                        <a:rPr lang="en-US" sz="2400">
                          <a:latin typeface="Arial Narrow" panose="020B0606020202030204"/>
                        </a:rPr>
                        <a:t>Object of Stay</a:t>
                      </a:r>
                      <a:endParaRPr lang="zh-CN" sz="1000">
                        <a:latin typeface="Times New Roman" panose="02020603050405020304"/>
                      </a:endParaRPr>
                    </a:p>
                  </a:txBody>
                  <a:tcPr marL="68580" marR="68580" marT="0" marB="0"/>
                </a:tc>
                <a:tc>
                  <a:txBody>
                    <a:bodyPr/>
                    <a:lstStyle/>
                    <a:p>
                      <a:pPr algn="just"/>
                      <a:r>
                        <a:rPr lang="en-US" sz="2400">
                          <a:latin typeface="Arial Narrow" panose="020B0606020202030204"/>
                        </a:rPr>
                        <a:t>(3)____</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Date of Arrival</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(9)____</a:t>
                      </a:r>
                      <a:endParaRPr lang="zh-CN" sz="1000">
                        <a:latin typeface="Times New Roman" panose="02020603050405020304"/>
                      </a:endParaRPr>
                    </a:p>
                  </a:txBody>
                  <a:tcPr marL="68580" marR="68580" marT="0" marB="0"/>
                </a:tc>
              </a:tr>
              <a:tr h="370840">
                <a:tc>
                  <a:txBody>
                    <a:bodyPr/>
                    <a:lstStyle/>
                    <a:p>
                      <a:pPr algn="just"/>
                      <a:r>
                        <a:rPr lang="en-US" sz="2400">
                          <a:latin typeface="Arial Narrow" panose="020B0606020202030204"/>
                        </a:rPr>
                        <a:t>Where from and to</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(4)____</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Duration of Stay</a:t>
                      </a:r>
                      <a:endParaRPr lang="zh-CN" sz="1000">
                        <a:latin typeface="Times New Roman" panose="02020603050405020304"/>
                      </a:endParaRPr>
                    </a:p>
                  </a:txBody>
                  <a:tcPr marL="68580" marR="68580" marT="0" marB="0"/>
                </a:tc>
                <a:tc>
                  <a:txBody>
                    <a:bodyPr/>
                    <a:lstStyle/>
                    <a:p>
                      <a:pPr algn="just"/>
                      <a:r>
                        <a:rPr lang="en-US" sz="2400">
                          <a:latin typeface="Arial Narrow" panose="020B0606020202030204"/>
                        </a:rPr>
                        <a:t>(10)___</a:t>
                      </a:r>
                      <a:endParaRPr lang="zh-CN" sz="1000">
                        <a:latin typeface="Times New Roman" panose="02020603050405020304"/>
                      </a:endParaRPr>
                    </a:p>
                  </a:txBody>
                  <a:tcPr marL="68580" marR="68580" marT="0" marB="0"/>
                </a:tc>
              </a:tr>
              <a:tr h="370840">
                <a:tc>
                  <a:txBody>
                    <a:bodyPr/>
                    <a:lstStyle/>
                    <a:p>
                      <a:pPr algn="just"/>
                      <a:r>
                        <a:rPr lang="en-US" sz="2400">
                          <a:latin typeface="Arial Narrow" panose="020B0606020202030204"/>
                        </a:rPr>
                        <a:t>Room Type/ Number</a:t>
                      </a:r>
                      <a:endParaRPr lang="zh-CN" sz="1000">
                        <a:latin typeface="Times New Roman" panose="02020603050405020304"/>
                      </a:endParaRPr>
                    </a:p>
                  </a:txBody>
                  <a:tcPr marL="68580" marR="68580" marT="0" marB="0"/>
                </a:tc>
                <a:tc>
                  <a:txBody>
                    <a:bodyPr/>
                    <a:lstStyle/>
                    <a:p>
                      <a:pPr algn="just"/>
                      <a:r>
                        <a:rPr lang="en-US" sz="2400">
                          <a:latin typeface="Arial Narrow" panose="020B0606020202030204"/>
                        </a:rPr>
                        <a:t>(5)____</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Rate per Night</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(11)___</a:t>
                      </a:r>
                      <a:endParaRPr lang="zh-CN" sz="1000">
                        <a:latin typeface="Times New Roman" panose="02020603050405020304"/>
                      </a:endParaRPr>
                    </a:p>
                  </a:txBody>
                  <a:tcPr marL="68580" marR="68580" marT="0" marB="0"/>
                </a:tc>
              </a:tr>
              <a:tr h="370840">
                <a:tc>
                  <a:txBody>
                    <a:bodyPr/>
                    <a:lstStyle/>
                    <a:p>
                      <a:pPr algn="just"/>
                      <a:r>
                        <a:rPr lang="en-US" sz="2400">
                          <a:latin typeface="Arial Narrow" panose="020B0606020202030204"/>
                        </a:rPr>
                        <a:t>Checkout Time</a:t>
                      </a:r>
                      <a:endParaRPr lang="zh-CN" sz="1000">
                        <a:latin typeface="Times New Roman" panose="02020603050405020304"/>
                      </a:endParaRPr>
                    </a:p>
                  </a:txBody>
                  <a:tcPr marL="68580" marR="68580" marT="0" marB="0"/>
                </a:tc>
                <a:tc>
                  <a:txBody>
                    <a:bodyPr/>
                    <a:lstStyle/>
                    <a:p>
                      <a:pPr algn="just"/>
                      <a:r>
                        <a:rPr lang="en-US" sz="2400">
                          <a:latin typeface="Arial Narrow" panose="020B0606020202030204"/>
                        </a:rPr>
                        <a:t>(6)____</a:t>
                      </a:r>
                      <a:endParaRPr lang="zh-CN" sz="1000">
                        <a:latin typeface="Times New Roman" panose="02020603050405020304"/>
                      </a:endParaRPr>
                    </a:p>
                  </a:txBody>
                  <a:tcPr marL="68580" marR="68580" marT="0" marB="0"/>
                </a:tc>
                <a:tc>
                  <a:txBody>
                    <a:bodyPr/>
                    <a:lstStyle/>
                    <a:p>
                      <a:pPr algn="just"/>
                      <a:r>
                        <a:rPr lang="en-US" sz="2400">
                          <a:latin typeface="Arial Narrow" panose="020B0606020202030204"/>
                        </a:rPr>
                        <a:t>Method of payment</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(12)___</a:t>
                      </a:r>
                      <a:endParaRPr lang="zh-CN" sz="1000" dirty="0">
                        <a:latin typeface="Times New Roman" panose="02020603050405020304"/>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title"/>
          </p:nvPr>
        </p:nvSpPr>
        <p:spPr>
          <a:xfrm>
            <a:off x="395288" y="476250"/>
            <a:ext cx="8302625" cy="1792288"/>
          </a:xfrm>
        </p:spPr>
        <p:txBody>
          <a:bodyPr/>
          <a:lstStyle/>
          <a:p>
            <a:pPr algn="just" eaLnBrk="1" hangingPunct="1"/>
            <a:r>
              <a:rPr lang="zh-CN" altLang="zh-CN" sz="2400" smtClean="0"/>
              <a:t>姓名（王晓丹），性别（女），出生日期（</a:t>
            </a:r>
            <a:r>
              <a:rPr lang="en-US" altLang="zh-CN" sz="2400" smtClean="0"/>
              <a:t>1989</a:t>
            </a:r>
            <a:r>
              <a:rPr lang="zh-CN" altLang="zh-CN" sz="2400" smtClean="0"/>
              <a:t>年</a:t>
            </a:r>
            <a:r>
              <a:rPr lang="en-US" altLang="zh-CN" sz="2400" smtClean="0"/>
              <a:t>5</a:t>
            </a:r>
            <a:r>
              <a:rPr lang="zh-CN" altLang="zh-CN" sz="2400" smtClean="0"/>
              <a:t>月</a:t>
            </a:r>
            <a:r>
              <a:rPr lang="en-US" altLang="zh-CN" sz="2400" smtClean="0"/>
              <a:t>11</a:t>
            </a:r>
            <a:r>
              <a:rPr lang="zh-CN" altLang="zh-CN" sz="2400" smtClean="0"/>
              <a:t>日），身份（学生），停留原因（过境），抵达日期（</a:t>
            </a:r>
            <a:r>
              <a:rPr lang="en-US" altLang="zh-CN" sz="2400" smtClean="0"/>
              <a:t>2009</a:t>
            </a:r>
            <a:r>
              <a:rPr lang="zh-CN" altLang="zh-CN" sz="2400" smtClean="0"/>
              <a:t>年</a:t>
            </a:r>
            <a:r>
              <a:rPr lang="en-US" altLang="zh-CN" sz="2400" smtClean="0"/>
              <a:t>6</a:t>
            </a:r>
            <a:r>
              <a:rPr lang="zh-CN" altLang="zh-CN" sz="2400" smtClean="0"/>
              <a:t>月</a:t>
            </a:r>
            <a:r>
              <a:rPr lang="en-US" altLang="zh-CN" sz="2400" smtClean="0"/>
              <a:t>8</a:t>
            </a:r>
            <a:r>
              <a:rPr lang="zh-CN" altLang="zh-CN" sz="2400" smtClean="0"/>
              <a:t>日），从中国来，到澳大利亚去，在新加坡拟停留时间（</a:t>
            </a:r>
            <a:r>
              <a:rPr lang="en-US" altLang="zh-CN" sz="2400" smtClean="0"/>
              <a:t>3</a:t>
            </a:r>
            <a:r>
              <a:rPr lang="zh-CN" altLang="zh-CN" sz="2400" smtClean="0"/>
              <a:t>天），房间类型（单人房，带洗澡间），房间号码（</a:t>
            </a:r>
            <a:r>
              <a:rPr lang="en-US" altLang="zh-CN" sz="2400" smtClean="0"/>
              <a:t>1608</a:t>
            </a:r>
            <a:r>
              <a:rPr lang="zh-CN" altLang="zh-CN" sz="2400" smtClean="0"/>
              <a:t>），房价（</a:t>
            </a:r>
            <a:r>
              <a:rPr lang="en-US" altLang="zh-CN" sz="2400" smtClean="0"/>
              <a:t>55</a:t>
            </a:r>
            <a:r>
              <a:rPr lang="zh-CN" altLang="zh-CN" sz="2400" smtClean="0"/>
              <a:t>美元</a:t>
            </a:r>
            <a:r>
              <a:rPr lang="en-US" altLang="zh-CN" sz="2400" smtClean="0"/>
              <a:t>/</a:t>
            </a:r>
            <a:r>
              <a:rPr lang="zh-CN" altLang="zh-CN" sz="2400" smtClean="0"/>
              <a:t>天），拟退房日期（</a:t>
            </a:r>
            <a:r>
              <a:rPr lang="en-US" altLang="zh-CN" sz="2400" smtClean="0"/>
              <a:t>2009</a:t>
            </a:r>
            <a:r>
              <a:rPr lang="zh-CN" altLang="zh-CN" sz="2400" smtClean="0"/>
              <a:t>年</a:t>
            </a:r>
            <a:r>
              <a:rPr lang="en-US" altLang="zh-CN" sz="2400" smtClean="0"/>
              <a:t>6</a:t>
            </a:r>
            <a:r>
              <a:rPr lang="zh-CN" altLang="zh-CN" sz="2400" smtClean="0"/>
              <a:t>月</a:t>
            </a:r>
            <a:r>
              <a:rPr lang="en-US" altLang="zh-CN" sz="2400" smtClean="0"/>
              <a:t>11</a:t>
            </a:r>
            <a:r>
              <a:rPr lang="zh-CN" altLang="zh-CN" sz="2400" smtClean="0"/>
              <a:t>日），付款方式（美元现金）</a:t>
            </a:r>
            <a:endParaRPr lang="zh-CN" altLang="en-US" sz="2400" smtClean="0"/>
          </a:p>
        </p:txBody>
      </p:sp>
      <p:graphicFrame>
        <p:nvGraphicFramePr>
          <p:cNvPr id="4" name="内容占位符 3"/>
          <p:cNvGraphicFramePr>
            <a:graphicFrameLocks noGrp="1"/>
          </p:cNvGraphicFramePr>
          <p:nvPr>
            <p:ph idx="1"/>
            <p:custDataLst>
              <p:tags r:id="rId1"/>
            </p:custDataLst>
          </p:nvPr>
        </p:nvGraphicFramePr>
        <p:xfrm>
          <a:off x="395288" y="2565400"/>
          <a:ext cx="8229600" cy="438912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algn="just"/>
                      <a:r>
                        <a:rPr lang="en-US" sz="2400" dirty="0">
                          <a:latin typeface="Arial Narrow" panose="020B0606020202030204"/>
                        </a:rPr>
                        <a:t>Name in Full</a:t>
                      </a:r>
                      <a:endParaRPr lang="zh-CN" sz="1000" dirty="0">
                        <a:latin typeface="Times New Roman" panose="02020603050405020304"/>
                      </a:endParaRPr>
                    </a:p>
                  </a:txBody>
                  <a:tcPr marL="68580" marR="68580" marT="0" marB="0"/>
                </a:tc>
                <a:tc>
                  <a:txBody>
                    <a:bodyPr/>
                    <a:lstStyle/>
                    <a:p>
                      <a:pPr algn="just"/>
                      <a:r>
                        <a:rPr lang="en-US" sz="2400" dirty="0">
                          <a:latin typeface="Arial Narrow" panose="020B0606020202030204"/>
                        </a:rPr>
                        <a:t>(</a:t>
                      </a:r>
                      <a:r>
                        <a:rPr lang="en-US" sz="2400" dirty="0" smtClean="0">
                          <a:latin typeface="Arial Narrow" panose="020B0606020202030204"/>
                        </a:rPr>
                        <a:t>1)Wang </a:t>
                      </a:r>
                      <a:endParaRPr lang="en-US" sz="2400" dirty="0" smtClean="0">
                        <a:latin typeface="Arial Narrow" panose="020B0606020202030204"/>
                      </a:endParaRPr>
                    </a:p>
                    <a:p>
                      <a:pPr algn="just"/>
                      <a:r>
                        <a:rPr lang="en-US" sz="2400" dirty="0" smtClean="0">
                          <a:latin typeface="Arial Narrow" panose="020B0606020202030204"/>
                        </a:rPr>
                        <a:t>Xiao</a:t>
                      </a:r>
                      <a:r>
                        <a:rPr lang="en-US" sz="2400" baseline="0" dirty="0" smtClean="0">
                          <a:latin typeface="Arial Narrow" panose="020B0606020202030204"/>
                        </a:rPr>
                        <a:t>dan</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Sex</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(7</a:t>
                      </a:r>
                      <a:r>
                        <a:rPr lang="en-US" sz="2400" dirty="0" smtClean="0">
                          <a:latin typeface="Arial Narrow" panose="020B0606020202030204"/>
                        </a:rPr>
                        <a:t>)_female___</a:t>
                      </a:r>
                      <a:endParaRPr lang="zh-CN" sz="1000" dirty="0">
                        <a:latin typeface="Times New Roman" panose="02020603050405020304"/>
                      </a:endParaRPr>
                    </a:p>
                  </a:txBody>
                  <a:tcPr marL="68580" marR="68580" marT="0" marB="0"/>
                </a:tc>
              </a:tr>
              <a:tr h="370840">
                <a:tc>
                  <a:txBody>
                    <a:bodyPr/>
                    <a:lstStyle/>
                    <a:p>
                      <a:pPr algn="just"/>
                      <a:r>
                        <a:rPr lang="en-US" sz="2400" dirty="0">
                          <a:latin typeface="Arial Narrow" panose="020B0606020202030204"/>
                        </a:rPr>
                        <a:t>Date of Birth</a:t>
                      </a:r>
                      <a:endParaRPr lang="zh-CN" sz="1000" dirty="0">
                        <a:latin typeface="Times New Roman" panose="02020603050405020304"/>
                      </a:endParaRPr>
                    </a:p>
                  </a:txBody>
                  <a:tcPr marL="68580" marR="68580" marT="0" marB="0"/>
                </a:tc>
                <a:tc>
                  <a:txBody>
                    <a:bodyPr/>
                    <a:lstStyle/>
                    <a:p>
                      <a:pPr algn="just"/>
                      <a:r>
                        <a:rPr lang="en-US" sz="2400" dirty="0">
                          <a:latin typeface="Arial Narrow" panose="020B0606020202030204"/>
                        </a:rPr>
                        <a:t>(</a:t>
                      </a:r>
                      <a:r>
                        <a:rPr lang="en-US" sz="2400" dirty="0" smtClean="0">
                          <a:latin typeface="Arial Narrow" panose="020B0606020202030204"/>
                        </a:rPr>
                        <a:t>2)May 11</a:t>
                      </a:r>
                      <a:r>
                        <a:rPr lang="en-US" sz="2400" baseline="30000" dirty="0" smtClean="0">
                          <a:latin typeface="Arial Narrow" panose="020B0606020202030204"/>
                        </a:rPr>
                        <a:t>th</a:t>
                      </a:r>
                      <a:r>
                        <a:rPr lang="en-US" sz="2400" dirty="0" smtClean="0">
                          <a:latin typeface="Arial Narrow" panose="020B0606020202030204"/>
                        </a:rPr>
                        <a:t>,1989</a:t>
                      </a:r>
                      <a:endParaRPr lang="zh-CN" sz="1000" dirty="0">
                        <a:latin typeface="Times New Roman" panose="02020603050405020304"/>
                      </a:endParaRPr>
                    </a:p>
                  </a:txBody>
                  <a:tcPr marL="68580" marR="68580" marT="0" marB="0"/>
                </a:tc>
                <a:tc>
                  <a:txBody>
                    <a:bodyPr/>
                    <a:lstStyle/>
                    <a:p>
                      <a:pPr algn="just"/>
                      <a:r>
                        <a:rPr lang="en-US" sz="2400" dirty="0">
                          <a:latin typeface="Arial Narrow" panose="020B0606020202030204"/>
                        </a:rPr>
                        <a:t>Identity </a:t>
                      </a:r>
                      <a:r>
                        <a:rPr lang="en-US" sz="2400">
                          <a:latin typeface="Arial Narrow" panose="020B0606020202030204"/>
                        </a:rPr>
                        <a:t>or </a:t>
                      </a:r>
                      <a:r>
                        <a:rPr lang="en-US" sz="2400" smtClean="0">
                          <a:latin typeface="Arial Narrow" panose="020B0606020202030204"/>
                        </a:rPr>
                        <a:t>Occupation</a:t>
                      </a:r>
                      <a:endParaRPr lang="zh-CN" sz="1000" dirty="0">
                        <a:latin typeface="Times New Roman" panose="02020603050405020304"/>
                      </a:endParaRPr>
                    </a:p>
                  </a:txBody>
                  <a:tcPr marL="68580" marR="68580" marT="0" marB="0"/>
                </a:tc>
                <a:tc>
                  <a:txBody>
                    <a:bodyPr/>
                    <a:lstStyle/>
                    <a:p>
                      <a:pPr algn="just"/>
                      <a:r>
                        <a:rPr lang="en-US" sz="2400" dirty="0">
                          <a:latin typeface="Arial Narrow" panose="020B0606020202030204"/>
                        </a:rPr>
                        <a:t>(</a:t>
                      </a:r>
                      <a:r>
                        <a:rPr lang="en-US" sz="2400" dirty="0" smtClean="0">
                          <a:latin typeface="Arial Narrow" panose="020B0606020202030204"/>
                        </a:rPr>
                        <a:t>8) student</a:t>
                      </a:r>
                      <a:endParaRPr lang="zh-CN" sz="1000" dirty="0">
                        <a:latin typeface="Times New Roman" panose="02020603050405020304"/>
                      </a:endParaRPr>
                    </a:p>
                  </a:txBody>
                  <a:tcPr marL="68580" marR="68580" marT="0" marB="0"/>
                </a:tc>
              </a:tr>
              <a:tr h="370840">
                <a:tc>
                  <a:txBody>
                    <a:bodyPr/>
                    <a:lstStyle/>
                    <a:p>
                      <a:pPr algn="just"/>
                      <a:r>
                        <a:rPr lang="en-US" sz="2400" dirty="0">
                          <a:latin typeface="Arial Narrow" panose="020B0606020202030204"/>
                        </a:rPr>
                        <a:t>Object of Stay</a:t>
                      </a:r>
                      <a:endParaRPr lang="zh-CN" sz="1000" dirty="0">
                        <a:latin typeface="Times New Roman" panose="02020603050405020304"/>
                      </a:endParaRPr>
                    </a:p>
                  </a:txBody>
                  <a:tcPr marL="68580" marR="68580" marT="0" marB="0"/>
                </a:tc>
                <a:tc>
                  <a:txBody>
                    <a:bodyPr/>
                    <a:lstStyle/>
                    <a:p>
                      <a:pPr algn="just"/>
                      <a:r>
                        <a:rPr lang="en-US" sz="2400" dirty="0">
                          <a:latin typeface="Arial Narrow" panose="020B0606020202030204"/>
                        </a:rPr>
                        <a:t>(</a:t>
                      </a:r>
                      <a:r>
                        <a:rPr lang="en-US" sz="2400" dirty="0" smtClean="0">
                          <a:latin typeface="Arial Narrow" panose="020B0606020202030204"/>
                        </a:rPr>
                        <a:t>3) transit </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Date of Arrival</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a:t>
                      </a:r>
                      <a:r>
                        <a:rPr lang="en-US" sz="2400" dirty="0" smtClean="0">
                          <a:latin typeface="Arial Narrow" panose="020B0606020202030204"/>
                        </a:rPr>
                        <a:t>9)June</a:t>
                      </a:r>
                      <a:r>
                        <a:rPr lang="en-US" sz="2400" baseline="0" dirty="0" smtClean="0">
                          <a:latin typeface="Arial Narrow" panose="020B0606020202030204"/>
                        </a:rPr>
                        <a:t> 8</a:t>
                      </a:r>
                      <a:r>
                        <a:rPr lang="en-US" sz="2400" baseline="30000" dirty="0" smtClean="0">
                          <a:latin typeface="Arial Narrow" panose="020B0606020202030204"/>
                        </a:rPr>
                        <a:t>th</a:t>
                      </a:r>
                      <a:r>
                        <a:rPr lang="en-US" sz="2400" baseline="0" dirty="0" smtClean="0">
                          <a:latin typeface="Arial Narrow" panose="020B0606020202030204"/>
                        </a:rPr>
                        <a:t>,2009</a:t>
                      </a:r>
                      <a:r>
                        <a:rPr lang="en-US" sz="2400" dirty="0" smtClean="0">
                          <a:latin typeface="Arial Narrow" panose="020B0606020202030204"/>
                        </a:rPr>
                        <a:t>__</a:t>
                      </a:r>
                      <a:endParaRPr lang="zh-CN" sz="1000" dirty="0">
                        <a:latin typeface="Times New Roman" panose="02020603050405020304"/>
                      </a:endParaRPr>
                    </a:p>
                  </a:txBody>
                  <a:tcPr marL="68580" marR="68580" marT="0" marB="0"/>
                </a:tc>
              </a:tr>
              <a:tr h="370840">
                <a:tc>
                  <a:txBody>
                    <a:bodyPr/>
                    <a:lstStyle/>
                    <a:p>
                      <a:pPr algn="just"/>
                      <a:r>
                        <a:rPr lang="en-US" sz="2400">
                          <a:latin typeface="Arial Narrow" panose="020B0606020202030204"/>
                        </a:rPr>
                        <a:t>Where from and to</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a:t>
                      </a:r>
                      <a:r>
                        <a:rPr lang="en-US" sz="2400" dirty="0" smtClean="0">
                          <a:latin typeface="Arial Narrow" panose="020B0606020202030204"/>
                        </a:rPr>
                        <a:t>4)</a:t>
                      </a:r>
                      <a:r>
                        <a:rPr lang="en-US" sz="2400" baseline="0" dirty="0" smtClean="0">
                          <a:latin typeface="Arial Narrow" panose="020B0606020202030204"/>
                        </a:rPr>
                        <a:t> </a:t>
                      </a:r>
                      <a:r>
                        <a:rPr lang="en-US" sz="2400" dirty="0" smtClean="0">
                          <a:latin typeface="Arial Narrow" panose="020B0606020202030204"/>
                        </a:rPr>
                        <a:t>From  China to Australia </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Duration of Stay</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(10</a:t>
                      </a:r>
                      <a:r>
                        <a:rPr lang="en-US" sz="2400" dirty="0" smtClean="0">
                          <a:latin typeface="Arial Narrow" panose="020B0606020202030204"/>
                        </a:rPr>
                        <a:t>)__3days_</a:t>
                      </a:r>
                      <a:endParaRPr lang="zh-CN" sz="1000" dirty="0">
                        <a:latin typeface="Times New Roman" panose="02020603050405020304"/>
                      </a:endParaRPr>
                    </a:p>
                  </a:txBody>
                  <a:tcPr marL="68580" marR="68580" marT="0" marB="0"/>
                </a:tc>
              </a:tr>
              <a:tr h="370840">
                <a:tc>
                  <a:txBody>
                    <a:bodyPr/>
                    <a:lstStyle/>
                    <a:p>
                      <a:pPr algn="just"/>
                      <a:r>
                        <a:rPr lang="en-US" sz="2400">
                          <a:latin typeface="Arial Narrow" panose="020B0606020202030204"/>
                        </a:rPr>
                        <a:t>Room Type/ Number</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(5</a:t>
                      </a:r>
                      <a:r>
                        <a:rPr lang="en-US" sz="2400" dirty="0" smtClean="0">
                          <a:latin typeface="Arial Narrow" panose="020B0606020202030204"/>
                        </a:rPr>
                        <a:t>)_single room/1608___</a:t>
                      </a:r>
                      <a:endParaRPr lang="zh-CN" sz="1000" dirty="0">
                        <a:latin typeface="Times New Roman" panose="02020603050405020304"/>
                      </a:endParaRPr>
                    </a:p>
                  </a:txBody>
                  <a:tcPr marL="68580" marR="68580" marT="0" marB="0"/>
                </a:tc>
                <a:tc>
                  <a:txBody>
                    <a:bodyPr/>
                    <a:lstStyle/>
                    <a:p>
                      <a:pPr algn="just"/>
                      <a:r>
                        <a:rPr lang="en-US" sz="2400">
                          <a:latin typeface="Arial Narrow" panose="020B0606020202030204"/>
                        </a:rPr>
                        <a:t>Rate per Night</a:t>
                      </a:r>
                      <a:endParaRPr lang="zh-CN" sz="1000">
                        <a:latin typeface="Times New Roman" panose="02020603050405020304"/>
                      </a:endParaRPr>
                    </a:p>
                  </a:txBody>
                  <a:tcPr marL="68580" marR="68580" marT="0" marB="0"/>
                </a:tc>
                <a:tc>
                  <a:txBody>
                    <a:bodyPr/>
                    <a:lstStyle/>
                    <a:p>
                      <a:pPr algn="just"/>
                      <a:r>
                        <a:rPr lang="en-US" sz="2400" dirty="0">
                          <a:latin typeface="Arial Narrow" panose="020B0606020202030204"/>
                        </a:rPr>
                        <a:t>(</a:t>
                      </a:r>
                      <a:r>
                        <a:rPr lang="en-US" sz="2400" dirty="0" smtClean="0">
                          <a:latin typeface="Arial Narrow" panose="020B0606020202030204"/>
                        </a:rPr>
                        <a:t>11)</a:t>
                      </a:r>
                      <a:r>
                        <a:rPr lang="en-US" sz="2400" baseline="0" dirty="0" smtClean="0">
                          <a:latin typeface="Arial Narrow" panose="020B0606020202030204"/>
                        </a:rPr>
                        <a:t> </a:t>
                      </a:r>
                      <a:r>
                        <a:rPr lang="en-US" sz="2400" dirty="0" smtClean="0">
                          <a:latin typeface="Arial Narrow" panose="020B0606020202030204"/>
                        </a:rPr>
                        <a:t>55 dollars per day_</a:t>
                      </a:r>
                      <a:endParaRPr lang="zh-CN" sz="1000" dirty="0">
                        <a:latin typeface="Times New Roman" panose="02020603050405020304"/>
                      </a:endParaRPr>
                    </a:p>
                  </a:txBody>
                  <a:tcPr marL="68580" marR="68580" marT="0" marB="0"/>
                </a:tc>
              </a:tr>
              <a:tr h="370840">
                <a:tc>
                  <a:txBody>
                    <a:bodyPr/>
                    <a:lstStyle/>
                    <a:p>
                      <a:pPr algn="just"/>
                      <a:r>
                        <a:rPr lang="en-US" sz="2400" dirty="0">
                          <a:latin typeface="Arial Narrow" panose="020B0606020202030204"/>
                        </a:rPr>
                        <a:t>Checkout Time</a:t>
                      </a:r>
                      <a:endParaRPr lang="zh-CN" sz="1000" dirty="0">
                        <a:latin typeface="Times New Roman" panose="02020603050405020304"/>
                      </a:endParaRPr>
                    </a:p>
                  </a:txBody>
                  <a:tcPr marL="68580" marR="68580" marT="0" marB="0"/>
                </a:tc>
                <a:tc>
                  <a:txBody>
                    <a:bodyPr/>
                    <a:lstStyle/>
                    <a:p>
                      <a:pPr algn="just"/>
                      <a:r>
                        <a:rPr lang="en-US" sz="2400" dirty="0">
                          <a:latin typeface="Arial Narrow" panose="020B0606020202030204"/>
                        </a:rPr>
                        <a:t>(</a:t>
                      </a:r>
                      <a:r>
                        <a:rPr lang="en-US" sz="2400" dirty="0" smtClean="0">
                          <a:latin typeface="Arial Narrow" panose="020B0606020202030204"/>
                        </a:rPr>
                        <a:t>6)</a:t>
                      </a:r>
                      <a:r>
                        <a:rPr lang="en-US" altLang="zh-CN" sz="2400" dirty="0" smtClean="0">
                          <a:latin typeface="Arial Narrow" panose="020B0606020202030204"/>
                        </a:rPr>
                        <a:t>June</a:t>
                      </a:r>
                      <a:r>
                        <a:rPr lang="en-US" altLang="zh-CN" sz="2400" baseline="0" dirty="0" smtClean="0">
                          <a:latin typeface="Arial Narrow" panose="020B0606020202030204"/>
                        </a:rPr>
                        <a:t> 11</a:t>
                      </a:r>
                      <a:r>
                        <a:rPr lang="en-US" altLang="zh-CN" sz="2400" baseline="30000" dirty="0" smtClean="0">
                          <a:latin typeface="Arial Narrow" panose="020B0606020202030204"/>
                        </a:rPr>
                        <a:t>th</a:t>
                      </a:r>
                      <a:r>
                        <a:rPr lang="en-US" altLang="zh-CN" sz="2400" baseline="0" dirty="0" smtClean="0">
                          <a:latin typeface="Arial Narrow" panose="020B0606020202030204"/>
                        </a:rPr>
                        <a:t>,2009</a:t>
                      </a:r>
                      <a:r>
                        <a:rPr lang="en-US" altLang="zh-CN" sz="2400" dirty="0" smtClean="0">
                          <a:latin typeface="Arial Narrow" panose="020B0606020202030204"/>
                        </a:rPr>
                        <a:t>__</a:t>
                      </a:r>
                      <a:r>
                        <a:rPr lang="en-US" sz="2400" dirty="0" smtClean="0">
                          <a:latin typeface="Arial Narrow" panose="020B0606020202030204"/>
                        </a:rPr>
                        <a:t>__</a:t>
                      </a:r>
                      <a:endParaRPr lang="zh-CN" sz="1000" dirty="0">
                        <a:latin typeface="Times New Roman" panose="02020603050405020304"/>
                      </a:endParaRPr>
                    </a:p>
                  </a:txBody>
                  <a:tcPr marL="68580" marR="68580" marT="0" marB="0"/>
                </a:tc>
                <a:tc>
                  <a:txBody>
                    <a:bodyPr/>
                    <a:lstStyle/>
                    <a:p>
                      <a:pPr algn="just"/>
                      <a:r>
                        <a:rPr lang="en-US" sz="2400" dirty="0" smtClean="0">
                          <a:latin typeface="Arial Narrow" panose="020B0606020202030204"/>
                        </a:rPr>
                        <a:t>Method of </a:t>
                      </a:r>
                      <a:r>
                        <a:rPr lang="en-US" sz="2400" dirty="0">
                          <a:latin typeface="Arial Narrow" panose="020B0606020202030204"/>
                        </a:rPr>
                        <a:t>payment</a:t>
                      </a:r>
                      <a:endParaRPr lang="zh-CN" sz="1000" dirty="0">
                        <a:latin typeface="Times New Roman" panose="02020603050405020304"/>
                      </a:endParaRPr>
                    </a:p>
                  </a:txBody>
                  <a:tcPr marL="68580" marR="68580" marT="0" marB="0"/>
                </a:tc>
                <a:tc>
                  <a:txBody>
                    <a:bodyPr/>
                    <a:lstStyle/>
                    <a:p>
                      <a:pPr algn="just"/>
                      <a:r>
                        <a:rPr lang="en-US" sz="2400" dirty="0">
                          <a:latin typeface="Arial Narrow" panose="020B0606020202030204"/>
                        </a:rPr>
                        <a:t>(12</a:t>
                      </a:r>
                      <a:r>
                        <a:rPr lang="en-US" sz="2400" dirty="0" smtClean="0">
                          <a:latin typeface="Arial Narrow" panose="020B0606020202030204"/>
                        </a:rPr>
                        <a:t>)_us dollars in cash__</a:t>
                      </a:r>
                      <a:endParaRPr lang="zh-CN" sz="1000" dirty="0">
                        <a:latin typeface="Times New Roman" panose="02020603050405020304"/>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lgn="just" latinLnBrk="0">
              <a:lnSpc>
                <a:spcPct val="100000"/>
              </a:lnSpc>
              <a:spcBef>
                <a:spcPts val="1700"/>
              </a:spcBef>
              <a:spcAft>
                <a:spcPts val="1600"/>
              </a:spcAft>
            </a:pPr>
            <a:r>
              <a:rPr lang="en-US" altLang="zh-CN" b="1" kern="2200" dirty="0">
                <a:latin typeface="Calibri" panose="020F0502020204030204"/>
              </a:rPr>
              <a:t>Family name   surname  last name</a:t>
            </a:r>
            <a:endParaRPr lang="en-US" altLang="zh-CN" b="1" kern="2200" dirty="0">
              <a:latin typeface="Calibri" panose="020F0502020204030204"/>
            </a:endParaRPr>
          </a:p>
          <a:p>
            <a:pPr algn="just" latinLnBrk="0">
              <a:lnSpc>
                <a:spcPct val="100000"/>
              </a:lnSpc>
              <a:spcBef>
                <a:spcPts val="1700"/>
              </a:spcBef>
              <a:spcAft>
                <a:spcPts val="1600"/>
              </a:spcAft>
            </a:pPr>
            <a:r>
              <a:rPr lang="en-US" altLang="zh-CN" b="1" kern="2200" dirty="0">
                <a:latin typeface="Calibri" panose="020F0502020204030204"/>
              </a:rPr>
              <a:t> first name  given name, forename</a:t>
            </a:r>
            <a:endParaRPr lang="en-US" altLang="zh-CN" b="1" kern="2200" dirty="0">
              <a:latin typeface="Calibri" panose="020F0502020204030204"/>
            </a:endParaRPr>
          </a:p>
          <a:p>
            <a:pPr algn="just" latinLnBrk="0">
              <a:lnSpc>
                <a:spcPct val="100000"/>
              </a:lnSpc>
              <a:spcBef>
                <a:spcPts val="1700"/>
              </a:spcBef>
              <a:spcAft>
                <a:spcPts val="1600"/>
              </a:spcAft>
            </a:pPr>
            <a:r>
              <a:rPr lang="en-US" altLang="zh-CN" b="1" kern="2200" dirty="0">
                <a:latin typeface="Calibri" panose="020F0502020204030204"/>
              </a:rPr>
              <a:t>middle name </a:t>
            </a:r>
            <a:endParaRPr lang="en-US" altLang="zh-CN" b="1" kern="2200" dirty="0">
              <a:latin typeface="Calibri" panose="020F0502020204030204"/>
            </a:endParaRPr>
          </a:p>
          <a:p>
            <a:pPr algn="just" latinLnBrk="0">
              <a:lnSpc>
                <a:spcPct val="100000"/>
              </a:lnSpc>
              <a:spcBef>
                <a:spcPts val="1700"/>
              </a:spcBef>
              <a:spcAft>
                <a:spcPts val="1600"/>
              </a:spcAft>
            </a:pPr>
            <a:r>
              <a:rPr lang="en-US" altLang="zh-CN" b="1" kern="2200" dirty="0" smtClean="0">
                <a:latin typeface="Calibri" panose="020F0502020204030204"/>
              </a:rPr>
              <a:t> </a:t>
            </a:r>
            <a:r>
              <a:rPr lang="en-US" altLang="zh-CN" b="1" kern="2200" smtClean="0">
                <a:latin typeface="Calibri" panose="020F0502020204030204"/>
              </a:rPr>
              <a:t>full name</a:t>
            </a:r>
            <a:endParaRPr lang="zh-CN" altLang="zh-CN" b="1" kern="2200" dirty="0">
              <a:latin typeface="Calibri" panose="020F0502020204030204"/>
            </a:endParaRPr>
          </a:p>
          <a:p>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p:txBody>
          <a:bodyPr/>
          <a:lstStyle/>
          <a:p>
            <a:pPr eaLnBrk="1" hangingPunct="1"/>
            <a:r>
              <a:rPr lang="zh-CN" altLang="en-US" smtClean="0"/>
              <a:t>书信 </a:t>
            </a:r>
            <a:r>
              <a:rPr lang="en-US" altLang="zh-CN" smtClean="0"/>
              <a:t>letters</a:t>
            </a:r>
            <a:endParaRPr lang="zh-CN" altLang="en-US" smtClean="0"/>
          </a:p>
        </p:txBody>
      </p:sp>
      <p:sp>
        <p:nvSpPr>
          <p:cNvPr id="3" name="内容占位符 2"/>
          <p:cNvSpPr>
            <a:spLocks noGrp="1"/>
          </p:cNvSpPr>
          <p:nvPr>
            <p:ph idx="1"/>
          </p:nvPr>
        </p:nvSpPr>
        <p:spPr/>
        <p:txBody>
          <a:bodyPr rtlCol="0">
            <a:normAutofit fontScale="85000" lnSpcReduction="10000"/>
          </a:bodyPr>
          <a:lstStyle/>
          <a:p>
            <a:pPr eaLnBrk="1" fontAlgn="auto" hangingPunct="1">
              <a:lnSpc>
                <a:spcPct val="80000"/>
              </a:lnSpc>
              <a:spcAft>
                <a:spcPts val="0"/>
              </a:spcAft>
              <a:buFont typeface="Wingdings" panose="05000000000000000000" pitchFamily="2" charset="2"/>
              <a:buNone/>
              <a:defRPr/>
            </a:pPr>
            <a:r>
              <a:rPr lang="zh-CN" altLang="en-US" dirty="0" smtClean="0"/>
              <a:t>简介：</a:t>
            </a:r>
            <a:r>
              <a:rPr lang="en-US" altLang="zh-CN" sz="2000" dirty="0" smtClean="0">
                <a:latin typeface="楷体_GB2312" pitchFamily="49" charset="-122"/>
                <a:ea typeface="楷体_GB2312" pitchFamily="49" charset="-122"/>
              </a:rPr>
              <a:t> </a:t>
            </a:r>
            <a:r>
              <a:rPr lang="zh-CN" altLang="en-US" dirty="0" smtClean="0">
                <a:latin typeface="楷体_GB2312" pitchFamily="49" charset="-122"/>
                <a:ea typeface="楷体_GB2312" pitchFamily="49" charset="-122"/>
              </a:rPr>
              <a:t>书信是日常生活中常用的文体，是用以交涉事宜、</a:t>
            </a:r>
            <a:endParaRPr lang="zh-CN" altLang="en-US" dirty="0" smtClean="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dirty="0" smtClean="0">
                <a:latin typeface="楷体_GB2312" pitchFamily="49" charset="-122"/>
                <a:ea typeface="楷体_GB2312" pitchFamily="49" charset="-122"/>
              </a:rPr>
              <a:t>传达信息、交流思想、联络感情、增进了解的重要</a:t>
            </a:r>
            <a:endParaRPr lang="zh-CN" altLang="en-US" dirty="0" smtClean="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dirty="0" smtClean="0">
                <a:latin typeface="楷体_GB2312" pitchFamily="49" charset="-122"/>
                <a:ea typeface="楷体_GB2312" pitchFamily="49" charset="-122"/>
              </a:rPr>
              <a:t>工具。英文书信分为两大类：私人信件和公务信件。</a:t>
            </a:r>
            <a:endParaRPr lang="zh-CN" altLang="en-US" dirty="0" smtClean="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dirty="0" smtClean="0">
                <a:latin typeface="楷体_GB2312" pitchFamily="49" charset="-122"/>
                <a:ea typeface="楷体_GB2312" pitchFamily="49" charset="-122"/>
              </a:rPr>
              <a:t>   私人信件是指亲戚朋友之间的通信。这两类书</a:t>
            </a:r>
            <a:endParaRPr lang="zh-CN" altLang="en-US" dirty="0" smtClean="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dirty="0" smtClean="0">
                <a:latin typeface="楷体_GB2312" pitchFamily="49" charset="-122"/>
                <a:ea typeface="楷体_GB2312" pitchFamily="49" charset="-122"/>
              </a:rPr>
              <a:t>信各有自己的格式。一般说来，私人信件不拘形</a:t>
            </a:r>
            <a:endParaRPr lang="zh-CN" altLang="en-US" dirty="0" smtClean="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dirty="0" smtClean="0">
                <a:latin typeface="楷体_GB2312" pitchFamily="49" charset="-122"/>
                <a:ea typeface="楷体_GB2312" pitchFamily="49" charset="-122"/>
              </a:rPr>
              <a:t>式，信文多用手写，也可打印；</a:t>
            </a:r>
            <a:endParaRPr lang="zh-CN" altLang="en-US" dirty="0" smtClean="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dirty="0" smtClean="0">
                <a:solidFill>
                  <a:srgbClr val="993300"/>
                </a:solidFill>
                <a:latin typeface="楷体_GB2312" pitchFamily="49" charset="-122"/>
                <a:ea typeface="楷体_GB2312" pitchFamily="49" charset="-122"/>
              </a:rPr>
              <a:t>   公务信件是单位与单位或单位与个人之间来往的</a:t>
            </a:r>
            <a:endParaRPr lang="zh-CN" altLang="en-US" dirty="0" smtClean="0">
              <a:solidFill>
                <a:srgbClr val="993300"/>
              </a:solidFill>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dirty="0" smtClean="0">
                <a:solidFill>
                  <a:srgbClr val="993300"/>
                </a:solidFill>
                <a:latin typeface="楷体_GB2312" pitchFamily="49" charset="-122"/>
                <a:ea typeface="楷体_GB2312" pitchFamily="49" charset="-122"/>
              </a:rPr>
              <a:t>书信，可能是推荐信、求职信、入学申请书、邀请</a:t>
            </a:r>
            <a:endParaRPr lang="zh-CN" altLang="en-US" dirty="0" smtClean="0">
              <a:solidFill>
                <a:srgbClr val="993300"/>
              </a:solidFill>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dirty="0" smtClean="0">
                <a:solidFill>
                  <a:srgbClr val="993300"/>
                </a:solidFill>
                <a:latin typeface="楷体_GB2312" pitchFamily="49" charset="-122"/>
                <a:ea typeface="楷体_GB2312" pitchFamily="49" charset="-122"/>
              </a:rPr>
              <a:t>信，或询问、答复、反映意见（如投诉信）等的信</a:t>
            </a:r>
            <a:endParaRPr lang="zh-CN" altLang="en-US" dirty="0" smtClean="0">
              <a:solidFill>
                <a:srgbClr val="993300"/>
              </a:solidFill>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dirty="0" smtClean="0">
                <a:solidFill>
                  <a:srgbClr val="993300"/>
                </a:solidFill>
                <a:latin typeface="楷体_GB2312" pitchFamily="49" charset="-122"/>
                <a:ea typeface="楷体_GB2312" pitchFamily="49" charset="-122"/>
              </a:rPr>
              <a:t>件。公务信件要求比较严格，必须遵循一定的格式。</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95288" y="476250"/>
            <a:ext cx="8229600" cy="431800"/>
          </a:xfrm>
        </p:spPr>
        <p:txBody>
          <a:bodyPr rtlCol="0">
            <a:normAutofit fontScale="90000"/>
          </a:bodyPr>
          <a:lstStyle/>
          <a:p>
            <a:pPr eaLnBrk="1" fontAlgn="auto" hangingPunct="1">
              <a:spcAft>
                <a:spcPts val="0"/>
              </a:spcAft>
              <a:defRPr/>
            </a:pPr>
            <a:r>
              <a:rPr lang="zh-CN" altLang="en-US" sz="4000">
                <a:ea typeface="华文隶书" panose="02010800040101010101" pitchFamily="2" charset="-122"/>
              </a:rPr>
              <a:t>英语书信的结构：</a:t>
            </a:r>
            <a:endParaRPr lang="zh-CN" altLang="en-US" sz="4000">
              <a:ea typeface="华文隶书" panose="02010800040101010101" pitchFamily="2" charset="-122"/>
            </a:endParaRPr>
          </a:p>
        </p:txBody>
      </p:sp>
      <p:sp>
        <p:nvSpPr>
          <p:cNvPr id="21506" name="Rectangle 3"/>
          <p:cNvSpPr>
            <a:spLocks noGrp="1" noChangeArrowheads="1"/>
          </p:cNvSpPr>
          <p:nvPr>
            <p:ph type="body" idx="1"/>
          </p:nvPr>
        </p:nvSpPr>
        <p:spPr>
          <a:xfrm>
            <a:off x="457200" y="1196975"/>
            <a:ext cx="8229600" cy="4670425"/>
          </a:xfrm>
        </p:spPr>
        <p:txBody>
          <a:bodyPr/>
          <a:lstStyle/>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英文书信通常包括</a:t>
            </a:r>
            <a:r>
              <a:rPr lang="en-US" altLang="zh-CN" sz="2800" dirty="0" smtClean="0">
                <a:latin typeface="楷体_GB2312" pitchFamily="49" charset="-122"/>
                <a:ea typeface="楷体_GB2312" pitchFamily="49" charset="-122"/>
              </a:rPr>
              <a:t>6</a:t>
            </a:r>
            <a:r>
              <a:rPr lang="zh-CN" altLang="en-US" sz="2800" dirty="0" smtClean="0">
                <a:latin typeface="楷体_GB2312" pitchFamily="49" charset="-122"/>
                <a:ea typeface="楷体_GB2312" pitchFamily="49" charset="-122"/>
              </a:rPr>
              <a:t>个组成部分：</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信头（</a:t>
            </a:r>
            <a:r>
              <a:rPr lang="en-US" altLang="zh-CN" sz="2800" dirty="0" smtClean="0">
                <a:latin typeface="楷体_GB2312" pitchFamily="49" charset="-122"/>
                <a:ea typeface="楷体_GB2312" pitchFamily="49" charset="-122"/>
              </a:rPr>
              <a:t>heading</a:t>
            </a:r>
            <a:r>
              <a:rPr lang="zh-CN" altLang="en-US" sz="2800" dirty="0" smtClean="0">
                <a:latin typeface="楷体_GB2312" pitchFamily="49" charset="-122"/>
                <a:ea typeface="楷体_GB2312" pitchFamily="49" charset="-122"/>
              </a:rPr>
              <a:t>，包括寄信人地址和日期</a:t>
            </a:r>
            <a:r>
              <a:rPr lang="en-US" altLang="zh-CN"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信内地址（</a:t>
            </a:r>
            <a:r>
              <a:rPr lang="en-US" altLang="zh-CN" sz="2800" dirty="0" smtClean="0">
                <a:latin typeface="楷体_GB2312" pitchFamily="49" charset="-122"/>
                <a:ea typeface="楷体_GB2312" pitchFamily="49" charset="-122"/>
              </a:rPr>
              <a:t>inside address</a:t>
            </a:r>
            <a:r>
              <a:rPr lang="zh-CN" altLang="en-US" sz="2800" dirty="0" smtClean="0">
                <a:latin typeface="楷体_GB2312" pitchFamily="49" charset="-122"/>
                <a:ea typeface="楷体_GB2312" pitchFamily="49" charset="-122"/>
              </a:rPr>
              <a:t>，指收信人地址</a:t>
            </a:r>
            <a:r>
              <a:rPr lang="en-US" altLang="zh-CN"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称呼（</a:t>
            </a:r>
            <a:r>
              <a:rPr lang="en-US" altLang="zh-CN" sz="2800" dirty="0" smtClean="0">
                <a:latin typeface="楷体_GB2312" pitchFamily="49" charset="-122"/>
                <a:ea typeface="楷体_GB2312" pitchFamily="49" charset="-122"/>
              </a:rPr>
              <a:t>salutation</a:t>
            </a:r>
            <a:r>
              <a:rPr lang="zh-CN" altLang="en-US" sz="2800" dirty="0" smtClean="0">
                <a:latin typeface="楷体_GB2312" pitchFamily="49" charset="-122"/>
                <a:ea typeface="楷体_GB2312" pitchFamily="49" charset="-122"/>
              </a:rPr>
              <a:t>）</a:t>
            </a:r>
            <a:r>
              <a:rPr lang="en-US" altLang="zh-CN"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正文（</a:t>
            </a:r>
            <a:r>
              <a:rPr lang="en-US" altLang="zh-CN" sz="2800" dirty="0" smtClean="0">
                <a:latin typeface="楷体_GB2312" pitchFamily="49" charset="-122"/>
                <a:ea typeface="楷体_GB2312" pitchFamily="49" charset="-122"/>
              </a:rPr>
              <a:t>body</a:t>
            </a:r>
            <a:r>
              <a:rPr lang="zh-CN" altLang="en-US" sz="2800" dirty="0" smtClean="0">
                <a:latin typeface="楷体_GB2312" pitchFamily="49" charset="-122"/>
                <a:ea typeface="楷体_GB2312" pitchFamily="49" charset="-122"/>
              </a:rPr>
              <a:t>）</a:t>
            </a:r>
            <a:r>
              <a:rPr lang="en-US" altLang="zh-CN"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结束语（</a:t>
            </a:r>
            <a:r>
              <a:rPr lang="en-US" altLang="zh-CN" sz="2800" smtClean="0">
                <a:latin typeface="楷体_GB2312" pitchFamily="49" charset="-122"/>
                <a:ea typeface="楷体_GB2312" pitchFamily="49" charset="-122"/>
              </a:rPr>
              <a:t>complimentary close</a:t>
            </a:r>
            <a:r>
              <a:rPr lang="zh-CN" altLang="en-US" sz="2800" smtClean="0">
                <a:latin typeface="楷体_GB2312" pitchFamily="49" charset="-122"/>
                <a:ea typeface="楷体_GB2312" pitchFamily="49" charset="-122"/>
              </a:rPr>
              <a:t>）</a:t>
            </a:r>
            <a:r>
              <a:rPr lang="en-US" altLang="zh-CN" sz="2800" dirty="0" smtClean="0">
                <a:latin typeface="楷体_GB2312" pitchFamily="49" charset="-122"/>
                <a:ea typeface="楷体_GB2312" pitchFamily="49" charset="-122"/>
              </a:rPr>
              <a:t>;  </a:t>
            </a:r>
            <a:endParaRPr lang="en-US" altLang="zh-CN"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签名（</a:t>
            </a:r>
            <a:r>
              <a:rPr lang="en-US" altLang="zh-CN" sz="2800" dirty="0" smtClean="0">
                <a:latin typeface="楷体_GB2312" pitchFamily="49" charset="-122"/>
                <a:ea typeface="楷体_GB2312" pitchFamily="49" charset="-122"/>
              </a:rPr>
              <a:t>signature</a:t>
            </a:r>
            <a:r>
              <a:rPr lang="zh-CN" altLang="en-US" sz="2800" dirty="0" smtClean="0">
                <a:latin typeface="楷体_GB2312" pitchFamily="49" charset="-122"/>
                <a:ea typeface="楷体_GB2312" pitchFamily="49" charset="-122"/>
              </a:rPr>
              <a:t>）</a:t>
            </a:r>
            <a:r>
              <a:rPr lang="en-US" altLang="zh-CN"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有时候还包括附言（</a:t>
            </a:r>
            <a:r>
              <a:rPr lang="en-US" altLang="zh-CN" sz="2800" dirty="0" smtClean="0">
                <a:latin typeface="楷体_GB2312" pitchFamily="49" charset="-122"/>
                <a:ea typeface="楷体_GB2312" pitchFamily="49" charset="-122"/>
              </a:rPr>
              <a:t>postscript</a:t>
            </a:r>
            <a:r>
              <a:rPr lang="zh-CN" altLang="en-US" sz="2800" dirty="0" smtClean="0">
                <a:latin typeface="楷体_GB2312" pitchFamily="49" charset="-122"/>
                <a:ea typeface="楷体_GB2312" pitchFamily="49" charset="-122"/>
              </a:rPr>
              <a:t>）和 附件（</a:t>
            </a:r>
            <a:r>
              <a:rPr lang="en-US" altLang="zh-CN" sz="2800" dirty="0" smtClean="0">
                <a:latin typeface="楷体_GB2312" pitchFamily="49" charset="-122"/>
                <a:ea typeface="楷体_GB2312" pitchFamily="49" charset="-122"/>
              </a:rPr>
              <a:t>attachment</a:t>
            </a:r>
            <a:r>
              <a:rPr lang="zh-CN" altLang="en-US" sz="2800" dirty="0" smtClean="0">
                <a:latin typeface="楷体_GB2312" pitchFamily="49" charset="-122"/>
                <a:ea typeface="楷体_GB2312" pitchFamily="49" charset="-122"/>
              </a:rPr>
              <a:t>）。 </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solidFill>
                  <a:schemeClr val="bg2"/>
                </a:solidFill>
                <a:latin typeface="方正舒体" panose="02010601030101010101" pitchFamily="2" charset="-122"/>
                <a:ea typeface="方正舒体" panose="02010601030101010101" pitchFamily="2" charset="-122"/>
              </a:rPr>
              <a:t>  </a:t>
            </a:r>
            <a:r>
              <a:rPr lang="zh-CN" altLang="en-US" sz="2800" dirty="0" smtClean="0">
                <a:solidFill>
                  <a:schemeClr val="bg2"/>
                </a:solidFill>
                <a:latin typeface="华文隶书" panose="02010800040101010101" pitchFamily="2" charset="-122"/>
                <a:ea typeface="华文隶书" panose="02010800040101010101" pitchFamily="2" charset="-122"/>
              </a:rPr>
              <a:t>在考试中，由于篇幅所限，只要求考生在书信中包</a:t>
            </a:r>
            <a:endParaRPr lang="zh-CN" altLang="en-US" sz="2800" dirty="0" smtClean="0">
              <a:solidFill>
                <a:schemeClr val="bg2"/>
              </a:solidFill>
              <a:latin typeface="华文隶书" panose="02010800040101010101" pitchFamily="2" charset="-122"/>
              <a:ea typeface="华文隶书" panose="02010800040101010101" pitchFamily="2" charset="-122"/>
            </a:endParaRPr>
          </a:p>
          <a:p>
            <a:pPr eaLnBrk="1" hangingPunct="1">
              <a:lnSpc>
                <a:spcPct val="80000"/>
              </a:lnSpc>
              <a:buFont typeface="Wingdings" panose="05000000000000000000" pitchFamily="2" charset="2"/>
              <a:buNone/>
            </a:pPr>
            <a:r>
              <a:rPr lang="zh-CN" altLang="en-US" sz="2800" dirty="0" smtClean="0">
                <a:solidFill>
                  <a:schemeClr val="bg2"/>
                </a:solidFill>
                <a:latin typeface="华文隶书" panose="02010800040101010101" pitchFamily="2" charset="-122"/>
                <a:ea typeface="华文隶书" panose="02010800040101010101" pitchFamily="2" charset="-122"/>
              </a:rPr>
              <a:t>括称呼、正文、结束语和签名四个部分。</a:t>
            </a:r>
            <a:endParaRPr lang="zh-CN" altLang="en-US" sz="2800" dirty="0" smtClean="0">
              <a:solidFill>
                <a:schemeClr val="bg2"/>
              </a:solidFill>
              <a:latin typeface="华文隶书" panose="02010800040101010101" pitchFamily="2" charset="-122"/>
              <a:ea typeface="华文隶书" panose="0201080004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a:spLocks noGrp="1" noChangeArrowheads="1"/>
          </p:cNvSpPr>
          <p:nvPr>
            <p:ph type="body" idx="1"/>
          </p:nvPr>
        </p:nvSpPr>
        <p:spPr>
          <a:xfrm>
            <a:off x="457200" y="549275"/>
            <a:ext cx="8229600" cy="5318125"/>
          </a:xfrm>
        </p:spPr>
        <p:txBody>
          <a:bodyPr/>
          <a:lstStyle/>
          <a:p>
            <a:pPr eaLnBrk="1" hangingPunct="1">
              <a:lnSpc>
                <a:spcPct val="90000"/>
              </a:lnSpc>
              <a:buFont typeface="Wingdings" panose="05000000000000000000" pitchFamily="2" charset="2"/>
              <a:buNone/>
            </a:pPr>
            <a:r>
              <a:rPr lang="en-US" altLang="zh-CN" sz="2800" dirty="0" smtClean="0">
                <a:ea typeface="楷体_GB2312" pitchFamily="49" charset="-122"/>
              </a:rPr>
              <a:t>1. </a:t>
            </a:r>
            <a:r>
              <a:rPr lang="zh-CN" altLang="en-US" sz="2800" dirty="0" smtClean="0">
                <a:ea typeface="楷体_GB2312" pitchFamily="49" charset="-122"/>
              </a:rPr>
              <a:t>信头</a:t>
            </a:r>
            <a:r>
              <a:rPr lang="zh-CN" altLang="en-US" sz="2800" dirty="0" smtClean="0"/>
              <a:t>（</a:t>
            </a:r>
            <a:r>
              <a:rPr lang="en-US" altLang="zh-CN" sz="2800" dirty="0" smtClean="0"/>
              <a:t>Heading</a:t>
            </a:r>
            <a:r>
              <a:rPr lang="zh-CN" altLang="en-US" sz="2800" dirty="0" smtClean="0"/>
              <a:t>）</a:t>
            </a:r>
            <a:endParaRPr lang="zh-CN" altLang="en-US" sz="2800" dirty="0" smtClean="0"/>
          </a:p>
          <a:p>
            <a:pPr eaLnBrk="1" hangingPunct="1">
              <a:lnSpc>
                <a:spcPct val="90000"/>
              </a:lnSpc>
              <a:buFont typeface="Wingdings" panose="05000000000000000000" pitchFamily="2" charset="2"/>
              <a:buNone/>
            </a:pPr>
            <a:r>
              <a:rPr lang="zh-CN" altLang="en-US" sz="2800" dirty="0" smtClean="0"/>
              <a:t>　</a:t>
            </a:r>
            <a:r>
              <a:rPr lang="zh-CN" altLang="en-US" sz="2800" dirty="0" smtClean="0">
                <a:ea typeface="楷体_GB2312" pitchFamily="49" charset="-122"/>
              </a:rPr>
              <a:t>信头是指发信人的地址和日期，通常写在第一页</a:t>
            </a:r>
            <a:endParaRPr lang="zh-CN" altLang="en-US" sz="2800" dirty="0" smtClean="0">
              <a:ea typeface="楷体_GB2312" pitchFamily="49" charset="-122"/>
            </a:endParaRPr>
          </a:p>
          <a:p>
            <a:pPr eaLnBrk="1" hangingPunct="1">
              <a:lnSpc>
                <a:spcPct val="90000"/>
              </a:lnSpc>
              <a:buFont typeface="Wingdings" panose="05000000000000000000" pitchFamily="2" charset="2"/>
              <a:buNone/>
            </a:pPr>
            <a:r>
              <a:rPr lang="zh-CN" altLang="en-US" sz="2800" dirty="0" smtClean="0">
                <a:ea typeface="楷体_GB2312" pitchFamily="49" charset="-122"/>
              </a:rPr>
              <a:t>的右上角。行首可以齐头写，也可以逐行缩进写。</a:t>
            </a:r>
            <a:endParaRPr lang="zh-CN" altLang="en-US" sz="2800" dirty="0" smtClean="0">
              <a:ea typeface="楷体_GB2312" pitchFamily="49" charset="-122"/>
            </a:endParaRPr>
          </a:p>
          <a:p>
            <a:pPr eaLnBrk="1" hangingPunct="1">
              <a:lnSpc>
                <a:spcPct val="90000"/>
              </a:lnSpc>
              <a:buFont typeface="Wingdings" panose="05000000000000000000" pitchFamily="2" charset="2"/>
              <a:buNone/>
            </a:pPr>
            <a:r>
              <a:rPr lang="zh-CN" altLang="en-US" sz="2800" dirty="0" smtClean="0">
                <a:ea typeface="楷体_GB2312" pitchFamily="49" charset="-122"/>
              </a:rPr>
              <a:t>地址的书写顺序由小到大：门牌号、街道、城市、</a:t>
            </a:r>
            <a:endParaRPr lang="zh-CN" altLang="en-US" sz="2800" dirty="0" smtClean="0">
              <a:ea typeface="楷体_GB2312" pitchFamily="49" charset="-122"/>
            </a:endParaRPr>
          </a:p>
          <a:p>
            <a:pPr eaLnBrk="1" hangingPunct="1">
              <a:lnSpc>
                <a:spcPct val="90000"/>
              </a:lnSpc>
              <a:buFont typeface="Wingdings" panose="05000000000000000000" pitchFamily="2" charset="2"/>
              <a:buNone/>
            </a:pPr>
            <a:r>
              <a:rPr lang="zh-CN" altLang="en-US" sz="2800" dirty="0" smtClean="0">
                <a:ea typeface="楷体_GB2312" pitchFamily="49" charset="-122"/>
              </a:rPr>
              <a:t>省（州）、邮编、国名，最后写发信日期。私人信</a:t>
            </a:r>
            <a:endParaRPr lang="zh-CN" altLang="en-US" sz="2800" dirty="0" smtClean="0">
              <a:ea typeface="楷体_GB2312" pitchFamily="49" charset="-122"/>
            </a:endParaRPr>
          </a:p>
          <a:p>
            <a:pPr eaLnBrk="1" hangingPunct="1">
              <a:lnSpc>
                <a:spcPct val="90000"/>
              </a:lnSpc>
              <a:buFont typeface="Wingdings" panose="05000000000000000000" pitchFamily="2" charset="2"/>
              <a:buNone/>
            </a:pPr>
            <a:r>
              <a:rPr lang="zh-CN" altLang="en-US" sz="2800" dirty="0" smtClean="0">
                <a:ea typeface="楷体_GB2312" pitchFamily="49" charset="-122"/>
              </a:rPr>
              <a:t>件一般只写寄信日期即可。例如：</a:t>
            </a:r>
            <a:endParaRPr lang="zh-CN" altLang="en-US" sz="2800" dirty="0" smtClean="0">
              <a:ea typeface="楷体_GB2312" pitchFamily="49" charset="-122"/>
            </a:endParaRPr>
          </a:p>
          <a:p>
            <a:pPr eaLnBrk="1" hangingPunct="1">
              <a:lnSpc>
                <a:spcPct val="90000"/>
              </a:lnSpc>
              <a:buFont typeface="Wingdings" panose="05000000000000000000" pitchFamily="2" charset="2"/>
              <a:buNone/>
            </a:pPr>
            <a:r>
              <a:rPr lang="zh-CN" altLang="en-US" sz="2800" dirty="0" smtClean="0"/>
              <a:t>　　</a:t>
            </a:r>
            <a:r>
              <a:rPr lang="en-US" altLang="zh-CN" sz="2800" dirty="0" smtClean="0"/>
              <a:t>123 </a:t>
            </a:r>
            <a:r>
              <a:rPr lang="en-US" altLang="zh-CN" sz="2800" dirty="0" err="1" smtClean="0"/>
              <a:t>Tianhe</a:t>
            </a:r>
            <a:r>
              <a:rPr lang="en-US" altLang="zh-CN" sz="2800" dirty="0" smtClean="0"/>
              <a:t> Road</a:t>
            </a:r>
            <a:endParaRPr lang="en-US" altLang="zh-CN" sz="2800" dirty="0" smtClean="0"/>
          </a:p>
          <a:p>
            <a:pPr eaLnBrk="1" hangingPunct="1">
              <a:lnSpc>
                <a:spcPct val="90000"/>
              </a:lnSpc>
              <a:buFont typeface="Wingdings" panose="05000000000000000000" pitchFamily="2" charset="2"/>
              <a:buNone/>
            </a:pPr>
            <a:r>
              <a:rPr lang="zh-CN" altLang="en-US" sz="2800" dirty="0" smtClean="0"/>
              <a:t>　　</a:t>
            </a:r>
            <a:r>
              <a:rPr lang="en-US" altLang="zh-CN" sz="2800" dirty="0" err="1" smtClean="0"/>
              <a:t>Tianhe</a:t>
            </a:r>
            <a:r>
              <a:rPr lang="en-US" altLang="zh-CN" sz="2800" dirty="0" smtClean="0"/>
              <a:t> District, Guangzhou </a:t>
            </a:r>
            <a:endParaRPr lang="zh-CN" altLang="en-US" sz="2800" dirty="0" smtClean="0"/>
          </a:p>
          <a:p>
            <a:pPr eaLnBrk="1" hangingPunct="1">
              <a:lnSpc>
                <a:spcPct val="90000"/>
              </a:lnSpc>
              <a:buFont typeface="Wingdings" panose="05000000000000000000" pitchFamily="2" charset="2"/>
              <a:buNone/>
            </a:pPr>
            <a:r>
              <a:rPr lang="en-US" altLang="zh-CN" sz="2800" dirty="0" smtClean="0"/>
              <a:t>         Guangdong Province510650</a:t>
            </a:r>
            <a:endParaRPr lang="en-US" altLang="zh-CN" sz="2800" dirty="0" smtClean="0"/>
          </a:p>
          <a:p>
            <a:pPr eaLnBrk="1" hangingPunct="1">
              <a:lnSpc>
                <a:spcPct val="90000"/>
              </a:lnSpc>
              <a:buFont typeface="Wingdings" panose="05000000000000000000" pitchFamily="2" charset="2"/>
              <a:buNone/>
            </a:pPr>
            <a:r>
              <a:rPr lang="zh-CN" altLang="en-US" sz="2800" dirty="0" smtClean="0"/>
              <a:t>　　</a:t>
            </a:r>
            <a:r>
              <a:rPr lang="en-US" altLang="zh-CN" sz="2800" dirty="0" smtClean="0"/>
              <a:t>P. R. C.</a:t>
            </a:r>
            <a:endParaRPr lang="en-US" altLang="zh-CN" sz="2800" dirty="0" smtClean="0"/>
          </a:p>
          <a:p>
            <a:pPr eaLnBrk="1" hangingPunct="1">
              <a:lnSpc>
                <a:spcPct val="90000"/>
              </a:lnSpc>
              <a:buFont typeface="Wingdings" panose="05000000000000000000" pitchFamily="2" charset="2"/>
              <a:buNone/>
            </a:pPr>
            <a:r>
              <a:rPr lang="zh-CN" altLang="en-US" sz="2800" dirty="0" smtClean="0"/>
              <a:t>　　</a:t>
            </a:r>
            <a:r>
              <a:rPr lang="en-US" altLang="zh-CN" sz="2800" dirty="0" smtClean="0"/>
              <a:t>March 15, 2012</a:t>
            </a:r>
            <a:endParaRPr lang="en-US" altLang="zh-CN" sz="2800" dirty="0" smtClean="0"/>
          </a:p>
          <a:p>
            <a:pPr eaLnBrk="1" hangingPunct="1">
              <a:lnSpc>
                <a:spcPct val="90000"/>
              </a:lnSpc>
            </a:pPr>
            <a:endParaRPr lang="en-US" altLang="zh-CN" sz="28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457200" y="692785"/>
            <a:ext cx="8428990" cy="5503545"/>
          </a:xfrm>
        </p:spPr>
        <p:txBody>
          <a:bodyPr/>
          <a:lstStyle/>
          <a:p>
            <a:r>
              <a:rPr lang="en-US" altLang="zh-CN" dirty="0" smtClean="0"/>
              <a:t>Road, street, block, lake, mount. </a:t>
            </a:r>
            <a:r>
              <a:rPr lang="en-US" altLang="zh-CN" dirty="0"/>
              <a:t>Square, </a:t>
            </a:r>
            <a:endParaRPr lang="zh-CN" altLang="en-US" dirty="0"/>
          </a:p>
          <a:p>
            <a:r>
              <a:rPr lang="en-US" altLang="zh-CN" dirty="0" smtClean="0"/>
              <a:t>District. County, city , province,  </a:t>
            </a:r>
            <a:endParaRPr lang="en-US" altLang="zh-CN" dirty="0" smtClean="0"/>
          </a:p>
          <a:p>
            <a:r>
              <a:rPr lang="en-US" altLang="zh-CN" dirty="0" err="1" smtClean="0"/>
              <a:t>Xiasha</a:t>
            </a:r>
            <a:r>
              <a:rPr lang="en-US" altLang="zh-CN" dirty="0" smtClean="0"/>
              <a:t> higher education zone</a:t>
            </a:r>
            <a:endParaRPr lang="en-US" altLang="zh-CN" dirty="0" smtClean="0"/>
          </a:p>
          <a:p>
            <a:r>
              <a:rPr lang="en-US" altLang="zh-CN" dirty="0" smtClean="0"/>
              <a:t>East west south north </a:t>
            </a:r>
            <a:endParaRPr lang="en-US" altLang="zh-CN" dirty="0" smtClean="0"/>
          </a:p>
          <a:p>
            <a:r>
              <a:rPr lang="en-US" altLang="zh-CN" dirty="0" smtClean="0"/>
              <a:t>Temple, palace,  coach station, railway station, plaza, </a:t>
            </a:r>
            <a:endParaRPr lang="en-US" altLang="zh-CN" dirty="0" smtClean="0"/>
          </a:p>
          <a:p>
            <a:r>
              <a:rPr lang="en-US" altLang="zh-CN" dirty="0" smtClean="0"/>
              <a:t>Xiasha Higher Education Zone, </a:t>
            </a:r>
            <a:endParaRPr lang="en-US" altLang="zh-CN" dirty="0" smtClean="0"/>
          </a:p>
          <a:p>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endParaRPr lang="en-US" altLang="zh-CN"/>
          </a:p>
        </p:txBody>
      </p:sp>
      <p:sp>
        <p:nvSpPr>
          <p:cNvPr id="3" name="内容占位符 2"/>
          <p:cNvSpPr>
            <a:spLocks noGrp="1"/>
          </p:cNvSpPr>
          <p:nvPr>
            <p:ph idx="1"/>
          </p:nvPr>
        </p:nvSpPr>
        <p:spPr>
          <a:xfrm>
            <a:off x="457200" y="908685"/>
            <a:ext cx="8229600" cy="4525963"/>
          </a:xfrm>
        </p:spPr>
        <p:txBody>
          <a:bodyPr/>
          <a:lstStyle/>
          <a:p>
            <a:pPr latinLnBrk="0">
              <a:lnSpc>
                <a:spcPts val="2540"/>
              </a:lnSpc>
              <a:spcBef>
                <a:spcPts val="0"/>
              </a:spcBef>
            </a:pPr>
            <a:r>
              <a:rPr lang="en-US" altLang="zh-CN"/>
              <a:t>Hangzhou Dianzi University</a:t>
            </a:r>
            <a:endParaRPr lang="en-US" altLang="zh-CN"/>
          </a:p>
          <a:p>
            <a:pPr latinLnBrk="0">
              <a:lnSpc>
                <a:spcPts val="2540"/>
              </a:lnSpc>
              <a:spcBef>
                <a:spcPts val="0"/>
              </a:spcBef>
            </a:pPr>
            <a:endParaRPr lang="en-US" altLang="zh-CN"/>
          </a:p>
          <a:p>
            <a:pPr latinLnBrk="0">
              <a:lnSpc>
                <a:spcPts val="2540"/>
              </a:lnSpc>
              <a:spcBef>
                <a:spcPts val="0"/>
              </a:spcBef>
            </a:pPr>
            <a:r>
              <a:rPr lang="zh-CN" altLang="en-US"/>
              <a:t>Xiasha Higher Education Zone, </a:t>
            </a:r>
            <a:endParaRPr lang="zh-CN" altLang="en-US"/>
          </a:p>
          <a:p>
            <a:pPr latinLnBrk="0">
              <a:lnSpc>
                <a:spcPts val="2540"/>
              </a:lnSpc>
              <a:spcBef>
                <a:spcPts val="0"/>
              </a:spcBef>
            </a:pPr>
            <a:endParaRPr lang="zh-CN" altLang="en-US"/>
          </a:p>
          <a:p>
            <a:pPr latinLnBrk="0">
              <a:lnSpc>
                <a:spcPts val="2540"/>
              </a:lnSpc>
              <a:spcBef>
                <a:spcPts val="0"/>
              </a:spcBef>
            </a:pPr>
            <a:r>
              <a:rPr lang="zh-CN" altLang="en-US"/>
              <a:t>Hangzhou, </a:t>
            </a:r>
            <a:endParaRPr lang="zh-CN" altLang="en-US"/>
          </a:p>
          <a:p>
            <a:pPr latinLnBrk="0">
              <a:lnSpc>
                <a:spcPts val="2540"/>
              </a:lnSpc>
              <a:spcBef>
                <a:spcPts val="0"/>
              </a:spcBef>
            </a:pPr>
            <a:endParaRPr lang="zh-CN" altLang="en-US"/>
          </a:p>
          <a:p>
            <a:pPr latinLnBrk="0">
              <a:lnSpc>
                <a:spcPts val="2540"/>
              </a:lnSpc>
              <a:spcBef>
                <a:spcPts val="0"/>
              </a:spcBef>
            </a:pPr>
            <a:endParaRPr lang="zh-CN" altLang="en-US"/>
          </a:p>
          <a:p>
            <a:pPr latinLnBrk="0">
              <a:lnSpc>
                <a:spcPts val="2540"/>
              </a:lnSpc>
              <a:spcBef>
                <a:spcPts val="0"/>
              </a:spcBef>
            </a:pPr>
            <a:r>
              <a:rPr lang="zh-CN" altLang="en-US"/>
              <a:t>Zhejiang Province, </a:t>
            </a:r>
            <a:r>
              <a:rPr lang="zh-CN" altLang="en-US">
                <a:sym typeface="+mn-ea"/>
              </a:rPr>
              <a:t>310018, </a:t>
            </a:r>
            <a:endParaRPr lang="zh-CN" altLang="en-US"/>
          </a:p>
          <a:p>
            <a:pPr latinLnBrk="0">
              <a:lnSpc>
                <a:spcPts val="2540"/>
              </a:lnSpc>
              <a:spcBef>
                <a:spcPts val="0"/>
              </a:spcBef>
            </a:pPr>
            <a:endParaRPr lang="zh-CN" altLang="en-US"/>
          </a:p>
          <a:p>
            <a:pPr latinLnBrk="0">
              <a:lnSpc>
                <a:spcPts val="2540"/>
              </a:lnSpc>
              <a:spcBef>
                <a:spcPts val="0"/>
              </a:spcBef>
            </a:pPr>
            <a:endParaRPr lang="zh-CN" altLang="en-US"/>
          </a:p>
          <a:p>
            <a:pPr latinLnBrk="0">
              <a:lnSpc>
                <a:spcPts val="2540"/>
              </a:lnSpc>
              <a:spcBef>
                <a:spcPts val="0"/>
              </a:spcBef>
            </a:pPr>
            <a:r>
              <a:rPr lang="zh-CN" altLang="en-US"/>
              <a:t>People's Republic of China.</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body" idx="1"/>
          </p:nvPr>
        </p:nvSpPr>
        <p:spPr>
          <a:xfrm>
            <a:off x="468313" y="476250"/>
            <a:ext cx="8229600" cy="5976938"/>
          </a:xfrm>
        </p:spPr>
        <p:txBody>
          <a:bodyPr/>
          <a:lstStyle/>
          <a:p>
            <a:pPr eaLnBrk="1" hangingPunct="1">
              <a:lnSpc>
                <a:spcPct val="80000"/>
              </a:lnSpc>
              <a:buFont typeface="Wingdings" panose="05000000000000000000" pitchFamily="2" charset="2"/>
              <a:buNone/>
            </a:pPr>
            <a:r>
              <a:rPr lang="en-US" altLang="zh-CN" sz="1600" dirty="0" smtClean="0"/>
              <a:t>   </a:t>
            </a:r>
            <a:endParaRPr lang="en-US" altLang="zh-CN" sz="1600" dirty="0" smtClean="0"/>
          </a:p>
          <a:p>
            <a:pPr eaLnBrk="1" hangingPunct="1">
              <a:lnSpc>
                <a:spcPct val="80000"/>
              </a:lnSpc>
              <a:buFont typeface="Wingdings" panose="05000000000000000000" pitchFamily="2" charset="2"/>
              <a:buNone/>
            </a:pPr>
            <a:r>
              <a:rPr lang="en-US" altLang="zh-CN" sz="2400" dirty="0" smtClean="0">
                <a:latin typeface="楷体_GB2312" pitchFamily="49" charset="-122"/>
                <a:ea typeface="楷体_GB2312" pitchFamily="49" charset="-122"/>
              </a:rPr>
              <a:t> </a:t>
            </a:r>
            <a:r>
              <a:rPr lang="zh-CN" altLang="en-US" sz="2400" dirty="0" smtClean="0">
                <a:latin typeface="楷体_GB2312" pitchFamily="49" charset="-122"/>
                <a:ea typeface="楷体_GB2312" pitchFamily="49" charset="-122"/>
              </a:rPr>
              <a:t>发信日期的写法：</a:t>
            </a: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dirty="0" smtClean="0">
                <a:latin typeface="楷体_GB2312" pitchFamily="49" charset="-122"/>
                <a:ea typeface="楷体_GB2312" pitchFamily="49" charset="-122"/>
              </a:rPr>
              <a:t> ① 年份应完全写出，不能简写。</a:t>
            </a: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dirty="0" smtClean="0">
                <a:latin typeface="楷体_GB2312" pitchFamily="49" charset="-122"/>
                <a:ea typeface="楷体_GB2312" pitchFamily="49" charset="-122"/>
              </a:rPr>
              <a:t> ② 月份要用英文名称，不要用数字代替。</a:t>
            </a: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dirty="0" smtClean="0">
                <a:latin typeface="楷体_GB2312" pitchFamily="49" charset="-122"/>
                <a:ea typeface="楷体_GB2312" pitchFamily="49" charset="-122"/>
              </a:rPr>
              <a:t> ③ 月份名称多用公认的缩写式。但 </a:t>
            </a:r>
            <a:r>
              <a:rPr lang="en-US" altLang="zh-CN" sz="2400" dirty="0" smtClean="0">
                <a:latin typeface="楷体_GB2312" pitchFamily="49" charset="-122"/>
                <a:ea typeface="楷体_GB2312" pitchFamily="49" charset="-122"/>
              </a:rPr>
              <a:t>May, June, July, </a:t>
            </a:r>
            <a:r>
              <a:rPr lang="zh-CN" altLang="en-US" sz="2400" dirty="0" smtClean="0">
                <a:latin typeface="楷体_GB2312" pitchFamily="49" charset="-122"/>
                <a:ea typeface="楷体_GB2312" pitchFamily="49" charset="-122"/>
              </a:rPr>
              <a:t>因为较短，不可缩写。</a:t>
            </a: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dirty="0" smtClean="0">
                <a:latin typeface="楷体_GB2312" pitchFamily="49" charset="-122"/>
                <a:ea typeface="楷体_GB2312" pitchFamily="49" charset="-122"/>
              </a:rPr>
              <a:t> ④ 写日期时，可用基数词</a:t>
            </a:r>
            <a:r>
              <a:rPr lang="en-US" altLang="zh-CN" sz="2400" dirty="0" smtClean="0">
                <a:latin typeface="楷体_GB2312" pitchFamily="49" charset="-122"/>
                <a:ea typeface="楷体_GB2312" pitchFamily="49" charset="-122"/>
              </a:rPr>
              <a:t>1</a:t>
            </a:r>
            <a:r>
              <a:rPr lang="zh-CN" altLang="en-US" sz="2400" dirty="0" smtClean="0">
                <a:latin typeface="楷体_GB2312" pitchFamily="49" charset="-122"/>
                <a:ea typeface="楷体_GB2312" pitchFamily="49" charset="-122"/>
              </a:rPr>
              <a:t>，</a:t>
            </a:r>
            <a:r>
              <a:rPr lang="en-US" altLang="zh-CN" sz="2400" dirty="0" smtClean="0">
                <a:latin typeface="楷体_GB2312" pitchFamily="49" charset="-122"/>
                <a:ea typeface="楷体_GB2312" pitchFamily="49" charset="-122"/>
              </a:rPr>
              <a:t>2</a:t>
            </a:r>
            <a:r>
              <a:rPr lang="zh-CN" altLang="en-US" sz="2400" dirty="0" smtClean="0">
                <a:latin typeface="楷体_GB2312" pitchFamily="49" charset="-122"/>
                <a:ea typeface="楷体_GB2312" pitchFamily="49" charset="-122"/>
              </a:rPr>
              <a:t>，</a:t>
            </a:r>
            <a:r>
              <a:rPr lang="en-US" altLang="zh-CN" sz="2400" dirty="0" smtClean="0">
                <a:latin typeface="楷体_GB2312" pitchFamily="49" charset="-122"/>
                <a:ea typeface="楷体_GB2312" pitchFamily="49" charset="-122"/>
              </a:rPr>
              <a:t>3</a:t>
            </a:r>
            <a:r>
              <a:rPr lang="zh-CN" altLang="en-US" sz="2400" dirty="0" smtClean="0">
                <a:latin typeface="楷体_GB2312" pitchFamily="49" charset="-122"/>
                <a:ea typeface="楷体_GB2312" pitchFamily="49" charset="-122"/>
              </a:rPr>
              <a:t>，</a:t>
            </a:r>
            <a:r>
              <a:rPr lang="en-US" altLang="zh-CN" sz="2400" dirty="0" smtClean="0">
                <a:latin typeface="楷体_GB2312" pitchFamily="49" charset="-122"/>
                <a:ea typeface="楷体_GB2312" pitchFamily="49" charset="-122"/>
              </a:rPr>
              <a:t>4</a:t>
            </a:r>
            <a:r>
              <a:rPr lang="zh-CN" altLang="en-US" sz="2400" dirty="0" smtClean="0">
                <a:latin typeface="楷体_GB2312" pitchFamily="49" charset="-122"/>
                <a:ea typeface="楷体_GB2312" pitchFamily="49" charset="-122"/>
              </a:rPr>
              <a:t>，</a:t>
            </a:r>
            <a:r>
              <a:rPr lang="en-US" altLang="zh-CN" sz="2400" dirty="0" smtClean="0">
                <a:latin typeface="楷体_GB2312" pitchFamily="49" charset="-122"/>
                <a:ea typeface="楷体_GB2312" pitchFamily="49" charset="-122"/>
              </a:rPr>
              <a:t>5</a:t>
            </a:r>
            <a:r>
              <a:rPr lang="zh-CN" altLang="en-US" sz="2400" dirty="0" smtClean="0">
                <a:latin typeface="楷体_GB2312" pitchFamily="49" charset="-122"/>
                <a:ea typeface="楷体_GB2312" pitchFamily="49" charset="-122"/>
              </a:rPr>
              <a:t>，</a:t>
            </a:r>
            <a:r>
              <a:rPr lang="en-US" altLang="zh-CN" sz="2400" dirty="0" smtClean="0">
                <a:latin typeface="Arial" panose="020B0604020202020204" pitchFamily="34" charset="0"/>
                <a:ea typeface="楷体_GB2312" pitchFamily="49" charset="-122"/>
              </a:rPr>
              <a:t>……</a:t>
            </a:r>
            <a:r>
              <a:rPr lang="en-US" altLang="zh-CN" sz="2400" dirty="0" smtClean="0">
                <a:latin typeface="楷体_GB2312" pitchFamily="49" charset="-122"/>
                <a:ea typeface="楷体_GB2312" pitchFamily="49" charset="-122"/>
              </a:rPr>
              <a:t>28</a:t>
            </a:r>
            <a:r>
              <a:rPr lang="zh-CN" altLang="en-US" sz="2400" dirty="0" smtClean="0">
                <a:latin typeface="楷体_GB2312" pitchFamily="49" charset="-122"/>
                <a:ea typeface="楷体_GB2312" pitchFamily="49" charset="-122"/>
              </a:rPr>
              <a:t>，</a:t>
            </a:r>
            <a:r>
              <a:rPr lang="en-US" altLang="zh-CN" sz="2400" dirty="0" smtClean="0">
                <a:latin typeface="楷体_GB2312" pitchFamily="49" charset="-122"/>
                <a:ea typeface="楷体_GB2312" pitchFamily="49" charset="-122"/>
              </a:rPr>
              <a:t>29</a:t>
            </a:r>
            <a:r>
              <a:rPr lang="zh-CN" altLang="en-US" sz="2400" dirty="0" smtClean="0">
                <a:latin typeface="楷体_GB2312" pitchFamily="49" charset="-122"/>
                <a:ea typeface="楷体_GB2312" pitchFamily="49" charset="-122"/>
              </a:rPr>
              <a:t>，</a:t>
            </a: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dirty="0" smtClean="0">
                <a:latin typeface="楷体_GB2312" pitchFamily="49" charset="-122"/>
                <a:ea typeface="楷体_GB2312" pitchFamily="49" charset="-122"/>
              </a:rPr>
              <a:t>     </a:t>
            </a:r>
            <a:r>
              <a:rPr lang="en-US" altLang="zh-CN" sz="2400" dirty="0" smtClean="0">
                <a:latin typeface="楷体_GB2312" pitchFamily="49" charset="-122"/>
                <a:ea typeface="楷体_GB2312" pitchFamily="49" charset="-122"/>
              </a:rPr>
              <a:t>30</a:t>
            </a:r>
            <a:r>
              <a:rPr lang="zh-CN" altLang="en-US" sz="2400" dirty="0" smtClean="0">
                <a:latin typeface="楷体_GB2312" pitchFamily="49" charset="-122"/>
                <a:ea typeface="楷体_GB2312" pitchFamily="49" charset="-122"/>
              </a:rPr>
              <a:t>，</a:t>
            </a:r>
            <a:r>
              <a:rPr lang="en-US" altLang="zh-CN" sz="2400" dirty="0" smtClean="0">
                <a:latin typeface="楷体_GB2312" pitchFamily="49" charset="-122"/>
                <a:ea typeface="楷体_GB2312" pitchFamily="49" charset="-122"/>
              </a:rPr>
              <a:t>31</a:t>
            </a:r>
            <a:r>
              <a:rPr lang="zh-CN" altLang="en-US" sz="2400" dirty="0" smtClean="0">
                <a:latin typeface="楷体_GB2312" pitchFamily="49" charset="-122"/>
                <a:ea typeface="楷体_GB2312" pitchFamily="49" charset="-122"/>
              </a:rPr>
              <a:t>等，也可用序数词 </a:t>
            </a:r>
            <a:r>
              <a:rPr lang="en-US" altLang="zh-CN" sz="2400" dirty="0" err="1" smtClean="0">
                <a:latin typeface="楷体_GB2312" pitchFamily="49" charset="-122"/>
                <a:ea typeface="楷体_GB2312" pitchFamily="49" charset="-122"/>
              </a:rPr>
              <a:t>lst</a:t>
            </a:r>
            <a:r>
              <a:rPr lang="en-US" altLang="zh-CN" sz="2400" dirty="0" smtClean="0">
                <a:latin typeface="楷体_GB2312" pitchFamily="49" charset="-122"/>
                <a:ea typeface="楷体_GB2312" pitchFamily="49" charset="-122"/>
              </a:rPr>
              <a:t>, 2nd, 3rd, 4th, </a:t>
            </a:r>
            <a:endParaRPr lang="en-US" altLang="zh-CN"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2400" dirty="0" smtClean="0">
                <a:latin typeface="楷体_GB2312" pitchFamily="49" charset="-122"/>
                <a:ea typeface="楷体_GB2312" pitchFamily="49" charset="-122"/>
              </a:rPr>
              <a:t>     5th, </a:t>
            </a:r>
            <a:r>
              <a:rPr lang="en-US" altLang="zh-CN" sz="2400" dirty="0" smtClean="0">
                <a:latin typeface="Arial" panose="020B0604020202020204" pitchFamily="34" charset="0"/>
                <a:ea typeface="楷体_GB2312" pitchFamily="49" charset="-122"/>
              </a:rPr>
              <a:t>……</a:t>
            </a:r>
            <a:r>
              <a:rPr lang="en-US" altLang="zh-CN" sz="2400" dirty="0" smtClean="0">
                <a:latin typeface="楷体_GB2312" pitchFamily="49" charset="-122"/>
                <a:ea typeface="楷体_GB2312" pitchFamily="49" charset="-122"/>
              </a:rPr>
              <a:t>28th, 29th, 30th, 31st</a:t>
            </a:r>
            <a:r>
              <a:rPr lang="zh-CN" altLang="en-US" sz="2400" dirty="0" smtClean="0">
                <a:latin typeface="楷体_GB2312" pitchFamily="49" charset="-122"/>
                <a:ea typeface="楷体_GB2312" pitchFamily="49" charset="-122"/>
              </a:rPr>
              <a:t>等。但最好用基数 </a:t>
            </a: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dirty="0" smtClean="0">
                <a:latin typeface="楷体_GB2312" pitchFamily="49" charset="-122"/>
                <a:ea typeface="楷体_GB2312" pitchFamily="49" charset="-122"/>
              </a:rPr>
              <a:t>     词，简单明了。 </a:t>
            </a: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dirty="0" smtClean="0">
                <a:latin typeface="楷体_GB2312" pitchFamily="49" charset="-122"/>
                <a:ea typeface="楷体_GB2312" pitchFamily="49" charset="-122"/>
              </a:rPr>
              <a:t>日期可有下列几种写法：</a:t>
            </a: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dirty="0" smtClean="0">
                <a:latin typeface="楷体_GB2312" pitchFamily="49" charset="-122"/>
                <a:ea typeface="楷体_GB2312" pitchFamily="49" charset="-122"/>
              </a:rPr>
              <a:t>① </a:t>
            </a:r>
            <a:r>
              <a:rPr lang="en-US" altLang="zh-CN" sz="2400" dirty="0" smtClean="0">
                <a:latin typeface="楷体_GB2312" pitchFamily="49" charset="-122"/>
                <a:ea typeface="楷体_GB2312" pitchFamily="49" charset="-122"/>
              </a:rPr>
              <a:t>Oct. 20, 2004</a:t>
            </a:r>
            <a:r>
              <a:rPr lang="zh-CN" altLang="en-US" sz="2400" dirty="0" smtClean="0">
                <a:latin typeface="楷体_GB2312" pitchFamily="49" charset="-122"/>
                <a:ea typeface="楷体_GB2312" pitchFamily="49" charset="-122"/>
              </a:rPr>
              <a:t>；   ② </a:t>
            </a:r>
            <a:r>
              <a:rPr lang="en-US" altLang="zh-CN" sz="2400" dirty="0" smtClean="0">
                <a:latin typeface="楷体_GB2312" pitchFamily="49" charset="-122"/>
                <a:ea typeface="楷体_GB2312" pitchFamily="49" charset="-122"/>
              </a:rPr>
              <a:t>10 May., 2004</a:t>
            </a:r>
            <a:r>
              <a:rPr lang="zh-CN" altLang="en-US" sz="2400" dirty="0" smtClean="0">
                <a:latin typeface="楷体_GB2312" pitchFamily="49" charset="-122"/>
                <a:ea typeface="楷体_GB2312" pitchFamily="49" charset="-122"/>
              </a:rPr>
              <a:t>；</a:t>
            </a:r>
            <a:endParaRPr lang="zh-CN" altLang="en-US" sz="24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dirty="0" smtClean="0">
                <a:latin typeface="楷体_GB2312" pitchFamily="49" charset="-122"/>
                <a:ea typeface="楷体_GB2312" pitchFamily="49" charset="-122"/>
              </a:rPr>
              <a:t>③ </a:t>
            </a:r>
            <a:r>
              <a:rPr lang="en-US" altLang="zh-CN" sz="2400" dirty="0" smtClean="0">
                <a:latin typeface="楷体_GB2312" pitchFamily="49" charset="-122"/>
                <a:ea typeface="楷体_GB2312" pitchFamily="49" charset="-122"/>
              </a:rPr>
              <a:t>3rd June, 2004</a:t>
            </a:r>
            <a:r>
              <a:rPr lang="zh-CN" altLang="en-US" sz="2400" dirty="0" smtClean="0">
                <a:latin typeface="楷体_GB2312" pitchFamily="49" charset="-122"/>
                <a:ea typeface="楷体_GB2312" pitchFamily="49" charset="-122"/>
              </a:rPr>
              <a:t>；  ④ </a:t>
            </a:r>
            <a:r>
              <a:rPr lang="en-US" altLang="zh-CN" sz="2400" dirty="0" smtClean="0">
                <a:latin typeface="楷体_GB2312" pitchFamily="49" charset="-122"/>
                <a:ea typeface="楷体_GB2312" pitchFamily="49" charset="-122"/>
              </a:rPr>
              <a:t>Sept. 16th, 2004</a:t>
            </a:r>
            <a:r>
              <a:rPr lang="zh-CN" altLang="en-US" sz="2400" dirty="0" smtClean="0">
                <a:latin typeface="楷体_GB2312" pitchFamily="49" charset="-122"/>
                <a:ea typeface="楷体_GB2312" pitchFamily="49" charset="-122"/>
              </a:rPr>
              <a:t>。其中，①最为通用。</a:t>
            </a:r>
            <a:endParaRPr lang="zh-CN" altLang="en-US" sz="2400" dirty="0" smtClean="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body" idx="1"/>
          </p:nvPr>
        </p:nvSpPr>
        <p:spPr>
          <a:xfrm>
            <a:off x="457200" y="1341438"/>
            <a:ext cx="8229600" cy="4525962"/>
          </a:xfrm>
        </p:spPr>
        <p:txBody>
          <a:bodyPr/>
          <a:lstStyle/>
          <a:p>
            <a:pPr eaLnBrk="1" hangingPunct="1">
              <a:buFont typeface="Wingdings" panose="05000000000000000000" pitchFamily="2" charset="2"/>
              <a:buNone/>
            </a:pPr>
            <a:r>
              <a:rPr lang="en-US" altLang="zh-CN" smtClean="0">
                <a:latin typeface="楷体_GB2312" pitchFamily="49" charset="-122"/>
                <a:ea typeface="楷体_GB2312" pitchFamily="49" charset="-122"/>
              </a:rPr>
              <a:t>2. </a:t>
            </a:r>
            <a:r>
              <a:rPr lang="zh-CN" altLang="en-US" smtClean="0">
                <a:latin typeface="楷体_GB2312" pitchFamily="49" charset="-122"/>
                <a:ea typeface="楷体_GB2312" pitchFamily="49" charset="-122"/>
              </a:rPr>
              <a:t>信内地址</a:t>
            </a:r>
            <a:r>
              <a:rPr lang="zh-CN" altLang="en-US" smtClean="0"/>
              <a:t>（</a:t>
            </a:r>
            <a:r>
              <a:rPr lang="en-US" altLang="zh-CN" smtClean="0"/>
              <a:t>Inside Address</a:t>
            </a:r>
            <a:r>
              <a:rPr lang="zh-CN" altLang="en-US" smtClean="0"/>
              <a:t>）</a:t>
            </a:r>
            <a:endParaRPr lang="zh-CN" altLang="en-US" smtClean="0"/>
          </a:p>
          <a:p>
            <a:pPr eaLnBrk="1" hangingPunct="1">
              <a:buFont typeface="Wingdings" panose="05000000000000000000" pitchFamily="2" charset="2"/>
              <a:buNone/>
            </a:pPr>
            <a:r>
              <a:rPr lang="zh-CN" altLang="en-US" smtClean="0"/>
              <a:t>   </a:t>
            </a:r>
            <a:r>
              <a:rPr lang="zh-CN" altLang="en-US" smtClean="0">
                <a:ea typeface="楷体_GB2312" pitchFamily="49" charset="-122"/>
              </a:rPr>
              <a:t>信内地址要写收信人的姓名和地址。</a:t>
            </a:r>
            <a:r>
              <a:rPr lang="zh-CN" altLang="en-US" smtClean="0">
                <a:solidFill>
                  <a:srgbClr val="993300"/>
                </a:solidFill>
                <a:ea typeface="楷体_GB2312" pitchFamily="49" charset="-122"/>
              </a:rPr>
              <a:t>在公</a:t>
            </a:r>
            <a:endParaRPr lang="zh-CN" altLang="en-US" smtClean="0">
              <a:solidFill>
                <a:srgbClr val="993300"/>
              </a:solidFill>
              <a:ea typeface="楷体_GB2312" pitchFamily="49" charset="-122"/>
            </a:endParaRPr>
          </a:p>
          <a:p>
            <a:pPr eaLnBrk="1" hangingPunct="1">
              <a:buFont typeface="Wingdings" panose="05000000000000000000" pitchFamily="2" charset="2"/>
              <a:buNone/>
            </a:pPr>
            <a:r>
              <a:rPr lang="zh-CN" altLang="en-US" smtClean="0">
                <a:solidFill>
                  <a:srgbClr val="993300"/>
                </a:solidFill>
                <a:ea typeface="楷体_GB2312" pitchFamily="49" charset="-122"/>
              </a:rPr>
              <a:t>务信件中要写明这一项，</a:t>
            </a:r>
            <a:r>
              <a:rPr lang="zh-CN" altLang="en-US" smtClean="0">
                <a:ea typeface="楷体_GB2312" pitchFamily="49" charset="-122"/>
              </a:rPr>
              <a:t>在私人信件中，这</a:t>
            </a:r>
            <a:endParaRPr lang="zh-CN" altLang="en-US" smtClean="0">
              <a:ea typeface="楷体_GB2312" pitchFamily="49" charset="-122"/>
            </a:endParaRPr>
          </a:p>
          <a:p>
            <a:pPr eaLnBrk="1" hangingPunct="1">
              <a:buFont typeface="Wingdings" panose="05000000000000000000" pitchFamily="2" charset="2"/>
              <a:buNone/>
            </a:pPr>
            <a:r>
              <a:rPr lang="zh-CN" altLang="en-US" smtClean="0">
                <a:ea typeface="楷体_GB2312" pitchFamily="49" charset="-122"/>
              </a:rPr>
              <a:t>一项常常省略。该项写在写信日期下一行的</a:t>
            </a:r>
            <a:endParaRPr lang="zh-CN" altLang="en-US" smtClean="0">
              <a:ea typeface="楷体_GB2312" pitchFamily="49" charset="-122"/>
            </a:endParaRPr>
          </a:p>
          <a:p>
            <a:pPr eaLnBrk="1" hangingPunct="1">
              <a:buFont typeface="Wingdings" panose="05000000000000000000" pitchFamily="2" charset="2"/>
              <a:buNone/>
            </a:pPr>
            <a:r>
              <a:rPr lang="zh-CN" altLang="en-US" smtClean="0">
                <a:ea typeface="楷体_GB2312" pitchFamily="49" charset="-122"/>
              </a:rPr>
              <a:t>左上角，格式与寄信人地址一样。</a:t>
            </a:r>
            <a:endParaRPr lang="zh-CN" altLang="en-US" smtClean="0">
              <a:ea typeface="楷体_GB2312" pitchFamily="49" charset="-122"/>
            </a:endParaRPr>
          </a:p>
          <a:p>
            <a:pPr eaLnBrk="1" hangingPunct="1"/>
            <a:endParaRPr lang="en-US" altLang="zh-CN"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a:spLocks noGrp="1" noChangeArrowheads="1"/>
          </p:cNvSpPr>
          <p:nvPr>
            <p:ph type="body" idx="1"/>
          </p:nvPr>
        </p:nvSpPr>
        <p:spPr>
          <a:xfrm>
            <a:off x="468313" y="476250"/>
            <a:ext cx="8229600" cy="5976938"/>
          </a:xfrm>
        </p:spPr>
        <p:txBody>
          <a:bodyPr/>
          <a:lstStyle/>
          <a:p>
            <a:pPr eaLnBrk="1" hangingPunct="1">
              <a:lnSpc>
                <a:spcPct val="80000"/>
              </a:lnSpc>
              <a:buFont typeface="Wingdings" panose="05000000000000000000" pitchFamily="2" charset="2"/>
              <a:buNone/>
            </a:pPr>
            <a:r>
              <a:rPr lang="en-US" altLang="zh-CN" dirty="0" smtClean="0">
                <a:latin typeface="楷体_GB2312" pitchFamily="49" charset="-122"/>
                <a:ea typeface="楷体_GB2312" pitchFamily="49" charset="-122"/>
              </a:rPr>
              <a:t>3 .</a:t>
            </a:r>
            <a:r>
              <a:rPr lang="zh-CN" altLang="en-US" dirty="0" smtClean="0">
                <a:latin typeface="华文隶书" panose="02010800040101010101" pitchFamily="2" charset="-122"/>
                <a:ea typeface="华文隶书" panose="02010800040101010101" pitchFamily="2" charset="-122"/>
              </a:rPr>
              <a:t>称呼</a:t>
            </a:r>
            <a:r>
              <a:rPr lang="zh-CN" altLang="en-US" sz="2800" dirty="0" smtClean="0">
                <a:latin typeface="华文隶书" panose="02010800040101010101" pitchFamily="2" charset="-122"/>
                <a:ea typeface="华文隶书" panose="02010800040101010101" pitchFamily="2" charset="-122"/>
              </a:rPr>
              <a:t>（</a:t>
            </a:r>
            <a:r>
              <a:rPr lang="en-US" altLang="zh-CN" sz="2800" dirty="0" smtClean="0">
                <a:latin typeface="华文隶书" panose="02010800040101010101" pitchFamily="2" charset="-122"/>
                <a:ea typeface="华文隶书" panose="02010800040101010101" pitchFamily="2" charset="-122"/>
              </a:rPr>
              <a:t>Salutation</a:t>
            </a:r>
            <a:r>
              <a:rPr lang="zh-CN" altLang="en-US" sz="2800" dirty="0" smtClean="0">
                <a:latin typeface="华文隶书" panose="02010800040101010101" pitchFamily="2" charset="-122"/>
                <a:ea typeface="华文隶书" panose="02010800040101010101" pitchFamily="2" charset="-122"/>
              </a:rPr>
              <a:t>）</a:t>
            </a:r>
            <a:endParaRPr lang="zh-CN" altLang="en-US" sz="2800" dirty="0" smtClean="0">
              <a:latin typeface="华文隶书" panose="02010800040101010101" pitchFamily="2" charset="-122"/>
              <a:ea typeface="华文隶书" panose="02010800040101010101" pitchFamily="2" charset="-122"/>
            </a:endParaRPr>
          </a:p>
          <a:p>
            <a:pPr eaLnBrk="1" hangingPunct="1">
              <a:buFont typeface="Wingdings" panose="05000000000000000000" pitchFamily="2" charset="2"/>
              <a:buNone/>
            </a:pPr>
            <a:r>
              <a:rPr lang="zh-CN" altLang="en-US" dirty="0" smtClean="0"/>
              <a:t>      </a:t>
            </a:r>
            <a:r>
              <a:rPr lang="zh-CN" altLang="en-US" sz="2800" dirty="0" smtClean="0"/>
              <a:t>称呼是对收信人的称谓，应与左边线对齐，写在收信人姓名、地址下面</a:t>
            </a:r>
            <a:r>
              <a:rPr lang="en-US" altLang="zh-CN" sz="2800" dirty="0" smtClean="0"/>
              <a:t>1-2</a:t>
            </a:r>
            <a:r>
              <a:rPr lang="zh-CN" altLang="en-US" sz="2800" dirty="0" smtClean="0"/>
              <a:t>行处。在称呼后，英国人常用逗号，美国人则常用冒号。在私人信件中可直呼收信人的名字，但公务信件中一定要写收信人的姓。大部分信件在称呼前加“</a:t>
            </a:r>
            <a:r>
              <a:rPr lang="en-US" altLang="zh-CN" sz="2800" dirty="0" smtClean="0"/>
              <a:t>Dear”</a:t>
            </a:r>
            <a:r>
              <a:rPr lang="zh-CN" altLang="en-US" sz="2800" dirty="0" smtClean="0"/>
              <a:t>。如：</a:t>
            </a:r>
            <a:br>
              <a:rPr lang="zh-CN" altLang="en-US" sz="2800" dirty="0" smtClean="0"/>
            </a:br>
            <a:r>
              <a:rPr lang="zh-CN" altLang="en-US" sz="2800" dirty="0" smtClean="0"/>
              <a:t>　　</a:t>
            </a:r>
            <a:r>
              <a:rPr lang="en-US" altLang="zh-CN" sz="2800" dirty="0" smtClean="0"/>
              <a:t>Dear Professor/Prof. Bergen:</a:t>
            </a:r>
            <a:br>
              <a:rPr lang="en-US" altLang="zh-CN" sz="2800" dirty="0" smtClean="0"/>
            </a:br>
            <a:r>
              <a:rPr lang="zh-CN" altLang="en-US" sz="2800" dirty="0" smtClean="0"/>
              <a:t>　　</a:t>
            </a:r>
            <a:r>
              <a:rPr lang="en-US" altLang="zh-CN" sz="2800" dirty="0" smtClean="0"/>
              <a:t>Dear Dr. Johnson,</a:t>
            </a:r>
            <a:br>
              <a:rPr lang="en-US" altLang="zh-CN" sz="2800" dirty="0" smtClean="0"/>
            </a:br>
            <a:r>
              <a:rPr lang="zh-CN" altLang="en-US" sz="2800" dirty="0" smtClean="0"/>
              <a:t>对不相识的人可按性别称呼：</a:t>
            </a:r>
            <a:br>
              <a:rPr lang="zh-CN" altLang="en-US" sz="2800" dirty="0" smtClean="0"/>
            </a:br>
            <a:r>
              <a:rPr lang="zh-CN" altLang="en-US" sz="2800" dirty="0" smtClean="0"/>
              <a:t>　　</a:t>
            </a:r>
            <a:r>
              <a:rPr lang="en-US" altLang="zh-CN" sz="2800" dirty="0" smtClean="0"/>
              <a:t>Dear Sir: </a:t>
            </a:r>
            <a:r>
              <a:rPr lang="zh-CN" altLang="en-US" sz="2800" dirty="0" smtClean="0"/>
              <a:t>或</a:t>
            </a:r>
            <a:r>
              <a:rPr lang="en-US" altLang="zh-CN" sz="2800" dirty="0" smtClean="0"/>
              <a:t>Dear Madam: Dear Ladies</a:t>
            </a:r>
            <a:r>
              <a:rPr lang="zh-CN" altLang="en-US" sz="2800" dirty="0" smtClean="0"/>
              <a:t>。</a:t>
            </a:r>
            <a:br>
              <a:rPr lang="zh-CN" altLang="en-US" sz="2800" dirty="0" smtClean="0"/>
            </a:br>
            <a:r>
              <a:rPr lang="zh-CN" altLang="en-US" sz="2800" dirty="0" smtClean="0"/>
              <a:t>　　如果不知收信人的性别则可用</a:t>
            </a:r>
            <a:r>
              <a:rPr lang="en-US" altLang="zh-CN" sz="2800" dirty="0" smtClean="0"/>
              <a:t>Dear Sir or Madam:</a:t>
            </a:r>
            <a:endParaRPr lang="en-US" altLang="zh-CN" sz="28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3"/>
          <p:cNvSpPr>
            <a:spLocks noGrp="1" noChangeArrowheads="1"/>
          </p:cNvSpPr>
          <p:nvPr>
            <p:ph type="body" idx="1"/>
          </p:nvPr>
        </p:nvSpPr>
        <p:spPr>
          <a:xfrm>
            <a:off x="323850" y="620713"/>
            <a:ext cx="8229600" cy="5472112"/>
          </a:xfrm>
        </p:spPr>
        <p:txBody>
          <a:bodyPr/>
          <a:lstStyle/>
          <a:p>
            <a:pPr eaLnBrk="1" hangingPunct="1">
              <a:lnSpc>
                <a:spcPct val="90000"/>
              </a:lnSpc>
              <a:buFont typeface="Wingdings" panose="05000000000000000000" pitchFamily="2" charset="2"/>
              <a:buNone/>
            </a:pPr>
            <a:r>
              <a:rPr lang="en-US" altLang="zh-CN" sz="2800" dirty="0" smtClean="0">
                <a:latin typeface="华文隶书" panose="02010800040101010101" pitchFamily="2" charset="-122"/>
                <a:ea typeface="华文隶书" panose="02010800040101010101" pitchFamily="2" charset="-122"/>
              </a:rPr>
              <a:t>3. </a:t>
            </a:r>
            <a:r>
              <a:rPr lang="zh-CN" altLang="en-US" dirty="0" smtClean="0">
                <a:latin typeface="华文隶书" panose="02010800040101010101" pitchFamily="2" charset="-122"/>
                <a:ea typeface="华文隶书" panose="02010800040101010101" pitchFamily="2" charset="-122"/>
              </a:rPr>
              <a:t>信的正文</a:t>
            </a:r>
            <a:r>
              <a:rPr lang="zh-CN" altLang="en-US" sz="2800" dirty="0" smtClean="0">
                <a:latin typeface="华文隶书" panose="02010800040101010101" pitchFamily="2" charset="-122"/>
                <a:ea typeface="华文隶书" panose="02010800040101010101" pitchFamily="2" charset="-122"/>
              </a:rPr>
              <a:t>（</a:t>
            </a:r>
            <a:r>
              <a:rPr lang="en-US" altLang="zh-CN" sz="2800" dirty="0" smtClean="0">
                <a:latin typeface="华文隶书" panose="02010800040101010101" pitchFamily="2" charset="-122"/>
                <a:ea typeface="华文隶书" panose="02010800040101010101" pitchFamily="2" charset="-122"/>
              </a:rPr>
              <a:t>Body of the Letter</a:t>
            </a:r>
            <a:r>
              <a:rPr lang="zh-CN" altLang="en-US" sz="2800" dirty="0" smtClean="0">
                <a:latin typeface="华文隶书" panose="02010800040101010101" pitchFamily="2" charset="-122"/>
                <a:ea typeface="华文隶书" panose="02010800040101010101" pitchFamily="2" charset="-122"/>
              </a:rPr>
              <a:t>）</a:t>
            </a:r>
            <a:endParaRPr lang="zh-CN" altLang="en-US" sz="2800" dirty="0" smtClean="0">
              <a:latin typeface="华文隶书" panose="02010800040101010101" pitchFamily="2" charset="-122"/>
              <a:ea typeface="华文隶书" panose="02010800040101010101" pitchFamily="2" charset="-122"/>
            </a:endParaRPr>
          </a:p>
          <a:p>
            <a:pPr eaLnBrk="1" hangingPunct="1">
              <a:lnSpc>
                <a:spcPct val="90000"/>
              </a:lnSpc>
              <a:buFont typeface="Wingdings" panose="05000000000000000000" pitchFamily="2" charset="2"/>
              <a:buNone/>
            </a:pPr>
            <a:r>
              <a:rPr lang="zh-CN" altLang="en-US" sz="2800" dirty="0" smtClean="0">
                <a:latin typeface="华文隶书" panose="02010800040101010101" pitchFamily="2" charset="-122"/>
                <a:ea typeface="华文隶书" panose="02010800040101010101" pitchFamily="2" charset="-122"/>
              </a:rPr>
              <a:t>    </a:t>
            </a:r>
            <a:endParaRPr lang="zh-CN" altLang="en-US" sz="2800" dirty="0" smtClean="0">
              <a:latin typeface="华文隶书" panose="02010800040101010101" pitchFamily="2" charset="-122"/>
              <a:ea typeface="华文隶书" panose="02010800040101010101" pitchFamily="2" charset="-122"/>
            </a:endParaRPr>
          </a:p>
          <a:p>
            <a:pPr eaLnBrk="1" hangingPunct="1">
              <a:lnSpc>
                <a:spcPct val="90000"/>
              </a:lnSpc>
              <a:buFont typeface="Wingdings" panose="05000000000000000000" pitchFamily="2" charset="2"/>
              <a:buNone/>
            </a:pPr>
            <a:r>
              <a:rPr lang="zh-CN" altLang="en-US" sz="2800" dirty="0" smtClean="0">
                <a:ea typeface="楷体_GB2312" pitchFamily="49" charset="-122"/>
              </a:rPr>
              <a:t>    </a:t>
            </a:r>
            <a:r>
              <a:rPr lang="zh-CN" altLang="en-US" sz="2400" dirty="0" smtClean="0">
                <a:ea typeface="楷体_GB2312" pitchFamily="49" charset="-122"/>
              </a:rPr>
              <a:t>正文是书信的主体。与中文信件不同的是，英</a:t>
            </a:r>
            <a:r>
              <a:rPr lang="zh-CN" altLang="en-US" sz="2400" dirty="0" smtClean="0">
                <a:solidFill>
                  <a:srgbClr val="993300"/>
                </a:solidFill>
                <a:ea typeface="楷体_GB2312" pitchFamily="49" charset="-122"/>
              </a:rPr>
              <a:t>文书信的</a:t>
            </a:r>
            <a:endParaRPr lang="zh-CN" altLang="en-US" sz="2400" dirty="0" smtClean="0">
              <a:solidFill>
                <a:srgbClr val="993300"/>
              </a:solidFill>
              <a:ea typeface="楷体_GB2312" pitchFamily="49" charset="-122"/>
            </a:endParaRPr>
          </a:p>
          <a:p>
            <a:pPr eaLnBrk="1" hangingPunct="1">
              <a:lnSpc>
                <a:spcPct val="90000"/>
              </a:lnSpc>
              <a:buFont typeface="Wingdings" panose="05000000000000000000" pitchFamily="2" charset="2"/>
              <a:buNone/>
            </a:pPr>
            <a:r>
              <a:rPr lang="zh-CN" altLang="en-US" sz="2400" dirty="0" smtClean="0">
                <a:solidFill>
                  <a:srgbClr val="993300"/>
                </a:solidFill>
                <a:ea typeface="楷体_GB2312" pitchFamily="49" charset="-122"/>
              </a:rPr>
              <a:t>正文的开头</a:t>
            </a:r>
            <a:r>
              <a:rPr lang="zh-CN" altLang="en-US" sz="2400" dirty="0" smtClean="0">
                <a:ea typeface="楷体_GB2312" pitchFamily="49" charset="-122"/>
              </a:rPr>
              <a:t>不是先写一些问候语，再阐明写信的目的，而是</a:t>
            </a:r>
            <a:endParaRPr lang="zh-CN" altLang="en-US" sz="2400" dirty="0" smtClean="0">
              <a:ea typeface="楷体_GB2312" pitchFamily="49" charset="-122"/>
            </a:endParaRPr>
          </a:p>
          <a:p>
            <a:pPr eaLnBrk="1" hangingPunct="1">
              <a:lnSpc>
                <a:spcPct val="90000"/>
              </a:lnSpc>
              <a:buFont typeface="Wingdings" panose="05000000000000000000" pitchFamily="2" charset="2"/>
              <a:buNone/>
            </a:pPr>
            <a:r>
              <a:rPr lang="zh-CN" altLang="en-US" sz="2400" dirty="0" smtClean="0">
                <a:solidFill>
                  <a:srgbClr val="993300"/>
                </a:solidFill>
                <a:ea typeface="楷体_GB2312" pitchFamily="49" charset="-122"/>
              </a:rPr>
              <a:t>直接说明写信人的身份及写信的目的，然后提出写信人的情</a:t>
            </a:r>
            <a:endParaRPr lang="zh-CN" altLang="en-US" sz="2400" dirty="0" smtClean="0">
              <a:solidFill>
                <a:srgbClr val="993300"/>
              </a:solidFill>
              <a:ea typeface="楷体_GB2312" pitchFamily="49" charset="-122"/>
            </a:endParaRPr>
          </a:p>
          <a:p>
            <a:pPr eaLnBrk="1" hangingPunct="1">
              <a:lnSpc>
                <a:spcPct val="90000"/>
              </a:lnSpc>
              <a:buFont typeface="Wingdings" panose="05000000000000000000" pitchFamily="2" charset="2"/>
              <a:buNone/>
            </a:pPr>
            <a:r>
              <a:rPr lang="zh-CN" altLang="en-US" sz="2400" dirty="0" smtClean="0">
                <a:solidFill>
                  <a:srgbClr val="993300"/>
                </a:solidFill>
                <a:ea typeface="楷体_GB2312" pitchFamily="49" charset="-122"/>
              </a:rPr>
              <a:t>况、想法或要求，并加以必要的解释或说明。</a:t>
            </a:r>
            <a:r>
              <a:rPr lang="zh-CN" altLang="en-US" sz="2400" dirty="0" smtClean="0">
                <a:ea typeface="楷体_GB2312" pitchFamily="49" charset="-122"/>
              </a:rPr>
              <a:t>英文书信陈述</a:t>
            </a:r>
            <a:endParaRPr lang="zh-CN" altLang="en-US" sz="2400" dirty="0" smtClean="0">
              <a:ea typeface="楷体_GB2312" pitchFamily="49" charset="-122"/>
            </a:endParaRPr>
          </a:p>
          <a:p>
            <a:pPr eaLnBrk="1" hangingPunct="1">
              <a:lnSpc>
                <a:spcPct val="90000"/>
              </a:lnSpc>
              <a:buFont typeface="Wingdings" panose="05000000000000000000" pitchFamily="2" charset="2"/>
              <a:buNone/>
            </a:pPr>
            <a:r>
              <a:rPr lang="zh-CN" altLang="en-US" sz="2400" dirty="0" smtClean="0">
                <a:ea typeface="楷体_GB2312" pitchFamily="49" charset="-122"/>
              </a:rPr>
              <a:t>目的时，应该直截了当，意思明确，层次清楚，言简意赅。</a:t>
            </a:r>
            <a:endParaRPr lang="zh-CN" altLang="en-US" sz="2400" dirty="0" smtClean="0">
              <a:ea typeface="楷体_GB2312" pitchFamily="49" charset="-122"/>
            </a:endParaRPr>
          </a:p>
          <a:p>
            <a:pPr eaLnBrk="1" hangingPunct="1">
              <a:lnSpc>
                <a:spcPct val="90000"/>
              </a:lnSpc>
              <a:buFont typeface="Wingdings" panose="05000000000000000000" pitchFamily="2" charset="2"/>
              <a:buNone/>
            </a:pPr>
            <a:r>
              <a:rPr lang="zh-CN" altLang="en-US" sz="2400" dirty="0" smtClean="0">
                <a:ea typeface="楷体_GB2312" pitchFamily="49" charset="-122"/>
              </a:rPr>
              <a:t>    书信正文的第一句话或第一段，通常被称为起首语。一般</a:t>
            </a:r>
            <a:endParaRPr lang="zh-CN" altLang="en-US" sz="2400" dirty="0" smtClean="0">
              <a:ea typeface="楷体_GB2312" pitchFamily="49" charset="-122"/>
            </a:endParaRPr>
          </a:p>
          <a:p>
            <a:pPr eaLnBrk="1" hangingPunct="1">
              <a:lnSpc>
                <a:spcPct val="90000"/>
              </a:lnSpc>
              <a:buFont typeface="Wingdings" panose="05000000000000000000" pitchFamily="2" charset="2"/>
              <a:buNone/>
            </a:pPr>
            <a:r>
              <a:rPr lang="zh-CN" altLang="en-US" sz="2400" dirty="0" smtClean="0">
                <a:ea typeface="楷体_GB2312" pitchFamily="49" charset="-122"/>
              </a:rPr>
              <a:t>说来，人们习惯用一些客套的写法作为书信正文的起始，即</a:t>
            </a:r>
            <a:endParaRPr lang="zh-CN" altLang="en-US" sz="2400" dirty="0" smtClean="0">
              <a:ea typeface="楷体_GB2312" pitchFamily="49" charset="-122"/>
            </a:endParaRPr>
          </a:p>
          <a:p>
            <a:pPr eaLnBrk="1" hangingPunct="1">
              <a:lnSpc>
                <a:spcPct val="90000"/>
              </a:lnSpc>
              <a:buFont typeface="Wingdings" panose="05000000000000000000" pitchFamily="2" charset="2"/>
              <a:buNone/>
            </a:pPr>
            <a:r>
              <a:rPr lang="zh-CN" altLang="en-US" sz="2400" dirty="0" smtClean="0">
                <a:ea typeface="楷体_GB2312" pitchFamily="49" charset="-122"/>
              </a:rPr>
              <a:t>先将对方来信的日期、主题加以简单描述，以便使对方一看</a:t>
            </a:r>
            <a:endParaRPr lang="zh-CN" altLang="en-US" sz="2400" dirty="0" smtClean="0">
              <a:ea typeface="楷体_GB2312" pitchFamily="49" charset="-122"/>
            </a:endParaRPr>
          </a:p>
          <a:p>
            <a:pPr eaLnBrk="1" hangingPunct="1">
              <a:lnSpc>
                <a:spcPct val="90000"/>
              </a:lnSpc>
              <a:buFont typeface="Wingdings" panose="05000000000000000000" pitchFamily="2" charset="2"/>
              <a:buNone/>
            </a:pPr>
            <a:r>
              <a:rPr lang="zh-CN" altLang="en-US" sz="2400" dirty="0" smtClean="0">
                <a:ea typeface="楷体_GB2312" pitchFamily="49" charset="-122"/>
              </a:rPr>
              <a:t>便知该信是回答哪一封信的。如果是第一次给别人写信，也</a:t>
            </a:r>
            <a:endParaRPr lang="zh-CN" altLang="en-US" sz="2400" dirty="0" smtClean="0">
              <a:ea typeface="楷体_GB2312" pitchFamily="49" charset="-122"/>
            </a:endParaRPr>
          </a:p>
          <a:p>
            <a:pPr eaLnBrk="1" hangingPunct="1">
              <a:lnSpc>
                <a:spcPct val="90000"/>
              </a:lnSpc>
              <a:buFont typeface="Wingdings" panose="05000000000000000000" pitchFamily="2" charset="2"/>
              <a:buNone/>
            </a:pPr>
            <a:r>
              <a:rPr lang="zh-CN" altLang="en-US" sz="2400" dirty="0" smtClean="0">
                <a:ea typeface="楷体_GB2312" pitchFamily="49" charset="-122"/>
              </a:rPr>
              <a:t>可</a:t>
            </a:r>
            <a:r>
              <a:rPr lang="zh-CN" altLang="en-US" sz="2400" dirty="0" smtClean="0">
                <a:solidFill>
                  <a:srgbClr val="993300"/>
                </a:solidFill>
                <a:ea typeface="楷体_GB2312" pitchFamily="49" charset="-122"/>
              </a:rPr>
              <a:t>用开头语作必要的自我介绍，并表明自己写信的主要目的。</a:t>
            </a:r>
            <a:endParaRPr lang="zh-CN" altLang="en-US" sz="2400" dirty="0" smtClean="0">
              <a:solidFill>
                <a:srgbClr val="993300"/>
              </a:solidFill>
              <a:ea typeface="楷体_GB2312" pitchFamily="49" charset="-122"/>
            </a:endParaRPr>
          </a:p>
          <a:p>
            <a:pPr eaLnBrk="1" hangingPunct="1">
              <a:lnSpc>
                <a:spcPct val="90000"/>
              </a:lnSpc>
            </a:pPr>
            <a:endParaRPr lang="zh-CN" altLang="en-US" sz="2400" dirty="0" smtClean="0">
              <a:ea typeface="楷体_GB2312" pitchFamily="49" charset="-122"/>
            </a:endParaRPr>
          </a:p>
          <a:p>
            <a:pPr eaLnBrk="1" hangingPunct="1">
              <a:lnSpc>
                <a:spcPct val="90000"/>
              </a:lnSpc>
            </a:pPr>
            <a:endParaRPr lang="en-US" altLang="zh-CN" sz="2400" dirty="0" smtClean="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body" idx="1"/>
          </p:nvPr>
        </p:nvSpPr>
        <p:spPr>
          <a:xfrm>
            <a:off x="539750" y="692150"/>
            <a:ext cx="8280400" cy="5761038"/>
          </a:xfrm>
        </p:spPr>
        <p:txBody>
          <a:bodyPr/>
          <a:lstStyle/>
          <a:p>
            <a:pPr eaLnBrk="1" hangingPunct="1">
              <a:buFont typeface="Wingdings" panose="05000000000000000000" pitchFamily="2" charset="2"/>
              <a:buNone/>
            </a:pPr>
            <a:r>
              <a:rPr lang="en-US" altLang="zh-CN" smtClean="0">
                <a:latin typeface="华文隶书" panose="02010800040101010101" pitchFamily="2" charset="-122"/>
                <a:ea typeface="华文隶书" panose="02010800040101010101" pitchFamily="2" charset="-122"/>
              </a:rPr>
              <a:t>   </a:t>
            </a:r>
            <a:r>
              <a:rPr lang="zh-CN" altLang="en-US" smtClean="0">
                <a:latin typeface="华文隶书" panose="02010800040101010101" pitchFamily="2" charset="-122"/>
                <a:ea typeface="华文隶书" panose="02010800040101010101" pitchFamily="2" charset="-122"/>
              </a:rPr>
              <a:t>正文写作格式：</a:t>
            </a:r>
            <a:endParaRPr lang="zh-CN" altLang="en-US" smtClean="0">
              <a:latin typeface="华文隶书" panose="02010800040101010101" pitchFamily="2" charset="-122"/>
              <a:ea typeface="华文隶书" panose="02010800040101010101" pitchFamily="2" charset="-122"/>
            </a:endParaRPr>
          </a:p>
          <a:p>
            <a:pPr eaLnBrk="1" hangingPunct="1">
              <a:buFont typeface="Wingdings" panose="05000000000000000000" pitchFamily="2" charset="2"/>
              <a:buNone/>
            </a:pPr>
            <a:r>
              <a:rPr lang="zh-CN" altLang="en-US" smtClean="0">
                <a:latin typeface="楷体_GB2312" pitchFamily="49" charset="-122"/>
                <a:ea typeface="楷体_GB2312" pitchFamily="49" charset="-122"/>
              </a:rPr>
              <a:t>  </a:t>
            </a:r>
            <a:r>
              <a:rPr lang="zh-CN" altLang="en-US" sz="2400" smtClean="0">
                <a:latin typeface="楷体_GB2312" pitchFamily="49" charset="-122"/>
                <a:ea typeface="楷体_GB2312" pitchFamily="49" charset="-122"/>
              </a:rPr>
              <a:t>正文的写作格式主要有英式和美式两种。</a:t>
            </a:r>
            <a:endParaRPr lang="zh-CN" altLang="en-US" sz="2400" smtClean="0">
              <a:latin typeface="楷体_GB2312" pitchFamily="49" charset="-122"/>
              <a:ea typeface="楷体_GB2312" pitchFamily="49" charset="-122"/>
            </a:endParaRPr>
          </a:p>
          <a:p>
            <a:pPr eaLnBrk="1" hangingPunct="1">
              <a:buFont typeface="Wingdings" panose="05000000000000000000" pitchFamily="2" charset="2"/>
              <a:buNone/>
            </a:pPr>
            <a:r>
              <a:rPr lang="zh-CN" altLang="en-US" sz="2400" smtClean="0">
                <a:latin typeface="楷体_GB2312" pitchFamily="49" charset="-122"/>
                <a:ea typeface="楷体_GB2312" pitchFamily="49" charset="-122"/>
              </a:rPr>
              <a:t>  </a:t>
            </a:r>
            <a:r>
              <a:rPr lang="en-US" altLang="zh-CN" sz="2400" smtClean="0">
                <a:latin typeface="楷体_GB2312" pitchFamily="49" charset="-122"/>
                <a:ea typeface="楷体_GB2312" pitchFamily="49" charset="-122"/>
              </a:rPr>
              <a:t>1)</a:t>
            </a:r>
            <a:r>
              <a:rPr lang="zh-CN" altLang="en-US" sz="2400" smtClean="0">
                <a:latin typeface="楷体_GB2312" pitchFamily="49" charset="-122"/>
                <a:ea typeface="楷体_GB2312" pitchFamily="49" charset="-122"/>
              </a:rPr>
              <a:t>英式结构即</a:t>
            </a:r>
            <a:r>
              <a:rPr lang="zh-CN" altLang="en-US" sz="2400" b="1" smtClean="0">
                <a:latin typeface="楷体_GB2312" pitchFamily="49" charset="-122"/>
                <a:ea typeface="楷体_GB2312" pitchFamily="49" charset="-122"/>
              </a:rPr>
              <a:t>缩进式结构</a:t>
            </a:r>
            <a:r>
              <a:rPr lang="zh-CN" altLang="en-US" sz="2400" smtClean="0">
                <a:latin typeface="楷体_GB2312" pitchFamily="49" charset="-122"/>
                <a:ea typeface="楷体_GB2312" pitchFamily="49" charset="-122"/>
              </a:rPr>
              <a:t>，属于比较传统的结构</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即每一段</a:t>
            </a:r>
            <a:endParaRPr lang="zh-CN" altLang="en-US" sz="2400" smtClean="0">
              <a:latin typeface="楷体_GB2312" pitchFamily="49" charset="-122"/>
              <a:ea typeface="楷体_GB2312" pitchFamily="49" charset="-122"/>
            </a:endParaRPr>
          </a:p>
          <a:p>
            <a:pPr eaLnBrk="1" hangingPunct="1">
              <a:buFont typeface="Wingdings" panose="05000000000000000000" pitchFamily="2" charset="2"/>
              <a:buNone/>
            </a:pPr>
            <a:r>
              <a:rPr lang="zh-CN" altLang="en-US" sz="2400" smtClean="0">
                <a:latin typeface="楷体_GB2312" pitchFamily="49" charset="-122"/>
                <a:ea typeface="楷体_GB2312" pitchFamily="49" charset="-122"/>
              </a:rPr>
              <a:t>的第一行都向里缩进</a:t>
            </a:r>
            <a:r>
              <a:rPr lang="en-US" altLang="zh-CN" sz="2400" smtClean="0">
                <a:latin typeface="楷体_GB2312" pitchFamily="49" charset="-122"/>
                <a:ea typeface="楷体_GB2312" pitchFamily="49" charset="-122"/>
              </a:rPr>
              <a:t>4-8</a:t>
            </a:r>
            <a:r>
              <a:rPr lang="zh-CN" altLang="en-US" sz="2400" smtClean="0">
                <a:latin typeface="楷体_GB2312" pitchFamily="49" charset="-122"/>
                <a:ea typeface="楷体_GB2312" pitchFamily="49" charset="-122"/>
              </a:rPr>
              <a:t>个字符，且所有段落的缩进距离必须</a:t>
            </a:r>
            <a:endParaRPr lang="zh-CN" altLang="en-US" sz="2400" smtClean="0">
              <a:latin typeface="楷体_GB2312" pitchFamily="49" charset="-122"/>
              <a:ea typeface="楷体_GB2312" pitchFamily="49" charset="-122"/>
            </a:endParaRPr>
          </a:p>
          <a:p>
            <a:pPr eaLnBrk="1" hangingPunct="1">
              <a:buFont typeface="Wingdings" panose="05000000000000000000" pitchFamily="2" charset="2"/>
              <a:buNone/>
            </a:pPr>
            <a:r>
              <a:rPr lang="zh-CN" altLang="en-US" sz="2400" smtClean="0">
                <a:latin typeface="楷体_GB2312" pitchFamily="49" charset="-122"/>
                <a:ea typeface="楷体_GB2312" pitchFamily="49" charset="-122"/>
              </a:rPr>
              <a:t>保持一致；</a:t>
            </a:r>
            <a:r>
              <a:rPr lang="zh-CN" altLang="en-US" sz="2400" smtClean="0">
                <a:solidFill>
                  <a:srgbClr val="993300"/>
                </a:solidFill>
                <a:latin typeface="楷体_GB2312" pitchFamily="49" charset="-122"/>
                <a:ea typeface="楷体_GB2312" pitchFamily="49" charset="-122"/>
              </a:rPr>
              <a:t>称呼顶格写，落款则在中间偏右的位置。</a:t>
            </a:r>
            <a:endParaRPr lang="zh-CN" altLang="en-US" sz="2400" smtClean="0">
              <a:solidFill>
                <a:srgbClr val="993300"/>
              </a:solidFill>
              <a:latin typeface="楷体_GB2312" pitchFamily="49" charset="-122"/>
              <a:ea typeface="楷体_GB2312" pitchFamily="49" charset="-122"/>
            </a:endParaRPr>
          </a:p>
          <a:p>
            <a:pPr eaLnBrk="1" hangingPunct="1">
              <a:buFont typeface="Wingdings" panose="05000000000000000000" pitchFamily="2" charset="2"/>
              <a:buNone/>
            </a:pPr>
            <a:r>
              <a:rPr lang="zh-CN" altLang="en-US" sz="2400" smtClean="0">
                <a:latin typeface="楷体_GB2312" pitchFamily="49" charset="-122"/>
                <a:ea typeface="楷体_GB2312" pitchFamily="49" charset="-122"/>
              </a:rPr>
              <a:t>  </a:t>
            </a:r>
            <a:r>
              <a:rPr lang="en-US" altLang="zh-CN" sz="2400" smtClean="0">
                <a:latin typeface="楷体_GB2312" pitchFamily="49" charset="-122"/>
                <a:ea typeface="楷体_GB2312" pitchFamily="49" charset="-122"/>
              </a:rPr>
              <a:t>2) </a:t>
            </a:r>
            <a:r>
              <a:rPr lang="zh-CN" altLang="en-US" sz="2400" smtClean="0">
                <a:latin typeface="楷体_GB2312" pitchFamily="49" charset="-122"/>
                <a:ea typeface="楷体_GB2312" pitchFamily="49" charset="-122"/>
              </a:rPr>
              <a:t>美式结构则是</a:t>
            </a:r>
            <a:r>
              <a:rPr lang="zh-CN" altLang="en-US" sz="2400" b="1" smtClean="0">
                <a:latin typeface="楷体_GB2312" pitchFamily="49" charset="-122"/>
                <a:ea typeface="楷体_GB2312" pitchFamily="49" charset="-122"/>
              </a:rPr>
              <a:t>齐头式结构</a:t>
            </a:r>
            <a:r>
              <a:rPr lang="zh-CN" altLang="en-US" sz="2400" smtClean="0">
                <a:latin typeface="楷体_GB2312" pitchFamily="49" charset="-122"/>
                <a:ea typeface="楷体_GB2312" pitchFamily="49" charset="-122"/>
              </a:rPr>
              <a:t>，其特点是所有段落的第一行</a:t>
            </a:r>
            <a:endParaRPr lang="zh-CN" altLang="en-US" sz="2400" smtClean="0">
              <a:latin typeface="楷体_GB2312" pitchFamily="49" charset="-122"/>
              <a:ea typeface="楷体_GB2312" pitchFamily="49" charset="-122"/>
            </a:endParaRPr>
          </a:p>
          <a:p>
            <a:pPr eaLnBrk="1" hangingPunct="1">
              <a:buFont typeface="Wingdings" panose="05000000000000000000" pitchFamily="2" charset="2"/>
              <a:buNone/>
            </a:pPr>
            <a:r>
              <a:rPr lang="zh-CN" altLang="en-US" sz="2400" smtClean="0">
                <a:latin typeface="楷体_GB2312" pitchFamily="49" charset="-122"/>
                <a:ea typeface="楷体_GB2312" pitchFamily="49" charset="-122"/>
              </a:rPr>
              <a:t>都顶格写，段与段之间空一行，另外称呼、落款等也都顶格</a:t>
            </a:r>
            <a:endParaRPr lang="zh-CN" altLang="en-US" sz="2400" smtClean="0">
              <a:latin typeface="楷体_GB2312" pitchFamily="49" charset="-122"/>
              <a:ea typeface="楷体_GB2312" pitchFamily="49" charset="-122"/>
            </a:endParaRPr>
          </a:p>
          <a:p>
            <a:pPr eaLnBrk="1" hangingPunct="1">
              <a:buFont typeface="Wingdings" panose="05000000000000000000" pitchFamily="2" charset="2"/>
              <a:buNone/>
            </a:pPr>
            <a:r>
              <a:rPr lang="zh-CN" altLang="en-US" sz="2400" smtClean="0">
                <a:latin typeface="楷体_GB2312" pitchFamily="49" charset="-122"/>
                <a:ea typeface="楷体_GB2312" pitchFamily="49" charset="-122"/>
              </a:rPr>
              <a:t>写。</a:t>
            </a:r>
            <a:endParaRPr lang="zh-CN" altLang="en-US" sz="2400" smtClean="0">
              <a:latin typeface="楷体_GB2312" pitchFamily="49" charset="-122"/>
              <a:ea typeface="楷体_GB2312" pitchFamily="49" charset="-122"/>
            </a:endParaRPr>
          </a:p>
          <a:p>
            <a:pPr eaLnBrk="1" hangingPunct="1">
              <a:buFont typeface="Wingdings" panose="05000000000000000000" pitchFamily="2" charset="2"/>
              <a:buNone/>
            </a:pPr>
            <a:r>
              <a:rPr lang="zh-CN" altLang="en-US" sz="2400" smtClean="0">
                <a:ea typeface="楷体_GB2312" pitchFamily="49" charset="-122"/>
              </a:rPr>
              <a:t>    </a:t>
            </a:r>
            <a:r>
              <a:rPr lang="zh-CN" altLang="en-US" sz="2800" smtClean="0">
                <a:ea typeface="华文隶书" panose="02010800040101010101" pitchFamily="2" charset="-122"/>
              </a:rPr>
              <a:t>商业信函以及</a:t>
            </a:r>
            <a:r>
              <a:rPr lang="zh-CN" altLang="en-US" sz="2800" smtClean="0">
                <a:latin typeface="楷体_GB2312" pitchFamily="49" charset="-122"/>
                <a:ea typeface="华文隶书" panose="02010800040101010101" pitchFamily="2" charset="-122"/>
              </a:rPr>
              <a:t>电子邮件最好使用</a:t>
            </a:r>
            <a:r>
              <a:rPr lang="zh-CN" altLang="en-US" sz="2800" smtClean="0">
                <a:ea typeface="华文隶书" panose="02010800040101010101" pitchFamily="2" charset="-122"/>
              </a:rPr>
              <a:t>齐头式。</a:t>
            </a:r>
            <a:endParaRPr lang="zh-CN" altLang="en-US" sz="2800" smtClean="0">
              <a:latin typeface="楷体_GB2312" pitchFamily="49" charset="-122"/>
              <a:ea typeface="华文隶书" panose="02010800040101010101" pitchFamily="2"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body" idx="1"/>
          </p:nvPr>
        </p:nvSpPr>
        <p:spPr>
          <a:xfrm>
            <a:off x="468313" y="549275"/>
            <a:ext cx="8229600" cy="6308725"/>
          </a:xfrm>
        </p:spPr>
        <p:txBody>
          <a:bodyPr/>
          <a:lstStyle/>
          <a:p>
            <a:pPr eaLnBrk="1" hangingPunct="1">
              <a:lnSpc>
                <a:spcPct val="80000"/>
              </a:lnSpc>
              <a:buFont typeface="Wingdings" panose="05000000000000000000" pitchFamily="2" charset="2"/>
              <a:buNone/>
            </a:pPr>
            <a:r>
              <a:rPr lang="en-US" altLang="zh-CN" sz="2800" dirty="0" smtClean="0">
                <a:ea typeface="楷体_GB2312" pitchFamily="49" charset="-122"/>
              </a:rPr>
              <a:t> </a:t>
            </a:r>
            <a:r>
              <a:rPr lang="zh-CN" altLang="en-US" sz="2800" dirty="0" smtClean="0">
                <a:ea typeface="楷体_GB2312" pitchFamily="49" charset="-122"/>
              </a:rPr>
              <a:t>缩进式</a:t>
            </a:r>
            <a:r>
              <a:rPr lang="zh-CN" altLang="en-US" sz="2800" dirty="0" smtClean="0"/>
              <a:t>：</a:t>
            </a:r>
            <a:endParaRPr lang="zh-CN" altLang="en-US" sz="2800" dirty="0" smtClean="0"/>
          </a:p>
          <a:p>
            <a:pPr eaLnBrk="1" hangingPunct="1">
              <a:lnSpc>
                <a:spcPct val="80000"/>
              </a:lnSpc>
              <a:buFont typeface="Wingdings" panose="05000000000000000000" pitchFamily="2" charset="2"/>
              <a:buNone/>
            </a:pPr>
            <a:r>
              <a:rPr lang="en-US" altLang="zh-CN" sz="2800" dirty="0" smtClean="0"/>
              <a:t>                                                                     </a:t>
            </a:r>
            <a:r>
              <a:rPr lang="en-US" altLang="zh-CN" sz="2800" dirty="0" smtClean="0">
                <a:latin typeface="楷体_GB2312" pitchFamily="49" charset="-122"/>
                <a:ea typeface="楷体_GB2312" pitchFamily="49" charset="-122"/>
              </a:rPr>
              <a:t>Oct</a:t>
            </a:r>
            <a:r>
              <a:rPr lang="en-US" altLang="zh-CN" sz="2800" dirty="0">
                <a:latin typeface="楷体_GB2312" pitchFamily="49" charset="-122"/>
                <a:ea typeface="楷体_GB2312" pitchFamily="49" charset="-122"/>
              </a:rPr>
              <a:t>. 20, 2004</a:t>
            </a:r>
            <a:endParaRPr lang="en-US" altLang="zh-CN" sz="2800" dirty="0" smtClean="0"/>
          </a:p>
          <a:p>
            <a:pPr eaLnBrk="1" hangingPunct="1">
              <a:lnSpc>
                <a:spcPct val="80000"/>
              </a:lnSpc>
              <a:buFont typeface="Wingdings" panose="05000000000000000000" pitchFamily="2" charset="2"/>
              <a:buNone/>
            </a:pPr>
            <a:r>
              <a:rPr lang="en-US" altLang="zh-CN" sz="2800" smtClean="0"/>
              <a:t>     Dear </a:t>
            </a:r>
            <a:r>
              <a:rPr lang="en-US" altLang="zh-CN" sz="2800" dirty="0" smtClean="0"/>
              <a:t>Kate,   </a:t>
            </a:r>
            <a:endParaRPr lang="en-US" altLang="zh-CN" sz="2800" dirty="0" smtClean="0"/>
          </a:p>
          <a:p>
            <a:pPr eaLnBrk="1" hangingPunct="1">
              <a:lnSpc>
                <a:spcPct val="80000"/>
              </a:lnSpc>
              <a:buFont typeface="Wingdings" panose="05000000000000000000" pitchFamily="2" charset="2"/>
              <a:buNone/>
            </a:pPr>
            <a:r>
              <a:rPr lang="en-US" altLang="zh-CN" sz="2800" dirty="0" smtClean="0"/>
              <a:t>         I wonder if you can lend me your </a:t>
            </a:r>
            <a:r>
              <a:rPr lang="en-US" altLang="zh-CN" sz="2800" i="1" dirty="0" smtClean="0"/>
              <a:t>MLA Handbook for Academic Writing</a:t>
            </a:r>
            <a:r>
              <a:rPr lang="en-US" altLang="zh-CN" sz="2800" dirty="0" smtClean="0"/>
              <a:t>. I am in the process of writing my graduation thesis, and need to consult the book now and then for standard formatting. Thus I might need to keep the book for about a month and a half, and I hope that would not bring any inconvenience to you. I assure you that I will maintain the book in good condition.</a:t>
            </a:r>
            <a:endParaRPr lang="en-US" altLang="zh-CN" sz="2800" dirty="0" smtClean="0"/>
          </a:p>
          <a:p>
            <a:pPr eaLnBrk="1" hangingPunct="1">
              <a:lnSpc>
                <a:spcPct val="80000"/>
              </a:lnSpc>
              <a:buFont typeface="Wingdings" panose="05000000000000000000" pitchFamily="2" charset="2"/>
              <a:buNone/>
            </a:pPr>
            <a:r>
              <a:rPr lang="en-US" altLang="zh-CN" sz="2800" dirty="0" smtClean="0"/>
              <a:t>          If possible, please give me a call and I will come by your house to pick up the book. Thanks a lot. </a:t>
            </a:r>
            <a:endParaRPr lang="en-US" altLang="zh-CN" sz="2800" dirty="0" smtClean="0"/>
          </a:p>
          <a:p>
            <a:pPr eaLnBrk="1" hangingPunct="1">
              <a:lnSpc>
                <a:spcPct val="80000"/>
              </a:lnSpc>
              <a:buFont typeface="Wingdings" panose="05000000000000000000" pitchFamily="2" charset="2"/>
              <a:buNone/>
            </a:pPr>
            <a:r>
              <a:rPr lang="en-US" altLang="zh-CN" sz="2800" dirty="0" smtClean="0"/>
              <a:t>                                                                      Yours, </a:t>
            </a:r>
            <a:endParaRPr lang="en-US" altLang="zh-CN" sz="2800" dirty="0" smtClean="0"/>
          </a:p>
          <a:p>
            <a:pPr eaLnBrk="1" hangingPunct="1">
              <a:lnSpc>
                <a:spcPct val="80000"/>
              </a:lnSpc>
              <a:buFont typeface="Wingdings" panose="05000000000000000000" pitchFamily="2" charset="2"/>
              <a:buNone/>
            </a:pPr>
            <a:r>
              <a:rPr lang="en-US" altLang="zh-CN" sz="2800" dirty="0" smtClean="0"/>
              <a:t>                                                                      Judy</a:t>
            </a:r>
            <a:endParaRPr lang="en-US" altLang="zh-CN" sz="28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body" idx="1"/>
          </p:nvPr>
        </p:nvSpPr>
        <p:spPr>
          <a:xfrm>
            <a:off x="457200" y="620713"/>
            <a:ext cx="8435975" cy="5903912"/>
          </a:xfrm>
        </p:spPr>
        <p:txBody>
          <a:bodyPr/>
          <a:lstStyle/>
          <a:p>
            <a:pPr eaLnBrk="1" hangingPunct="1">
              <a:lnSpc>
                <a:spcPct val="90000"/>
              </a:lnSpc>
              <a:buFont typeface="Wingdings" panose="05000000000000000000" pitchFamily="2" charset="2"/>
              <a:buNone/>
            </a:pPr>
            <a:r>
              <a:rPr lang="zh-CN" altLang="en-US" sz="2400" dirty="0" smtClean="0">
                <a:ea typeface="楷体_GB2312" pitchFamily="49" charset="-122"/>
              </a:rPr>
              <a:t>齐头式</a:t>
            </a:r>
            <a:r>
              <a:rPr lang="zh-CN" altLang="en-US" sz="2400" dirty="0" smtClean="0"/>
              <a:t>：</a:t>
            </a:r>
            <a:r>
              <a:rPr lang="en-US" altLang="zh-CN" sz="2400" smtClean="0">
                <a:latin typeface="楷体_GB2312" pitchFamily="49" charset="-122"/>
                <a:ea typeface="楷体_GB2312" pitchFamily="49" charset="-122"/>
              </a:rPr>
              <a:t>                                </a:t>
            </a:r>
            <a:r>
              <a:rPr lang="en-US" altLang="zh-CN" sz="2400" dirty="0" smtClean="0">
                <a:latin typeface="楷体_GB2312" pitchFamily="49" charset="-122"/>
                <a:ea typeface="楷体_GB2312" pitchFamily="49" charset="-122"/>
              </a:rPr>
              <a:t>Oct</a:t>
            </a:r>
            <a:r>
              <a:rPr lang="en-US" altLang="zh-CN" sz="2400" dirty="0">
                <a:latin typeface="楷体_GB2312" pitchFamily="49" charset="-122"/>
                <a:ea typeface="楷体_GB2312" pitchFamily="49" charset="-122"/>
              </a:rPr>
              <a:t>. 20, 2004</a:t>
            </a:r>
            <a:endParaRPr lang="en-US" altLang="zh-CN" sz="2400" dirty="0" smtClean="0"/>
          </a:p>
          <a:p>
            <a:pPr eaLnBrk="1" hangingPunct="1">
              <a:lnSpc>
                <a:spcPct val="90000"/>
              </a:lnSpc>
              <a:buFont typeface="Wingdings" panose="05000000000000000000" pitchFamily="2" charset="2"/>
              <a:buNone/>
            </a:pPr>
            <a:r>
              <a:rPr lang="en-US" altLang="zh-CN" sz="2400" dirty="0" smtClean="0"/>
              <a:t>Dear Kate,</a:t>
            </a:r>
            <a:endParaRPr lang="en-US" altLang="zh-CN" sz="2400" dirty="0" smtClean="0"/>
          </a:p>
          <a:p>
            <a:pPr eaLnBrk="1" hangingPunct="1">
              <a:lnSpc>
                <a:spcPct val="90000"/>
              </a:lnSpc>
              <a:buFont typeface="Wingdings" panose="05000000000000000000" pitchFamily="2" charset="2"/>
              <a:buNone/>
            </a:pPr>
            <a:r>
              <a:rPr lang="en-US" altLang="zh-CN" sz="2400" dirty="0" smtClean="0"/>
              <a:t>I wonder if you can lend me your </a:t>
            </a:r>
            <a:r>
              <a:rPr lang="en-US" altLang="zh-CN" sz="2400" i="1" dirty="0" smtClean="0"/>
              <a:t>MLA Handbook for</a:t>
            </a:r>
            <a:endParaRPr lang="en-US" altLang="zh-CN" sz="2400" i="1" dirty="0" smtClean="0"/>
          </a:p>
          <a:p>
            <a:pPr eaLnBrk="1" hangingPunct="1">
              <a:lnSpc>
                <a:spcPct val="90000"/>
              </a:lnSpc>
              <a:buFont typeface="Wingdings" panose="05000000000000000000" pitchFamily="2" charset="2"/>
              <a:buNone/>
            </a:pPr>
            <a:r>
              <a:rPr lang="en-US" altLang="zh-CN" sz="2400" i="1" dirty="0" smtClean="0"/>
              <a:t>Academic Writing</a:t>
            </a:r>
            <a:r>
              <a:rPr lang="en-US" altLang="zh-CN" sz="2400" dirty="0" smtClean="0"/>
              <a:t>. I am in the process of writing my</a:t>
            </a:r>
            <a:endParaRPr lang="en-US" altLang="zh-CN" sz="2400" dirty="0" smtClean="0"/>
          </a:p>
          <a:p>
            <a:pPr eaLnBrk="1" hangingPunct="1">
              <a:lnSpc>
                <a:spcPct val="90000"/>
              </a:lnSpc>
              <a:buFont typeface="Wingdings" panose="05000000000000000000" pitchFamily="2" charset="2"/>
              <a:buNone/>
            </a:pPr>
            <a:r>
              <a:rPr lang="en-US" altLang="zh-CN" sz="2400" dirty="0" smtClean="0"/>
              <a:t>graduation thesis, and need to consult the book now and</a:t>
            </a:r>
            <a:endParaRPr lang="en-US" altLang="zh-CN" sz="2400" dirty="0" smtClean="0"/>
          </a:p>
          <a:p>
            <a:pPr eaLnBrk="1" hangingPunct="1">
              <a:lnSpc>
                <a:spcPct val="90000"/>
              </a:lnSpc>
              <a:buFont typeface="Wingdings" panose="05000000000000000000" pitchFamily="2" charset="2"/>
              <a:buNone/>
            </a:pPr>
            <a:r>
              <a:rPr lang="en-US" altLang="zh-CN" sz="2400" dirty="0" smtClean="0"/>
              <a:t>then for standard formatting. Thus I might need to keep the</a:t>
            </a:r>
            <a:endParaRPr lang="en-US" altLang="zh-CN" sz="2400" dirty="0" smtClean="0"/>
          </a:p>
          <a:p>
            <a:pPr eaLnBrk="1" hangingPunct="1">
              <a:lnSpc>
                <a:spcPct val="90000"/>
              </a:lnSpc>
              <a:buFont typeface="Wingdings" panose="05000000000000000000" pitchFamily="2" charset="2"/>
              <a:buNone/>
            </a:pPr>
            <a:r>
              <a:rPr lang="en-US" altLang="zh-CN" sz="2400" dirty="0" smtClean="0"/>
              <a:t>book for about a month and a half, and I hope that would not</a:t>
            </a:r>
            <a:endParaRPr lang="en-US" altLang="zh-CN" sz="2400" dirty="0" smtClean="0"/>
          </a:p>
          <a:p>
            <a:pPr eaLnBrk="1" hangingPunct="1">
              <a:lnSpc>
                <a:spcPct val="90000"/>
              </a:lnSpc>
              <a:buFont typeface="Wingdings" panose="05000000000000000000" pitchFamily="2" charset="2"/>
              <a:buNone/>
            </a:pPr>
            <a:r>
              <a:rPr lang="en-US" altLang="zh-CN" sz="2400" dirty="0" smtClean="0"/>
              <a:t>bring any inconvenience to you. I assure you that I will</a:t>
            </a:r>
            <a:endParaRPr lang="en-US" altLang="zh-CN" sz="2400" dirty="0" smtClean="0"/>
          </a:p>
          <a:p>
            <a:pPr eaLnBrk="1" hangingPunct="1">
              <a:lnSpc>
                <a:spcPct val="90000"/>
              </a:lnSpc>
              <a:buFont typeface="Wingdings" panose="05000000000000000000" pitchFamily="2" charset="2"/>
              <a:buNone/>
            </a:pPr>
            <a:r>
              <a:rPr lang="en-US" altLang="zh-CN" sz="2400" dirty="0" smtClean="0"/>
              <a:t>maintain the book in good condition.</a:t>
            </a:r>
            <a:endParaRPr lang="en-US" altLang="zh-CN" sz="2400" dirty="0" smtClean="0"/>
          </a:p>
          <a:p>
            <a:pPr eaLnBrk="1" hangingPunct="1">
              <a:lnSpc>
                <a:spcPct val="90000"/>
              </a:lnSpc>
              <a:buFont typeface="Wingdings" panose="05000000000000000000" pitchFamily="2" charset="2"/>
              <a:buNone/>
            </a:pPr>
            <a:endParaRPr lang="en-US" altLang="zh-CN" sz="2400" dirty="0" smtClean="0"/>
          </a:p>
          <a:p>
            <a:pPr eaLnBrk="1" hangingPunct="1">
              <a:lnSpc>
                <a:spcPct val="90000"/>
              </a:lnSpc>
              <a:buFont typeface="Wingdings" panose="05000000000000000000" pitchFamily="2" charset="2"/>
              <a:buNone/>
            </a:pPr>
            <a:r>
              <a:rPr lang="en-US" altLang="zh-CN" sz="2400" dirty="0" smtClean="0"/>
              <a:t>If possible, please give me a call and I will come by your</a:t>
            </a:r>
            <a:endParaRPr lang="en-US" altLang="zh-CN" sz="2400" dirty="0" smtClean="0"/>
          </a:p>
          <a:p>
            <a:pPr eaLnBrk="1" hangingPunct="1">
              <a:lnSpc>
                <a:spcPct val="90000"/>
              </a:lnSpc>
              <a:buFont typeface="Wingdings" panose="05000000000000000000" pitchFamily="2" charset="2"/>
              <a:buNone/>
            </a:pPr>
            <a:r>
              <a:rPr lang="en-US" altLang="zh-CN" sz="2400" dirty="0" smtClean="0"/>
              <a:t>house to pick up the book. Thanks a lot.</a:t>
            </a:r>
            <a:endParaRPr lang="en-US" altLang="zh-CN" sz="2400" dirty="0" smtClean="0"/>
          </a:p>
          <a:p>
            <a:pPr eaLnBrk="1" hangingPunct="1">
              <a:lnSpc>
                <a:spcPct val="90000"/>
              </a:lnSpc>
              <a:buFont typeface="Wingdings" panose="05000000000000000000" pitchFamily="2" charset="2"/>
              <a:buNone/>
            </a:pPr>
            <a:r>
              <a:rPr lang="en-US" altLang="zh-CN" sz="2400" dirty="0" smtClean="0"/>
              <a:t>Yours,</a:t>
            </a:r>
            <a:endParaRPr lang="en-US" altLang="zh-CN" sz="2400" dirty="0" smtClean="0"/>
          </a:p>
          <a:p>
            <a:pPr eaLnBrk="1" hangingPunct="1">
              <a:lnSpc>
                <a:spcPct val="90000"/>
              </a:lnSpc>
              <a:buFont typeface="Wingdings" panose="05000000000000000000" pitchFamily="2" charset="2"/>
              <a:buNone/>
            </a:pPr>
            <a:r>
              <a:rPr lang="en-US" altLang="zh-CN" sz="2400" dirty="0" smtClean="0"/>
              <a:t>Judy</a:t>
            </a:r>
            <a:endParaRPr lang="en-US" altLang="zh-CN" sz="24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3"/>
          <p:cNvSpPr>
            <a:spLocks noGrp="1" noChangeArrowheads="1"/>
          </p:cNvSpPr>
          <p:nvPr>
            <p:ph type="body" idx="1"/>
          </p:nvPr>
        </p:nvSpPr>
        <p:spPr>
          <a:xfrm>
            <a:off x="457200" y="549275"/>
            <a:ext cx="8229600" cy="6048375"/>
          </a:xfrm>
        </p:spPr>
        <p:txBody>
          <a:bodyPr/>
          <a:lstStyle/>
          <a:p>
            <a:pPr eaLnBrk="1" hangingPunct="1">
              <a:lnSpc>
                <a:spcPct val="90000"/>
              </a:lnSpc>
              <a:buFont typeface="Wingdings" panose="05000000000000000000" pitchFamily="2" charset="2"/>
              <a:buNone/>
            </a:pPr>
            <a:r>
              <a:rPr lang="en-US" altLang="zh-CN" sz="2800" smtClean="0">
                <a:latin typeface="华文隶书" panose="02010800040101010101" pitchFamily="2" charset="-122"/>
                <a:ea typeface="华文隶书" panose="02010800040101010101" pitchFamily="2" charset="-122"/>
              </a:rPr>
              <a:t>4.</a:t>
            </a:r>
            <a:r>
              <a:rPr lang="zh-CN" altLang="en-US" sz="2800" smtClean="0">
                <a:latin typeface="华文隶书" panose="02010800040101010101" pitchFamily="2" charset="-122"/>
                <a:ea typeface="华文隶书" panose="02010800040101010101" pitchFamily="2" charset="-122"/>
              </a:rPr>
              <a:t>结束语（</a:t>
            </a:r>
            <a:r>
              <a:rPr lang="en-US" altLang="zh-CN" sz="2800" smtClean="0">
                <a:latin typeface="华文隶书" panose="02010800040101010101" pitchFamily="2" charset="-122"/>
                <a:ea typeface="华文隶书" panose="02010800040101010101" pitchFamily="2" charset="-122"/>
              </a:rPr>
              <a:t>Complimentary Close</a:t>
            </a:r>
            <a:r>
              <a:rPr lang="zh-CN" altLang="en-US" sz="2800" smtClean="0">
                <a:latin typeface="华文隶书" panose="02010800040101010101" pitchFamily="2" charset="-122"/>
                <a:ea typeface="华文隶书" panose="02010800040101010101" pitchFamily="2" charset="-122"/>
              </a:rPr>
              <a:t>）</a:t>
            </a:r>
            <a:endParaRPr lang="zh-CN" altLang="en-US" sz="2800" smtClean="0">
              <a:latin typeface="华文隶书" panose="02010800040101010101" pitchFamily="2" charset="-122"/>
              <a:ea typeface="华文隶书" panose="02010800040101010101" pitchFamily="2" charset="-122"/>
            </a:endParaRPr>
          </a:p>
          <a:p>
            <a:pPr eaLnBrk="1" hangingPunct="1">
              <a:lnSpc>
                <a:spcPct val="90000"/>
              </a:lnSpc>
              <a:buFont typeface="Wingdings" panose="05000000000000000000" pitchFamily="2" charset="2"/>
              <a:buNone/>
            </a:pPr>
            <a:r>
              <a:rPr lang="zh-CN" altLang="en-US" sz="2400" smtClean="0"/>
              <a:t>   </a:t>
            </a:r>
            <a:r>
              <a:rPr lang="zh-CN" altLang="en-US" sz="2400" smtClean="0">
                <a:ea typeface="楷体_GB2312" pitchFamily="49" charset="-122"/>
              </a:rPr>
              <a:t>公务信件的结尾礼词包含两部分：发信人的结尾套语与署</a:t>
            </a:r>
            <a:endParaRPr lang="zh-CN" altLang="en-US" sz="2400" smtClean="0">
              <a:ea typeface="楷体_GB2312" pitchFamily="49" charset="-122"/>
            </a:endParaRPr>
          </a:p>
          <a:p>
            <a:pPr eaLnBrk="1" hangingPunct="1">
              <a:lnSpc>
                <a:spcPct val="90000"/>
              </a:lnSpc>
              <a:buFont typeface="Wingdings" panose="05000000000000000000" pitchFamily="2" charset="2"/>
              <a:buNone/>
            </a:pPr>
            <a:r>
              <a:rPr lang="zh-CN" altLang="en-US" sz="2400" smtClean="0">
                <a:ea typeface="楷体_GB2312" pitchFamily="49" charset="-122"/>
              </a:rPr>
              <a:t>名。结尾套语写在签名上面一行，第一个字母要大写，套语</a:t>
            </a:r>
            <a:endParaRPr lang="zh-CN" altLang="en-US" sz="2400" smtClean="0">
              <a:ea typeface="楷体_GB2312" pitchFamily="49" charset="-122"/>
            </a:endParaRPr>
          </a:p>
          <a:p>
            <a:pPr eaLnBrk="1" hangingPunct="1">
              <a:lnSpc>
                <a:spcPct val="90000"/>
              </a:lnSpc>
              <a:buFont typeface="Wingdings" panose="05000000000000000000" pitchFamily="2" charset="2"/>
              <a:buNone/>
            </a:pPr>
            <a:r>
              <a:rPr lang="zh-CN" altLang="en-US" sz="2400" smtClean="0">
                <a:ea typeface="楷体_GB2312" pitchFamily="49" charset="-122"/>
              </a:rPr>
              <a:t>结尾后面要加逗号。</a:t>
            </a:r>
            <a:endParaRPr lang="zh-CN" altLang="en-US" sz="2400" smtClean="0">
              <a:ea typeface="楷体_GB2312" pitchFamily="49" charset="-122"/>
            </a:endParaRPr>
          </a:p>
          <a:p>
            <a:pPr eaLnBrk="1" hangingPunct="1">
              <a:lnSpc>
                <a:spcPct val="90000"/>
              </a:lnSpc>
              <a:buFont typeface="Wingdings" panose="05000000000000000000" pitchFamily="2" charset="2"/>
              <a:buNone/>
            </a:pPr>
            <a:r>
              <a:rPr lang="zh-CN" altLang="en-US" sz="2400" smtClean="0">
                <a:ea typeface="楷体_GB2312" pitchFamily="49" charset="-122"/>
              </a:rPr>
              <a:t>在公务信件中，发信人常用的结尾套语有：</a:t>
            </a:r>
            <a:r>
              <a:rPr lang="en-US" altLang="zh-CN" sz="2400" smtClean="0"/>
              <a:t>Truly yours,  Yours truly,  </a:t>
            </a:r>
            <a:r>
              <a:rPr lang="en-US" altLang="zh-CN" sz="2400" smtClean="0">
                <a:ea typeface="楷体_GB2312" pitchFamily="49" charset="-122"/>
              </a:rPr>
              <a:t>Respectfully yours,  Yours </a:t>
            </a:r>
            <a:endParaRPr lang="en-US" altLang="zh-CN" sz="2400" smtClean="0">
              <a:ea typeface="楷体_GB2312" pitchFamily="49" charset="-122"/>
            </a:endParaRPr>
          </a:p>
          <a:p>
            <a:pPr eaLnBrk="1" hangingPunct="1">
              <a:lnSpc>
                <a:spcPct val="90000"/>
              </a:lnSpc>
              <a:buFont typeface="Wingdings" panose="05000000000000000000" pitchFamily="2" charset="2"/>
              <a:buNone/>
            </a:pPr>
            <a:r>
              <a:rPr lang="en-US" altLang="zh-CN" sz="2400" smtClean="0">
                <a:ea typeface="楷体_GB2312" pitchFamily="49" charset="-122"/>
              </a:rPr>
              <a:t>respectfully,  Faithfully yours,  Yours faithfully,  Sincerely </a:t>
            </a:r>
            <a:endParaRPr lang="en-US" altLang="zh-CN" sz="2400" smtClean="0">
              <a:ea typeface="楷体_GB2312" pitchFamily="49" charset="-122"/>
            </a:endParaRPr>
          </a:p>
          <a:p>
            <a:pPr eaLnBrk="1" hangingPunct="1">
              <a:lnSpc>
                <a:spcPct val="90000"/>
              </a:lnSpc>
              <a:buFont typeface="Wingdings" panose="05000000000000000000" pitchFamily="2" charset="2"/>
              <a:buNone/>
            </a:pPr>
            <a:r>
              <a:rPr lang="en-US" altLang="zh-CN" sz="2400" smtClean="0">
                <a:ea typeface="楷体_GB2312" pitchFamily="49" charset="-122"/>
              </a:rPr>
              <a:t>yours,  Yours sincerely  Yours truly, Yours </a:t>
            </a:r>
            <a:r>
              <a:rPr lang="zh-CN" altLang="en-US" sz="2400" smtClean="0">
                <a:ea typeface="楷体_GB2312" pitchFamily="49" charset="-122"/>
              </a:rPr>
              <a:t>等。</a:t>
            </a:r>
            <a:endParaRPr lang="zh-CN" altLang="en-US" sz="2400" smtClean="0">
              <a:ea typeface="楷体_GB2312" pitchFamily="49" charset="-122"/>
            </a:endParaRPr>
          </a:p>
          <a:p>
            <a:pPr eaLnBrk="1" hangingPunct="1">
              <a:lnSpc>
                <a:spcPct val="90000"/>
              </a:lnSpc>
              <a:buFont typeface="Wingdings" panose="05000000000000000000" pitchFamily="2" charset="2"/>
              <a:buNone/>
            </a:pPr>
            <a:br>
              <a:rPr lang="zh-CN" altLang="en-US" sz="2400" smtClean="0">
                <a:ea typeface="楷体_GB2312" pitchFamily="49" charset="-122"/>
              </a:rPr>
            </a:br>
            <a:r>
              <a:rPr lang="zh-CN" altLang="en-US" sz="2400" smtClean="0">
                <a:ea typeface="楷体_GB2312" pitchFamily="49" charset="-122"/>
              </a:rPr>
              <a:t>私人信件中，发信人常用的结尾套语有：</a:t>
            </a:r>
            <a:endParaRPr lang="zh-CN" altLang="en-US" sz="2400" smtClean="0">
              <a:ea typeface="楷体_GB2312" pitchFamily="49" charset="-122"/>
            </a:endParaRPr>
          </a:p>
          <a:p>
            <a:pPr eaLnBrk="1" hangingPunct="1">
              <a:lnSpc>
                <a:spcPct val="90000"/>
              </a:lnSpc>
              <a:buFont typeface="Wingdings" panose="05000000000000000000" pitchFamily="2" charset="2"/>
              <a:buNone/>
            </a:pPr>
            <a:r>
              <a:rPr lang="zh-CN" altLang="en-US" sz="2400" smtClean="0"/>
              <a:t>  </a:t>
            </a:r>
            <a:r>
              <a:rPr lang="en-US" altLang="zh-CN" sz="2400" smtClean="0"/>
              <a:t>Sincerely yours, Lovely yours, Your lovely, Your loving </a:t>
            </a:r>
            <a:endParaRPr lang="en-US" altLang="zh-CN" sz="2400" smtClean="0"/>
          </a:p>
          <a:p>
            <a:pPr eaLnBrk="1" hangingPunct="1">
              <a:lnSpc>
                <a:spcPct val="90000"/>
              </a:lnSpc>
              <a:buFont typeface="Wingdings" panose="05000000000000000000" pitchFamily="2" charset="2"/>
              <a:buNone/>
            </a:pPr>
            <a:r>
              <a:rPr lang="en-US" altLang="zh-CN" sz="2400" smtClean="0"/>
              <a:t> son / daughter</a:t>
            </a:r>
            <a:r>
              <a:rPr lang="zh-CN" altLang="en-US" sz="2400" smtClean="0">
                <a:ea typeface="楷体_GB2312" pitchFamily="49" charset="-122"/>
              </a:rPr>
              <a:t>等。</a:t>
            </a:r>
            <a:endParaRPr lang="zh-CN" altLang="en-US" sz="2400" smtClean="0">
              <a:ea typeface="楷体_GB2312" pitchFamily="49" charset="-122"/>
            </a:endParaRPr>
          </a:p>
          <a:p>
            <a:pPr eaLnBrk="1" hangingPunct="1">
              <a:lnSpc>
                <a:spcPct val="90000"/>
              </a:lnSpc>
            </a:pPr>
            <a:endParaRPr lang="en-US" altLang="zh-CN" sz="240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3"/>
          <p:cNvSpPr>
            <a:spLocks noGrp="1" noChangeArrowheads="1"/>
          </p:cNvSpPr>
          <p:nvPr>
            <p:ph type="body" idx="1"/>
          </p:nvPr>
        </p:nvSpPr>
        <p:spPr>
          <a:xfrm>
            <a:off x="457200" y="836613"/>
            <a:ext cx="8229600" cy="5030787"/>
          </a:xfrm>
        </p:spPr>
        <p:txBody>
          <a:bodyPr/>
          <a:lstStyle/>
          <a:p>
            <a:pPr eaLnBrk="1" hangingPunct="1">
              <a:buFont typeface="Wingdings" panose="05000000000000000000" pitchFamily="2" charset="2"/>
              <a:buNone/>
            </a:pPr>
            <a:r>
              <a:rPr lang="en-US" altLang="zh-CN" smtClean="0">
                <a:latin typeface="华文隶书" panose="02010800040101010101" pitchFamily="2" charset="-122"/>
                <a:ea typeface="华文隶书" panose="02010800040101010101" pitchFamily="2" charset="-122"/>
              </a:rPr>
              <a:t>5. </a:t>
            </a:r>
            <a:r>
              <a:rPr lang="zh-CN" altLang="en-US" smtClean="0">
                <a:latin typeface="华文隶书" panose="02010800040101010101" pitchFamily="2" charset="-122"/>
                <a:ea typeface="华文隶书" panose="02010800040101010101" pitchFamily="2" charset="-122"/>
              </a:rPr>
              <a:t>签名（</a:t>
            </a:r>
            <a:r>
              <a:rPr lang="en-US" altLang="zh-CN" smtClean="0">
                <a:latin typeface="华文隶书" panose="02010800040101010101" pitchFamily="2" charset="-122"/>
                <a:ea typeface="华文隶书" panose="02010800040101010101" pitchFamily="2" charset="-122"/>
              </a:rPr>
              <a:t>Signature</a:t>
            </a:r>
            <a:r>
              <a:rPr lang="zh-CN" altLang="en-US" smtClean="0">
                <a:latin typeface="华文隶书" panose="02010800040101010101" pitchFamily="2" charset="-122"/>
                <a:ea typeface="华文隶书" panose="02010800040101010101" pitchFamily="2" charset="-122"/>
              </a:rPr>
              <a:t>）</a:t>
            </a:r>
            <a:endParaRPr lang="zh-CN" altLang="en-US" smtClean="0">
              <a:latin typeface="华文隶书" panose="02010800040101010101" pitchFamily="2" charset="-122"/>
              <a:ea typeface="华文隶书" panose="02010800040101010101" pitchFamily="2" charset="-122"/>
            </a:endParaRPr>
          </a:p>
          <a:p>
            <a:pPr eaLnBrk="1" hangingPunct="1">
              <a:buFont typeface="Wingdings" panose="05000000000000000000" pitchFamily="2" charset="2"/>
              <a:buNone/>
            </a:pPr>
            <a:r>
              <a:rPr lang="zh-CN" altLang="en-US" smtClean="0">
                <a:latin typeface="楷体_GB2312" pitchFamily="49" charset="-122"/>
                <a:ea typeface="楷体_GB2312" pitchFamily="49" charset="-122"/>
              </a:rPr>
              <a:t>   写信人的签名常位于结尾礼词正下方一二</a:t>
            </a:r>
            <a:endParaRPr lang="zh-CN" altLang="en-US" smtClean="0">
              <a:latin typeface="楷体_GB2312" pitchFamily="49" charset="-122"/>
              <a:ea typeface="楷体_GB2312" pitchFamily="49" charset="-122"/>
            </a:endParaRPr>
          </a:p>
          <a:p>
            <a:pPr eaLnBrk="1" hangingPunct="1">
              <a:buFont typeface="Wingdings" panose="05000000000000000000" pitchFamily="2" charset="2"/>
              <a:buNone/>
            </a:pPr>
            <a:r>
              <a:rPr lang="zh-CN" altLang="en-US" smtClean="0">
                <a:latin typeface="楷体_GB2312" pitchFamily="49" charset="-122"/>
                <a:ea typeface="楷体_GB2312" pitchFamily="49" charset="-122"/>
              </a:rPr>
              <a:t>行。除非是给很熟悉的人写信，签名一般须</a:t>
            </a:r>
            <a:endParaRPr lang="zh-CN" altLang="en-US" smtClean="0">
              <a:latin typeface="楷体_GB2312" pitchFamily="49" charset="-122"/>
              <a:ea typeface="楷体_GB2312" pitchFamily="49" charset="-122"/>
            </a:endParaRPr>
          </a:p>
          <a:p>
            <a:pPr eaLnBrk="1" hangingPunct="1">
              <a:buFont typeface="Wingdings" panose="05000000000000000000" pitchFamily="2" charset="2"/>
              <a:buNone/>
            </a:pPr>
            <a:r>
              <a:rPr lang="zh-CN" altLang="en-US" smtClean="0">
                <a:latin typeface="楷体_GB2312" pitchFamily="49" charset="-122"/>
                <a:ea typeface="楷体_GB2312" pitchFamily="49" charset="-122"/>
              </a:rPr>
              <a:t>写出全名。签名常常较潦草，不易辨认，因</a:t>
            </a:r>
            <a:endParaRPr lang="zh-CN" altLang="en-US" smtClean="0">
              <a:latin typeface="楷体_GB2312" pitchFamily="49" charset="-122"/>
              <a:ea typeface="楷体_GB2312" pitchFamily="49" charset="-122"/>
            </a:endParaRPr>
          </a:p>
          <a:p>
            <a:pPr eaLnBrk="1" hangingPunct="1">
              <a:buFont typeface="Wingdings" panose="05000000000000000000" pitchFamily="2" charset="2"/>
              <a:buNone/>
            </a:pPr>
            <a:r>
              <a:rPr lang="zh-CN" altLang="en-US" smtClean="0">
                <a:latin typeface="楷体_GB2312" pitchFamily="49" charset="-122"/>
                <a:ea typeface="楷体_GB2312" pitchFamily="49" charset="-122"/>
              </a:rPr>
              <a:t>此在签名的正下方须打印出全名。</a:t>
            </a:r>
            <a:endParaRPr lang="zh-CN" altLang="en-US" smtClean="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half" idx="1"/>
          </p:nvPr>
        </p:nvSpPr>
        <p:spPr>
          <a:xfrm>
            <a:off x="395288" y="476250"/>
            <a:ext cx="4681537" cy="2665413"/>
          </a:xfrm>
        </p:spPr>
        <p:txBody>
          <a:bodyPr/>
          <a:lstStyle/>
          <a:p>
            <a:pPr marL="0" indent="0" eaLnBrk="1" hangingPunct="1">
              <a:buFont typeface="Wingdings 2" panose="05020102010507070707" pitchFamily="18" charset="2"/>
              <a:buNone/>
            </a:pPr>
            <a:r>
              <a:rPr lang="en-US" altLang="zh-CN" b="1" smtClean="0"/>
              <a:t>writer’s full name</a:t>
            </a:r>
            <a:endParaRPr lang="en-US" altLang="zh-CN" b="1" smtClean="0"/>
          </a:p>
          <a:p>
            <a:pPr marL="0" indent="0" eaLnBrk="1" hangingPunct="1">
              <a:buFont typeface="Wingdings 2" panose="05020102010507070707" pitchFamily="18" charset="2"/>
              <a:buNone/>
            </a:pPr>
            <a:r>
              <a:rPr lang="en-US" altLang="zh-CN" b="1" smtClean="0"/>
              <a:t>writer’s street address</a:t>
            </a:r>
            <a:endParaRPr lang="en-US" altLang="zh-CN" b="1" smtClean="0"/>
          </a:p>
          <a:p>
            <a:pPr marL="0" indent="0" eaLnBrk="1" hangingPunct="1">
              <a:buFont typeface="Wingdings 2" panose="05020102010507070707" pitchFamily="18" charset="2"/>
              <a:buNone/>
            </a:pPr>
            <a:r>
              <a:rPr lang="en-US" altLang="zh-CN" b="1" smtClean="0"/>
              <a:t>writer’s city/state/zip code</a:t>
            </a:r>
            <a:endParaRPr lang="en-US" altLang="zh-CN" b="1" smtClean="0"/>
          </a:p>
          <a:p>
            <a:pPr marL="0" indent="0" eaLnBrk="1" hangingPunct="1">
              <a:buFont typeface="Wingdings 2" panose="05020102010507070707" pitchFamily="18" charset="2"/>
              <a:buNone/>
            </a:pPr>
            <a:r>
              <a:rPr lang="en-US" altLang="zh-CN" b="1" smtClean="0"/>
              <a:t>writer’s country</a:t>
            </a:r>
            <a:endParaRPr lang="zh-CN" altLang="en-US" b="1" smtClean="0"/>
          </a:p>
        </p:txBody>
      </p:sp>
      <p:sp>
        <p:nvSpPr>
          <p:cNvPr id="8" name="内容占位符 7"/>
          <p:cNvSpPr>
            <a:spLocks noGrp="1"/>
          </p:cNvSpPr>
          <p:nvPr>
            <p:ph sz="half" idx="2"/>
          </p:nvPr>
        </p:nvSpPr>
        <p:spPr>
          <a:xfrm>
            <a:off x="3635375" y="3500438"/>
            <a:ext cx="4787900" cy="2913062"/>
          </a:xfrm>
        </p:spPr>
        <p:txBody>
          <a:bodyPr/>
          <a:lstStyle/>
          <a:p>
            <a:pPr marL="0" indent="0" eaLnBrk="1" hangingPunct="1">
              <a:buFont typeface="Wingdings 2" panose="05020102010507070707" pitchFamily="18" charset="2"/>
              <a:buNone/>
            </a:pPr>
            <a:r>
              <a:rPr lang="en-US" altLang="zh-CN" b="1" smtClean="0"/>
              <a:t>(title) addressee’s full name</a:t>
            </a:r>
            <a:endParaRPr lang="en-US" altLang="zh-CN" b="1" smtClean="0"/>
          </a:p>
          <a:p>
            <a:pPr marL="0" indent="0" eaLnBrk="1" hangingPunct="1">
              <a:buFont typeface="Wingdings 2" panose="05020102010507070707" pitchFamily="18" charset="2"/>
              <a:buNone/>
            </a:pPr>
            <a:r>
              <a:rPr lang="en-US" altLang="zh-CN" b="1" smtClean="0"/>
              <a:t>addressee’s street name</a:t>
            </a:r>
            <a:endParaRPr lang="en-US" altLang="zh-CN" b="1" smtClean="0"/>
          </a:p>
          <a:p>
            <a:pPr marL="0" indent="0" eaLnBrk="1" hangingPunct="1">
              <a:buFont typeface="Wingdings 2" panose="05020102010507070707" pitchFamily="18" charset="2"/>
              <a:buNone/>
            </a:pPr>
            <a:r>
              <a:rPr lang="en-US" altLang="zh-CN" b="1" smtClean="0"/>
              <a:t>addressee’s city/state/zip code</a:t>
            </a:r>
            <a:endParaRPr lang="en-US" altLang="zh-CN" b="1" smtClean="0"/>
          </a:p>
          <a:p>
            <a:pPr marL="0" indent="0" eaLnBrk="1" hangingPunct="1">
              <a:buFont typeface="Wingdings 2" panose="05020102010507070707" pitchFamily="18" charset="2"/>
              <a:buNone/>
            </a:pPr>
            <a:r>
              <a:rPr lang="en-US" altLang="zh-CN" b="1" smtClean="0"/>
              <a:t>addressee’s country</a:t>
            </a:r>
            <a:endParaRPr lang="en-US" altLang="zh-CN" b="1" smtClean="0"/>
          </a:p>
          <a:p>
            <a:pPr marL="0" indent="0" eaLnBrk="1" hangingPunct="1">
              <a:buFont typeface="Wingdings 2" panose="05020102010507070707" pitchFamily="18" charset="2"/>
              <a:buNone/>
            </a:pPr>
            <a:endParaRPr lang="zh-CN" altLang="en-US" smtClean="0"/>
          </a:p>
        </p:txBody>
      </p:sp>
      <p:sp>
        <p:nvSpPr>
          <p:cNvPr id="9" name="标题 6"/>
          <p:cNvSpPr>
            <a:spLocks noGrp="1"/>
          </p:cNvSpPr>
          <p:nvPr>
            <p:ph type="title"/>
          </p:nvPr>
        </p:nvSpPr>
        <p:spPr>
          <a:xfrm>
            <a:off x="6516216" y="476672"/>
            <a:ext cx="2232248" cy="1368152"/>
          </a:xfrm>
          <a:ln>
            <a:solidFill>
              <a:schemeClr val="bg1"/>
            </a:solidFill>
          </a:ln>
        </p:spPr>
        <p:txBody>
          <a:bodyPr/>
          <a:lstStyle/>
          <a:p>
            <a:pPr eaLnBrk="1" hangingPunct="1"/>
            <a:r>
              <a:rPr lang="en-US" altLang="zh-CN" sz="4000" b="1" dirty="0" smtClean="0"/>
              <a:t>stamp</a:t>
            </a:r>
            <a:endParaRPr lang="zh-CN" altLang="en-US" sz="40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 </a:t>
            </a:r>
            <a:endParaRPr lang="zh-CN" altLang="en-US" dirty="0"/>
          </a:p>
        </p:txBody>
      </p:sp>
      <p:sp>
        <p:nvSpPr>
          <p:cNvPr id="3" name="内容占位符 2"/>
          <p:cNvSpPr>
            <a:spLocks noGrp="1"/>
          </p:cNvSpPr>
          <p:nvPr>
            <p:ph sz="half" idx="1"/>
          </p:nvPr>
        </p:nvSpPr>
        <p:spPr>
          <a:xfrm>
            <a:off x="395536" y="476672"/>
            <a:ext cx="8064896" cy="5904656"/>
          </a:xfrm>
        </p:spPr>
        <p:txBody>
          <a:bodyPr/>
          <a:lstStyle/>
          <a:p>
            <a:r>
              <a:rPr lang="zh-CN" altLang="en-US" dirty="0" smtClean="0"/>
              <a:t> </a:t>
            </a:r>
            <a:endParaRPr lang="zh-CN" altLang="en-US" dirty="0"/>
          </a:p>
        </p:txBody>
      </p:sp>
      <p:sp>
        <p:nvSpPr>
          <p:cNvPr id="4" name="内容占位符 3"/>
          <p:cNvSpPr>
            <a:spLocks noGrp="1"/>
          </p:cNvSpPr>
          <p:nvPr>
            <p:ph sz="half" idx="2"/>
          </p:nvPr>
        </p:nvSpPr>
        <p:spPr/>
        <p:txBody>
          <a:bodyPr/>
          <a:lstStyle/>
          <a:p>
            <a:r>
              <a:rPr lang="zh-CN" altLang="en-US" dirty="0" smtClean="0"/>
              <a:t> </a:t>
            </a:r>
            <a:endParaRPr lang="zh-CN" altLang="en-US" dirty="0"/>
          </a:p>
        </p:txBody>
      </p:sp>
      <p:sp>
        <p:nvSpPr>
          <p:cNvPr id="5" name="矩形 4"/>
          <p:cNvSpPr/>
          <p:nvPr/>
        </p:nvSpPr>
        <p:spPr>
          <a:xfrm>
            <a:off x="539552" y="548680"/>
            <a:ext cx="8208912" cy="4093428"/>
          </a:xfrm>
          <a:prstGeom prst="rect">
            <a:avLst/>
          </a:prstGeom>
        </p:spPr>
        <p:txBody>
          <a:bodyPr wrap="square">
            <a:spAutoFit/>
          </a:bodyPr>
          <a:lstStyle/>
          <a:p>
            <a:r>
              <a:rPr lang="en-US" altLang="zh-CN" sz="2800" b="1" dirty="0" smtClean="0"/>
              <a:t>Directions:</a:t>
            </a:r>
            <a:endParaRPr lang="en-US" altLang="zh-CN" sz="2800" dirty="0" smtClean="0"/>
          </a:p>
          <a:p>
            <a:r>
              <a:rPr lang="zh-CN" altLang="en-US" sz="2800" dirty="0" smtClean="0"/>
              <a:t>　　</a:t>
            </a:r>
            <a:r>
              <a:rPr lang="en-US" altLang="zh-CN" sz="2800" dirty="0" smtClean="0"/>
              <a:t>For this part, you are allowed 30 minutes to write an essay commenting on the remark “the greatest use of life is to spend it for something that will outlast it.” You can give examples to illustrate your point and then explain what you will do to make your life more meaningful. You should write at least 150 words but no more than 200 words</a:t>
            </a:r>
            <a:r>
              <a:rPr lang="en-US" altLang="zh-CN" dirty="0" smtClean="0"/>
              <a:t>.</a:t>
            </a:r>
            <a:endParaRPr lang="en-US" altLang="zh-CN" dirty="0" smtClean="0"/>
          </a:p>
          <a:p>
            <a:r>
              <a:rPr lang="zh-CN" altLang="en-US" b="1" dirty="0" smtClean="0"/>
              <a:t>　　</a:t>
            </a:r>
            <a:r>
              <a:rPr lang="zh-CN" altLang="en-US" dirty="0" smtClean="0"/>
              <a:t>。</a:t>
            </a:r>
            <a:endParaRPr lang="zh-CN" altLang="en-US" dirty="0" smtClean="0"/>
          </a:p>
          <a:p>
            <a:r>
              <a:rPr lang="zh-CN" altLang="en-US" b="1" dirty="0" smtClean="0"/>
              <a:t>　　</a:t>
            </a:r>
            <a:endParaRPr lang="zh-CN" altLang="en-US" dirty="0"/>
          </a:p>
        </p:txBody>
      </p:sp>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7372440" y="1836000"/>
              <a:ext cx="360" cy="360"/>
            </p14:xfrm>
          </p:contentPart>
        </mc:Choice>
        <mc:Fallback xmlns="">
          <p:pic>
            <p:nvPicPr>
              <p:cNvPr id="6" name="墨迹 5"/>
            </p:nvPicPr>
            <p:blipFill>
              <a:blip r:embed="rId2"/>
            </p:blipFill>
            <p:spPr>
              <a:xfrm>
                <a:off x="7372440" y="1836000"/>
                <a:ext cx="36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7" name="墨迹 6"/>
              <p14:cNvContentPartPr/>
              <p14:nvPr/>
            </p14:nvContentPartPr>
            <p14:xfrm>
              <a:off x="2628720" y="2435760"/>
              <a:ext cx="107640" cy="114840"/>
            </p14:xfrm>
          </p:contentPart>
        </mc:Choice>
        <mc:Fallback xmlns="">
          <p:pic>
            <p:nvPicPr>
              <p:cNvPr id="7" name="墨迹 6"/>
            </p:nvPicPr>
            <p:blipFill>
              <a:blip r:embed="rId4"/>
            </p:blipFill>
            <p:spPr>
              <a:xfrm>
                <a:off x="2628720" y="2435760"/>
                <a:ext cx="107640" cy="114840"/>
              </a:xfrm>
              <a:prstGeom prst="rect"/>
            </p:spPr>
          </p:pic>
        </mc:Fallback>
      </mc:AlternateContent>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 </a:t>
            </a:r>
            <a:endParaRPr lang="zh-CN" altLang="en-US" dirty="0"/>
          </a:p>
        </p:txBody>
      </p:sp>
      <p:sp>
        <p:nvSpPr>
          <p:cNvPr id="3" name="内容占位符 2"/>
          <p:cNvSpPr>
            <a:spLocks noGrp="1"/>
          </p:cNvSpPr>
          <p:nvPr>
            <p:ph sz="half" idx="1"/>
          </p:nvPr>
        </p:nvSpPr>
        <p:spPr>
          <a:xfrm>
            <a:off x="395536" y="692696"/>
            <a:ext cx="8424936" cy="5832648"/>
          </a:xfrm>
        </p:spPr>
        <p:txBody>
          <a:bodyPr/>
          <a:lstStyle/>
          <a:p>
            <a:r>
              <a:rPr lang="zh-CN" altLang="en-US" b="1" dirty="0" smtClean="0"/>
              <a:t>         </a:t>
            </a:r>
            <a:r>
              <a:rPr lang="en-US" altLang="zh-CN" dirty="0" smtClean="0"/>
              <a:t>Among all the highlighted topics, there is “how to live </a:t>
            </a:r>
            <a:r>
              <a:rPr lang="en-US" altLang="zh-CN" smtClean="0"/>
              <a:t>a meaningful </a:t>
            </a:r>
            <a:r>
              <a:rPr lang="en-US" altLang="zh-CN" dirty="0" smtClean="0"/>
              <a:t>life?” Everyone has his or her own opinion. As the saying has it, “the greatest use of life is to spend it for something that will outlast it.” I cannot agree any more.</a:t>
            </a:r>
            <a:endParaRPr lang="en-US" altLang="zh-CN" dirty="0" smtClean="0"/>
          </a:p>
          <a:p>
            <a:r>
              <a:rPr lang="zh-CN" altLang="en-US" dirty="0" smtClean="0"/>
              <a:t>　　</a:t>
            </a:r>
            <a:r>
              <a:rPr lang="en-US" altLang="zh-CN" dirty="0" smtClean="0"/>
              <a:t>If our life is just to pursue something for ourselves, we will surely feel fruitless and meaningless when we grow old. From Steve </a:t>
            </a:r>
            <a:r>
              <a:rPr lang="en-US" altLang="zh-CN" dirty="0" err="1" smtClean="0"/>
              <a:t>Jobs’s</a:t>
            </a:r>
            <a:r>
              <a:rPr lang="en-US" altLang="zh-CN" dirty="0" smtClean="0"/>
              <a:t> bibliography, we can get that the people who are crazy enough to think they can change the world are the ones who do. Steve Jobs has brought a great many changes to our world. His life, although short, definitely outlast. That’s a life worth living.</a:t>
            </a:r>
            <a:endParaRPr lang="en-US" altLang="zh-CN" dirty="0" smtClean="0"/>
          </a:p>
          <a:p>
            <a:r>
              <a:rPr lang="zh-CN" altLang="en-US" dirty="0" smtClean="0"/>
              <a:t>　　</a:t>
            </a:r>
            <a:endParaRPr lang="zh-CN" altLang="en-US" dirty="0" smtClean="0"/>
          </a:p>
          <a:p>
            <a:endParaRPr lang="zh-CN" altLang="en-US" dirty="0"/>
          </a:p>
        </p:txBody>
      </p:sp>
      <p:sp>
        <p:nvSpPr>
          <p:cNvPr id="4" name="内容占位符 3"/>
          <p:cNvSpPr>
            <a:spLocks noGrp="1"/>
          </p:cNvSpPr>
          <p:nvPr>
            <p:ph sz="half" idx="2"/>
          </p:nvPr>
        </p:nvSpPr>
        <p:spPr/>
        <p:txBody>
          <a:bodyPr/>
          <a:lstStyle/>
          <a:p>
            <a:r>
              <a:rPr lang="zh-CN" altLang="en-US" dirty="0" smtClean="0"/>
              <a:t> </a:t>
            </a:r>
            <a:endParaRPr lang="zh-CN" altLang="en-US" dirty="0"/>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5229360" y="4486320"/>
              <a:ext cx="1500480" cy="86040"/>
            </p14:xfrm>
          </p:contentPart>
        </mc:Choice>
        <mc:Fallback xmlns="">
          <p:pic>
            <p:nvPicPr>
              <p:cNvPr id="5" name="墨迹 4"/>
            </p:nvPicPr>
            <p:blipFill>
              <a:blip r:embed="rId2"/>
            </p:blipFill>
            <p:spPr>
              <a:xfrm>
                <a:off x="5229360" y="4486320"/>
                <a:ext cx="1500480" cy="860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8258040" y="4929120"/>
              <a:ext cx="500400" cy="50400"/>
            </p14:xfrm>
          </p:contentPart>
        </mc:Choice>
        <mc:Fallback xmlns="">
          <p:pic>
            <p:nvPicPr>
              <p:cNvPr id="6" name="墨迹 5"/>
            </p:nvPicPr>
            <p:blipFill>
              <a:blip r:embed="rId4"/>
            </p:blipFill>
            <p:spPr>
              <a:xfrm>
                <a:off x="8258040" y="4929120"/>
                <a:ext cx="500400" cy="504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857160" y="5343480"/>
              <a:ext cx="1286280" cy="43200"/>
            </p14:xfrm>
          </p:contentPart>
        </mc:Choice>
        <mc:Fallback xmlns="">
          <p:pic>
            <p:nvPicPr>
              <p:cNvPr id="7" name="墨迹 6"/>
            </p:nvPicPr>
            <p:blipFill>
              <a:blip r:embed="rId6"/>
            </p:blipFill>
            <p:spPr>
              <a:xfrm>
                <a:off x="857160" y="5343480"/>
                <a:ext cx="1286280" cy="43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2393280" y="6236280"/>
              <a:ext cx="360" cy="360"/>
            </p14:xfrm>
          </p:contentPart>
        </mc:Choice>
        <mc:Fallback xmlns="">
          <p:pic>
            <p:nvPicPr>
              <p:cNvPr id="8" name="墨迹 7"/>
            </p:nvPicPr>
            <p:blipFill>
              <a:blip r:embed="rId8"/>
            </p:blipFill>
            <p:spPr>
              <a:xfrm>
                <a:off x="2393280" y="6236280"/>
                <a:ext cx="360" cy="360"/>
              </a:xfrm>
              <a:prstGeom prst="rect"/>
            </p:spPr>
          </p:pic>
        </mc:Fallback>
      </mc:AlternateContent>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 </a:t>
            </a:r>
            <a:endParaRPr lang="zh-CN" altLang="en-US" dirty="0"/>
          </a:p>
        </p:txBody>
      </p:sp>
      <p:sp>
        <p:nvSpPr>
          <p:cNvPr id="3" name="内容占位符 2"/>
          <p:cNvSpPr>
            <a:spLocks noGrp="1"/>
          </p:cNvSpPr>
          <p:nvPr>
            <p:ph sz="half" idx="1"/>
          </p:nvPr>
        </p:nvSpPr>
        <p:spPr>
          <a:xfrm>
            <a:off x="467544" y="692696"/>
            <a:ext cx="8208912" cy="5832648"/>
          </a:xfrm>
        </p:spPr>
        <p:txBody>
          <a:bodyPr/>
          <a:lstStyle/>
          <a:p>
            <a:r>
              <a:rPr lang="zh-CN" altLang="en-US" dirty="0" smtClean="0"/>
              <a:t>     </a:t>
            </a:r>
            <a:r>
              <a:rPr lang="en-US" altLang="zh-CN" dirty="0" smtClean="0"/>
              <a:t>Therefore, if there is a way to make my life meaningful, it should be to find something I’m interested in and also helpful to others or the whole society. Only in this way can I keep my passion throughout my life until I finally fulfill my life.</a:t>
            </a:r>
            <a:endParaRPr lang="en-US" altLang="zh-CN" dirty="0" smtClean="0"/>
          </a:p>
          <a:p>
            <a:br>
              <a:rPr lang="en-US" altLang="zh-CN" dirty="0" smtClean="0"/>
            </a:br>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4"/>
          <p:cNvSpPr txBox="1">
            <a:spLocks noChangeArrowheads="1"/>
          </p:cNvSpPr>
          <p:nvPr/>
        </p:nvSpPr>
        <p:spPr bwMode="auto">
          <a:xfrm>
            <a:off x="468313" y="836613"/>
            <a:ext cx="8351837" cy="5203825"/>
          </a:xfrm>
          <a:prstGeom prst="rect">
            <a:avLst/>
          </a:prstGeom>
          <a:noFill/>
          <a:ln w="9525">
            <a:noFill/>
            <a:miter lim="800000"/>
          </a:ln>
        </p:spPr>
        <p:txBody>
          <a:bodyPr>
            <a:spAutoFit/>
          </a:bodyPr>
          <a:lstStyle/>
          <a:p>
            <a:pPr>
              <a:spcBef>
                <a:spcPct val="50000"/>
              </a:spcBef>
            </a:pPr>
            <a:r>
              <a:rPr lang="zh-CN" altLang="en-US" sz="2400" b="1">
                <a:latin typeface="Cambria" panose="02040503050406030204" charset="0"/>
                <a:ea typeface="华文楷体" panose="02010600040101010101" charset="-122"/>
              </a:rPr>
              <a:t>一、 邀请信 </a:t>
            </a:r>
            <a:r>
              <a:rPr lang="en-US" altLang="zh-CN" sz="2400" b="1">
                <a:latin typeface="Cambria" panose="02040503050406030204" charset="0"/>
                <a:ea typeface="华文楷体" panose="02010600040101010101" charset="-122"/>
              </a:rPr>
              <a:t>(A Letter of Invitation)</a:t>
            </a:r>
            <a:endParaRPr lang="en-US" altLang="zh-CN" sz="2400" b="1">
              <a:latin typeface="Cambria" panose="02040503050406030204" charset="0"/>
              <a:ea typeface="华文楷体" panose="02010600040101010101" charset="-122"/>
            </a:endParaRPr>
          </a:p>
          <a:p>
            <a:pPr>
              <a:spcBef>
                <a:spcPct val="50000"/>
              </a:spcBef>
            </a:pPr>
            <a:r>
              <a:rPr lang="zh-CN" altLang="en-US" sz="2400" b="1">
                <a:latin typeface="Cambria" panose="02040503050406030204" charset="0"/>
                <a:ea typeface="华文楷体" panose="02010600040101010101" charset="-122"/>
              </a:rPr>
              <a:t>二、 申请信 </a:t>
            </a:r>
            <a:r>
              <a:rPr lang="en-US" altLang="zh-CN" sz="2400" b="1">
                <a:latin typeface="Cambria" panose="02040503050406030204" charset="0"/>
                <a:ea typeface="华文楷体" panose="02010600040101010101" charset="-122"/>
              </a:rPr>
              <a:t>(A Letter of Application)</a:t>
            </a:r>
            <a:endParaRPr lang="en-US" altLang="zh-CN" sz="2400" b="1">
              <a:latin typeface="Cambria" panose="02040503050406030204" charset="0"/>
              <a:ea typeface="华文楷体" panose="02010600040101010101" charset="-122"/>
            </a:endParaRPr>
          </a:p>
          <a:p>
            <a:pPr>
              <a:spcBef>
                <a:spcPct val="50000"/>
              </a:spcBef>
            </a:pPr>
            <a:r>
              <a:rPr lang="zh-CN" altLang="en-US" sz="2400" b="1">
                <a:latin typeface="Cambria" panose="02040503050406030204" charset="0"/>
                <a:ea typeface="华文楷体" panose="02010600040101010101" charset="-122"/>
              </a:rPr>
              <a:t>三、</a:t>
            </a:r>
            <a:r>
              <a:rPr lang="zh-CN" altLang="en-US" sz="2400" b="1">
                <a:solidFill>
                  <a:srgbClr val="FF0000"/>
                </a:solidFill>
                <a:latin typeface="Cambria" panose="02040503050406030204" charset="0"/>
                <a:ea typeface="华文楷体" panose="02010600040101010101" charset="-122"/>
              </a:rPr>
              <a:t>询问信</a:t>
            </a:r>
            <a:r>
              <a:rPr lang="zh-CN" altLang="en-US" sz="2400" b="1">
                <a:latin typeface="Cambria" panose="02040503050406030204" charset="0"/>
                <a:ea typeface="华文楷体" panose="02010600040101010101" charset="-122"/>
              </a:rPr>
              <a:t> </a:t>
            </a:r>
            <a:r>
              <a:rPr lang="en-US" altLang="zh-CN" sz="2400" b="1">
                <a:latin typeface="Cambria" panose="02040503050406030204" charset="0"/>
                <a:ea typeface="华文楷体" panose="02010600040101010101" charset="-122"/>
              </a:rPr>
              <a:t>(A Letter of Inquiry)</a:t>
            </a:r>
            <a:endParaRPr lang="en-US" altLang="zh-CN" sz="2400" b="1">
              <a:latin typeface="Cambria" panose="02040503050406030204" charset="0"/>
              <a:ea typeface="华文楷体" panose="02010600040101010101" charset="-122"/>
            </a:endParaRPr>
          </a:p>
          <a:p>
            <a:pPr>
              <a:spcBef>
                <a:spcPct val="50000"/>
              </a:spcBef>
            </a:pPr>
            <a:r>
              <a:rPr lang="zh-CN" altLang="en-US" sz="2400" b="1">
                <a:latin typeface="Cambria" panose="02040503050406030204" charset="0"/>
                <a:ea typeface="华文楷体" panose="02010600040101010101" charset="-122"/>
              </a:rPr>
              <a:t>四、 投诉信  </a:t>
            </a:r>
            <a:r>
              <a:rPr lang="en-US" altLang="zh-CN" sz="2400" b="1">
                <a:latin typeface="Cambria" panose="02040503050406030204" charset="0"/>
                <a:ea typeface="华文楷体" panose="02010600040101010101" charset="-122"/>
              </a:rPr>
              <a:t>(A Letter of Complaint)</a:t>
            </a:r>
            <a:endParaRPr lang="en-US" altLang="zh-CN" sz="2400" b="1">
              <a:latin typeface="Cambria" panose="02040503050406030204" charset="0"/>
              <a:ea typeface="华文楷体" panose="02010600040101010101" charset="-122"/>
            </a:endParaRPr>
          </a:p>
          <a:p>
            <a:pPr>
              <a:spcBef>
                <a:spcPct val="50000"/>
              </a:spcBef>
            </a:pPr>
            <a:r>
              <a:rPr lang="zh-CN" altLang="en-US" sz="2400" b="1">
                <a:latin typeface="Cambria" panose="02040503050406030204" charset="0"/>
                <a:ea typeface="华文楷体" panose="02010600040101010101" charset="-122"/>
              </a:rPr>
              <a:t>五、道歉信  </a:t>
            </a:r>
            <a:r>
              <a:rPr lang="en-US" altLang="zh-CN" sz="2400" b="1">
                <a:latin typeface="Cambria" panose="02040503050406030204" charset="0"/>
                <a:ea typeface="华文楷体" panose="02010600040101010101" charset="-122"/>
              </a:rPr>
              <a:t>(A Letter of Apology)</a:t>
            </a:r>
            <a:br>
              <a:rPr lang="en-US" altLang="zh-CN" sz="2400" b="1">
                <a:latin typeface="Cambria" panose="02040503050406030204" charset="0"/>
                <a:ea typeface="华文楷体" panose="02010600040101010101" charset="-122"/>
              </a:rPr>
            </a:br>
            <a:r>
              <a:rPr lang="zh-CN" altLang="en-US" sz="2400" b="1">
                <a:latin typeface="Cambria" panose="02040503050406030204" charset="0"/>
                <a:ea typeface="华文楷体" panose="02010600040101010101" charset="-122"/>
              </a:rPr>
              <a:t>六、 感谢信  </a:t>
            </a:r>
            <a:r>
              <a:rPr lang="en-US" altLang="zh-CN" sz="2400" b="1">
                <a:latin typeface="Cambria" panose="02040503050406030204" charset="0"/>
                <a:ea typeface="华文楷体" panose="02010600040101010101" charset="-122"/>
              </a:rPr>
              <a:t>(A Letter of Thanks)</a:t>
            </a:r>
            <a:endParaRPr lang="en-US" altLang="zh-CN" sz="2400" b="1">
              <a:latin typeface="Cambria" panose="02040503050406030204" charset="0"/>
              <a:ea typeface="华文楷体" panose="02010600040101010101" charset="-122"/>
            </a:endParaRPr>
          </a:p>
          <a:p>
            <a:pPr>
              <a:spcBef>
                <a:spcPct val="50000"/>
              </a:spcBef>
            </a:pPr>
            <a:r>
              <a:rPr lang="zh-CN" altLang="en-US" sz="2400" b="1">
                <a:latin typeface="Cambria" panose="02040503050406030204" charset="0"/>
                <a:ea typeface="华文楷体" panose="02010600040101010101" charset="-122"/>
              </a:rPr>
              <a:t>七、祝贺信  </a:t>
            </a:r>
            <a:r>
              <a:rPr lang="en-US" altLang="zh-CN" sz="2400" b="1">
                <a:latin typeface="Cambria" panose="02040503050406030204" charset="0"/>
                <a:ea typeface="华文楷体" panose="02010600040101010101" charset="-122"/>
              </a:rPr>
              <a:t>(A Letter of Congratulation)</a:t>
            </a:r>
            <a:endParaRPr lang="en-US" altLang="zh-CN" sz="2400" b="1">
              <a:latin typeface="Cambria" panose="02040503050406030204" charset="0"/>
              <a:ea typeface="华文楷体" panose="02010600040101010101" charset="-122"/>
            </a:endParaRPr>
          </a:p>
          <a:p>
            <a:pPr>
              <a:spcBef>
                <a:spcPct val="50000"/>
              </a:spcBef>
            </a:pPr>
            <a:r>
              <a:rPr lang="zh-CN" altLang="en-US" sz="2400" b="1">
                <a:latin typeface="Cambria" panose="02040503050406030204" charset="0"/>
                <a:ea typeface="华文楷体" panose="02010600040101010101" charset="-122"/>
              </a:rPr>
              <a:t>八 、请求信 </a:t>
            </a:r>
            <a:r>
              <a:rPr lang="en-US" altLang="zh-CN" sz="2400" b="1">
                <a:latin typeface="Cambria" panose="02040503050406030204" charset="0"/>
                <a:ea typeface="华文楷体" panose="02010600040101010101" charset="-122"/>
              </a:rPr>
              <a:t>(A Letter of Request)</a:t>
            </a:r>
            <a:endParaRPr lang="en-US" altLang="zh-CN" sz="2400" b="1">
              <a:latin typeface="Cambria" panose="02040503050406030204" charset="0"/>
              <a:ea typeface="华文楷体" panose="02010600040101010101" charset="-122"/>
            </a:endParaRPr>
          </a:p>
          <a:p>
            <a:pPr>
              <a:spcBef>
                <a:spcPct val="50000"/>
              </a:spcBef>
            </a:pPr>
            <a:r>
              <a:rPr lang="zh-CN" altLang="en-US" sz="2400" b="1">
                <a:latin typeface="Cambria" panose="02040503050406030204" charset="0"/>
                <a:ea typeface="华文楷体" panose="02010600040101010101" charset="-122"/>
              </a:rPr>
              <a:t>九 、建议信 </a:t>
            </a:r>
            <a:r>
              <a:rPr lang="en-US" altLang="zh-CN" sz="2400" b="1">
                <a:latin typeface="Cambria" panose="02040503050406030204" charset="0"/>
                <a:ea typeface="华文楷体" panose="02010600040101010101" charset="-122"/>
              </a:rPr>
              <a:t>(A Letter of Advice)</a:t>
            </a:r>
            <a:endParaRPr lang="en-US" altLang="zh-CN" sz="2400" b="1">
              <a:latin typeface="Cambria" panose="02040503050406030204" charset="0"/>
              <a:ea typeface="华文楷体" panose="02010600040101010101" charset="-122"/>
            </a:endParaRPr>
          </a:p>
          <a:p>
            <a:pPr>
              <a:spcBef>
                <a:spcPct val="50000"/>
              </a:spcBef>
            </a:pPr>
            <a:r>
              <a:rPr lang="zh-CN" altLang="en-US" sz="2400" b="1">
                <a:latin typeface="Cambria" panose="02040503050406030204" charset="0"/>
                <a:ea typeface="华文楷体" panose="02010600040101010101" charset="-122"/>
              </a:rPr>
              <a:t>十、</a:t>
            </a:r>
            <a:r>
              <a:rPr lang="zh-CN" altLang="en-US" sz="2400" b="1">
                <a:solidFill>
                  <a:srgbClr val="FF0000"/>
                </a:solidFill>
                <a:latin typeface="Cambria" panose="02040503050406030204" charset="0"/>
                <a:ea typeface="华文楷体" panose="02010600040101010101" charset="-122"/>
              </a:rPr>
              <a:t>辞职信</a:t>
            </a:r>
            <a:r>
              <a:rPr lang="zh-CN" altLang="en-US" sz="2400" b="1">
                <a:latin typeface="Cambria" panose="02040503050406030204" charset="0"/>
                <a:ea typeface="华文楷体" panose="02010600040101010101" charset="-122"/>
              </a:rPr>
              <a:t> （ </a:t>
            </a:r>
            <a:r>
              <a:rPr lang="zh-CN" altLang="zh-CN" sz="2400" b="1">
                <a:latin typeface="Cambria" panose="02040503050406030204" charset="0"/>
                <a:ea typeface="华文楷体" panose="02010600040101010101" charset="-122"/>
              </a:rPr>
              <a:t>Letter of Resignation</a:t>
            </a:r>
            <a:endParaRPr lang="en-US" altLang="zh-CN" sz="2400" b="1">
              <a:latin typeface="Cambria" panose="02040503050406030204" charset="0"/>
              <a:ea typeface="华文楷体" panose="0201060004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a:xfrm>
            <a:off x="457200" y="274638"/>
            <a:ext cx="8218488" cy="2217737"/>
          </a:xfrm>
        </p:spPr>
        <p:txBody>
          <a:bodyPr/>
          <a:lstStyle/>
          <a:p>
            <a:pPr marL="342900" indent="-342900" algn="l" eaLnBrk="1" hangingPunct="1"/>
            <a:r>
              <a:rPr lang="en-US" altLang="zh-CN" sz="2800" b="1" smtClean="0"/>
              <a:t>Exercise. Fill in the blanks to complete the following Order Letter according to the Chinese clues.</a:t>
            </a:r>
            <a:endParaRPr lang="zh-CN" altLang="en-US" sz="2800" smtClean="0"/>
          </a:p>
        </p:txBody>
      </p:sp>
      <p:sp>
        <p:nvSpPr>
          <p:cNvPr id="33794" name="内容占位符 3"/>
          <p:cNvSpPr>
            <a:spLocks noGrp="1"/>
          </p:cNvSpPr>
          <p:nvPr>
            <p:ph idx="1"/>
          </p:nvPr>
        </p:nvSpPr>
        <p:spPr/>
        <p:txBody>
          <a:bodyPr/>
          <a:lstStyle/>
          <a:p>
            <a:pPr eaLnBrk="1" hangingPunct="1"/>
            <a:r>
              <a:rPr lang="en-US" altLang="zh-CN" smtClean="0"/>
              <a:t> </a:t>
            </a:r>
            <a:endParaRPr lang="zh-CN" altLang="en-US"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075613" cy="346075"/>
          </a:xfrm>
        </p:spPr>
        <p:txBody>
          <a:bodyPr rtlCol="0">
            <a:normAutofit fontScale="90000"/>
          </a:bodyPr>
          <a:lstStyle/>
          <a:p>
            <a:pPr eaLnBrk="1" fontAlgn="auto" hangingPunct="1">
              <a:spcAft>
                <a:spcPts val="0"/>
              </a:spcAft>
              <a:defRPr/>
            </a:pPr>
            <a:r>
              <a:rPr lang="en-US" altLang="zh-CN" dirty="0" smtClean="0"/>
              <a:t> </a:t>
            </a:r>
            <a:endParaRPr lang="zh-CN" altLang="en-US" dirty="0"/>
          </a:p>
        </p:txBody>
      </p:sp>
      <p:sp>
        <p:nvSpPr>
          <p:cNvPr id="3" name="内容占位符 2"/>
          <p:cNvSpPr>
            <a:spLocks noGrp="1"/>
          </p:cNvSpPr>
          <p:nvPr>
            <p:ph idx="1"/>
          </p:nvPr>
        </p:nvSpPr>
        <p:spPr>
          <a:xfrm>
            <a:off x="395288" y="404813"/>
            <a:ext cx="8291512" cy="6126162"/>
          </a:xfrm>
        </p:spPr>
        <p:txBody>
          <a:bodyPr rtlCol="0">
            <a:normAutofit fontScale="55000" lnSpcReduction="20000"/>
          </a:bodyPr>
          <a:lstStyle/>
          <a:p>
            <a:pPr eaLnBrk="1" fontAlgn="auto" hangingPunct="1">
              <a:spcAft>
                <a:spcPts val="0"/>
              </a:spcAft>
              <a:buFont typeface="Wingdings 2" panose="05020102010507070707"/>
              <a:buChar char=""/>
              <a:defRPr/>
            </a:pPr>
            <a:r>
              <a:rPr lang="en-US" altLang="zh-CN" sz="3800" dirty="0" smtClean="0"/>
              <a:t>Subject: Mobile Phone Order</a:t>
            </a:r>
            <a:endParaRPr lang="zh-CN" altLang="zh-CN" sz="3800" dirty="0" smtClean="0"/>
          </a:p>
          <a:p>
            <a:pPr eaLnBrk="1" fontAlgn="auto" hangingPunct="1">
              <a:spcAft>
                <a:spcPts val="0"/>
              </a:spcAft>
              <a:buFont typeface="Wingdings 2" panose="05020102010507070707"/>
              <a:buChar char=""/>
              <a:defRPr/>
            </a:pPr>
            <a:r>
              <a:rPr lang="en-US" altLang="zh-CN" sz="3800" dirty="0" smtClean="0"/>
              <a:t>   Acknowledged receipt of your letter dated September 22</a:t>
            </a:r>
            <a:r>
              <a:rPr lang="en-US" altLang="zh-CN" sz="3800" baseline="30000" dirty="0" smtClean="0"/>
              <a:t>nd</a:t>
            </a:r>
            <a:r>
              <a:rPr lang="en-US" altLang="zh-CN" sz="3800" dirty="0" smtClean="0"/>
              <a:t>,2008 enclosed with pictures of mobile phones and quotation. (1)__________(</a:t>
            </a:r>
            <a:r>
              <a:rPr lang="zh-CN" altLang="zh-CN" sz="3800" dirty="0" smtClean="0"/>
              <a:t>我们对产品的质量和款式都满意</a:t>
            </a:r>
            <a:r>
              <a:rPr lang="en-US" altLang="zh-CN" sz="3800" dirty="0" smtClean="0"/>
              <a:t>) and are prepared to give your products a trial. We would like to (2) __________(</a:t>
            </a:r>
            <a:r>
              <a:rPr lang="zh-CN" altLang="zh-CN" sz="3800" dirty="0" smtClean="0"/>
              <a:t>订购以下货品</a:t>
            </a:r>
            <a:r>
              <a:rPr lang="en-US" altLang="zh-CN" sz="3800" dirty="0" smtClean="0"/>
              <a:t>) if they are available and you can offer the following prices.</a:t>
            </a:r>
            <a:endParaRPr lang="zh-CN" altLang="zh-CN" sz="3800" dirty="0" smtClean="0"/>
          </a:p>
          <a:p>
            <a:pPr eaLnBrk="1" fontAlgn="auto" hangingPunct="1">
              <a:spcAft>
                <a:spcPts val="0"/>
              </a:spcAft>
              <a:buFont typeface="Wingdings 2" panose="05020102010507070707"/>
              <a:buChar char=""/>
              <a:defRPr/>
            </a:pPr>
            <a:r>
              <a:rPr lang="en-US" altLang="zh-CN" sz="3800" dirty="0" smtClean="0"/>
              <a:t>   Quantity    Pattern No.    Price</a:t>
            </a:r>
            <a:endParaRPr lang="zh-CN" altLang="zh-CN" sz="3800" dirty="0" smtClean="0"/>
          </a:p>
          <a:p>
            <a:pPr eaLnBrk="1" fontAlgn="auto" hangingPunct="1">
              <a:spcAft>
                <a:spcPts val="0"/>
              </a:spcAft>
              <a:buFont typeface="Wingdings 2" panose="05020102010507070707"/>
              <a:buChar char=""/>
              <a:defRPr/>
            </a:pPr>
            <a:r>
              <a:rPr lang="en-US" altLang="zh-CN" sz="3800" dirty="0" smtClean="0"/>
              <a:t>   150       Nokia-139     $635 (per item)</a:t>
            </a:r>
            <a:endParaRPr lang="zh-CN" altLang="zh-CN" sz="3800" dirty="0" smtClean="0"/>
          </a:p>
          <a:p>
            <a:pPr eaLnBrk="1" fontAlgn="auto" hangingPunct="1">
              <a:spcAft>
                <a:spcPts val="0"/>
              </a:spcAft>
              <a:buFont typeface="Wingdings 2" panose="05020102010507070707"/>
              <a:buChar char=""/>
              <a:defRPr/>
            </a:pPr>
            <a:r>
              <a:rPr lang="en-US" altLang="zh-CN" sz="3800" dirty="0" smtClean="0"/>
              <a:t>   100       Motorola-66    $385 (per item)</a:t>
            </a:r>
            <a:endParaRPr lang="zh-CN" altLang="zh-CN" sz="3800" dirty="0" smtClean="0"/>
          </a:p>
          <a:p>
            <a:pPr eaLnBrk="1" fontAlgn="auto" hangingPunct="1">
              <a:spcAft>
                <a:spcPts val="0"/>
              </a:spcAft>
              <a:buFont typeface="Wingdings 2" panose="05020102010507070707"/>
              <a:buChar char=""/>
              <a:defRPr/>
            </a:pPr>
            <a:r>
              <a:rPr lang="en-US" altLang="zh-CN" sz="3800" dirty="0" smtClean="0"/>
              <a:t>   (3) __________ (</a:t>
            </a:r>
            <a:r>
              <a:rPr lang="zh-CN" altLang="zh-CN" sz="3800" dirty="0" smtClean="0"/>
              <a:t>我方通常的支付方式是，货到付款</a:t>
            </a:r>
            <a:r>
              <a:rPr lang="en-US" altLang="zh-CN" sz="3800" dirty="0" smtClean="0"/>
              <a:t>) and we hope this will be accepted. Meanwhile, (4) __________(</a:t>
            </a:r>
            <a:r>
              <a:rPr lang="zh-CN" altLang="zh-CN" sz="3800" dirty="0" smtClean="0"/>
              <a:t>贵公司可以查询我方的资信状况</a:t>
            </a:r>
            <a:r>
              <a:rPr lang="en-US" altLang="zh-CN" sz="3800" dirty="0" smtClean="0"/>
              <a:t>), through the Commercial Bank of China, </a:t>
            </a:r>
            <a:r>
              <a:rPr lang="en-US" altLang="zh-CN" sz="3800" dirty="0" err="1" smtClean="0"/>
              <a:t>Beihai</a:t>
            </a:r>
            <a:r>
              <a:rPr lang="en-US" altLang="zh-CN" sz="3800" dirty="0" smtClean="0"/>
              <a:t> Branch.</a:t>
            </a:r>
            <a:endParaRPr lang="zh-CN" altLang="zh-CN" sz="3800" dirty="0" smtClean="0"/>
          </a:p>
          <a:p>
            <a:pPr eaLnBrk="1" fontAlgn="auto" hangingPunct="1">
              <a:spcAft>
                <a:spcPts val="0"/>
              </a:spcAft>
              <a:buFont typeface="Wingdings 2" panose="05020102010507070707"/>
              <a:buChar char=""/>
              <a:defRPr/>
            </a:pPr>
            <a:r>
              <a:rPr lang="en-US" altLang="zh-CN" sz="3800" dirty="0" smtClean="0"/>
              <a:t>   We hope (5) __________(</a:t>
            </a:r>
            <a:r>
              <a:rPr lang="zh-CN" altLang="zh-CN" sz="3800" dirty="0" smtClean="0"/>
              <a:t>能为贵方产品找到良好的市场</a:t>
            </a:r>
            <a:r>
              <a:rPr lang="en-US" altLang="zh-CN" sz="3800" dirty="0" smtClean="0"/>
              <a:t>) and place further orders with you in the near future. Please send us your sales confirmation in duplicate.</a:t>
            </a:r>
            <a:endParaRPr lang="zh-CN" altLang="zh-CN" sz="3800" dirty="0" smtClean="0"/>
          </a:p>
          <a:p>
            <a:pPr eaLnBrk="1" fontAlgn="auto" hangingPunct="1">
              <a:spcAft>
                <a:spcPts val="0"/>
              </a:spcAft>
              <a:buFont typeface="Wingdings 2" panose="05020102010507070707"/>
              <a:buChar char=""/>
              <a:defRPr/>
            </a:pPr>
            <a:r>
              <a:rPr lang="en-US" altLang="zh-CN" sz="3800" dirty="0" smtClean="0"/>
              <a:t> </a:t>
            </a:r>
            <a:endParaRPr lang="zh-CN" altLang="zh-CN" sz="3800" dirty="0" smtClean="0"/>
          </a:p>
          <a:p>
            <a:pPr eaLnBrk="1" fontAlgn="auto" hangingPunct="1">
              <a:spcAft>
                <a:spcPts val="0"/>
              </a:spcAft>
              <a:buFont typeface="Wingdings 2" panose="05020102010507070707"/>
              <a:buChar char=""/>
              <a:defRPr/>
            </a:pPr>
            <a:r>
              <a:rPr lang="en-US" altLang="zh-CN" sz="3800" dirty="0" smtClean="0"/>
              <a:t>                        Yours sincerely,</a:t>
            </a:r>
            <a:endParaRPr lang="zh-CN" altLang="zh-CN" sz="3800" dirty="0" smtClean="0"/>
          </a:p>
          <a:p>
            <a:pPr eaLnBrk="1" fontAlgn="auto" hangingPunct="1">
              <a:spcAft>
                <a:spcPts val="0"/>
              </a:spcAft>
              <a:buFont typeface="Wingdings 2" panose="05020102010507070707"/>
              <a:buChar char=""/>
              <a:defRPr/>
            </a:pPr>
            <a:r>
              <a:rPr lang="en-US" altLang="zh-CN" sz="3800" dirty="0" smtClean="0"/>
              <a:t>                        Anna Smith</a:t>
            </a:r>
            <a:endParaRPr lang="zh-CN" altLang="zh-CN" sz="3800" dirty="0" smtClean="0"/>
          </a:p>
          <a:p>
            <a:pPr eaLnBrk="1" fontAlgn="auto" hangingPunct="1">
              <a:spcAft>
                <a:spcPts val="0"/>
              </a:spcAft>
              <a:buFont typeface="Wingdings 2" panose="05020102010507070707"/>
              <a:buChar char=""/>
              <a:defRPr/>
            </a:pPr>
            <a:r>
              <a:rPr lang="en-US" altLang="zh-CN" sz="3800" dirty="0" smtClean="0"/>
              <a:t>                        Sales Manager</a:t>
            </a:r>
            <a:endParaRPr lang="zh-CN" altLang="zh-CN" sz="3800" dirty="0" smtClean="0"/>
          </a:p>
          <a:p>
            <a:pPr eaLnBrk="1" fontAlgn="auto" hangingPunct="1">
              <a:spcAft>
                <a:spcPts val="0"/>
              </a:spcAft>
              <a:buFont typeface="Wingdings 2" panose="05020102010507070707"/>
              <a:buChar char=""/>
              <a:defRPr/>
            </a:pPr>
            <a:endParaRPr lang="zh-CN" altLang="en-US"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992880" y="857160"/>
              <a:ext cx="6794280" cy="386280"/>
            </p14:xfrm>
          </p:contentPart>
        </mc:Choice>
        <mc:Fallback xmlns="">
          <p:pic>
            <p:nvPicPr>
              <p:cNvPr id="4" name="墨迹 3"/>
            </p:nvPicPr>
            <p:blipFill>
              <a:blip r:embed="rId2"/>
            </p:blipFill>
            <p:spPr>
              <a:xfrm>
                <a:off x="992880" y="857160"/>
                <a:ext cx="6794280" cy="3862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5950800" y="1193040"/>
              <a:ext cx="1422000" cy="36000"/>
            </p14:xfrm>
          </p:contentPart>
        </mc:Choice>
        <mc:Fallback xmlns="">
          <p:pic>
            <p:nvPicPr>
              <p:cNvPr id="5" name="墨迹 4"/>
            </p:nvPicPr>
            <p:blipFill>
              <a:blip r:embed="rId4"/>
            </p:blipFill>
            <p:spPr>
              <a:xfrm>
                <a:off x="5950800" y="1193040"/>
                <a:ext cx="1422000" cy="360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3143160" y="1643040"/>
              <a:ext cx="522000" cy="43200"/>
            </p14:xfrm>
          </p:contentPart>
        </mc:Choice>
        <mc:Fallback xmlns="">
          <p:pic>
            <p:nvPicPr>
              <p:cNvPr id="6" name="墨迹 5"/>
            </p:nvPicPr>
            <p:blipFill>
              <a:blip r:embed="rId6"/>
            </p:blipFill>
            <p:spPr>
              <a:xfrm>
                <a:off x="3143160" y="1643040"/>
                <a:ext cx="522000" cy="43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2486160" y="1957320"/>
              <a:ext cx="1007640" cy="14760"/>
            </p14:xfrm>
          </p:contentPart>
        </mc:Choice>
        <mc:Fallback xmlns="">
          <p:pic>
            <p:nvPicPr>
              <p:cNvPr id="7" name="墨迹 6"/>
            </p:nvPicPr>
            <p:blipFill>
              <a:blip r:embed="rId8"/>
            </p:blipFill>
            <p:spPr>
              <a:xfrm>
                <a:off x="2486160" y="1957320"/>
                <a:ext cx="1007640" cy="147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1014480" y="2221560"/>
              <a:ext cx="957600" cy="78840"/>
            </p14:xfrm>
          </p:contentPart>
        </mc:Choice>
        <mc:Fallback xmlns="">
          <p:pic>
            <p:nvPicPr>
              <p:cNvPr id="8" name="墨迹 7"/>
            </p:nvPicPr>
            <p:blipFill>
              <a:blip r:embed="rId10"/>
            </p:blipFill>
            <p:spPr>
              <a:xfrm>
                <a:off x="1014480" y="2221560"/>
                <a:ext cx="957600" cy="788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7943760" y="4336200"/>
              <a:ext cx="600480" cy="14760"/>
            </p14:xfrm>
          </p:contentPart>
        </mc:Choice>
        <mc:Fallback xmlns="">
          <p:pic>
            <p:nvPicPr>
              <p:cNvPr id="9" name="墨迹 8"/>
            </p:nvPicPr>
            <p:blipFill>
              <a:blip r:embed="rId12"/>
            </p:blipFill>
            <p:spPr>
              <a:xfrm>
                <a:off x="7943760" y="4336200"/>
                <a:ext cx="600480" cy="147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778680" y="4550400"/>
              <a:ext cx="1486080" cy="14760"/>
            </p14:xfrm>
          </p:contentPart>
        </mc:Choice>
        <mc:Fallback xmlns="">
          <p:pic>
            <p:nvPicPr>
              <p:cNvPr id="10" name="墨迹 9"/>
            </p:nvPicPr>
            <p:blipFill>
              <a:blip r:embed="rId14"/>
            </p:blipFill>
            <p:spPr>
              <a:xfrm>
                <a:off x="778680" y="4550400"/>
                <a:ext cx="1486080" cy="147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2685960" y="4557600"/>
              <a:ext cx="1207800" cy="7560"/>
            </p14:xfrm>
          </p:contentPart>
        </mc:Choice>
        <mc:Fallback xmlns="">
          <p:pic>
            <p:nvPicPr>
              <p:cNvPr id="11" name="墨迹 10"/>
            </p:nvPicPr>
            <p:blipFill>
              <a:blip r:embed="rId16"/>
            </p:blipFill>
            <p:spPr>
              <a:xfrm>
                <a:off x="2685960" y="4557600"/>
                <a:ext cx="1207800" cy="75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4507560" y="2485800"/>
              <a:ext cx="586440" cy="57600"/>
            </p14:xfrm>
          </p:contentPart>
        </mc:Choice>
        <mc:Fallback xmlns="">
          <p:pic>
            <p:nvPicPr>
              <p:cNvPr id="12" name="墨迹 11"/>
            </p:nvPicPr>
            <p:blipFill>
              <a:blip r:embed="rId18"/>
            </p:blipFill>
            <p:spPr>
              <a:xfrm>
                <a:off x="4507560" y="2485800"/>
                <a:ext cx="586440" cy="57600"/>
              </a:xfrm>
              <a:prstGeom prst="rect"/>
            </p:spPr>
          </p:pic>
        </mc:Fallback>
      </mc:AlternateContent>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p:cNvSpPr>
          <p:nvPr>
            <p:ph type="title"/>
          </p:nvPr>
        </p:nvSpPr>
        <p:spPr/>
        <p:txBody>
          <a:bodyPr/>
          <a:lstStyle/>
          <a:p>
            <a:pPr eaLnBrk="1" hangingPunct="1"/>
            <a:r>
              <a:rPr lang="en-US" altLang="zh-CN" smtClean="0"/>
              <a:t> </a:t>
            </a:r>
            <a:endParaRPr lang="zh-CN" altLang="en-US" smtClean="0"/>
          </a:p>
        </p:txBody>
      </p:sp>
      <p:sp>
        <p:nvSpPr>
          <p:cNvPr id="3" name="内容占位符 2"/>
          <p:cNvSpPr>
            <a:spLocks noGrp="1"/>
          </p:cNvSpPr>
          <p:nvPr>
            <p:ph idx="1"/>
          </p:nvPr>
        </p:nvSpPr>
        <p:spPr>
          <a:xfrm>
            <a:off x="395288" y="620713"/>
            <a:ext cx="8291512" cy="5505450"/>
          </a:xfrm>
        </p:spPr>
        <p:txBody>
          <a:bodyPr rtlCol="0">
            <a:normAutofit lnSpcReduction="10000"/>
          </a:bodyPr>
          <a:lstStyle/>
          <a:p>
            <a:pPr eaLnBrk="1" fontAlgn="auto" hangingPunct="1">
              <a:spcAft>
                <a:spcPts val="0"/>
              </a:spcAft>
              <a:buFont typeface="Wingdings 2" panose="05020102010507070707"/>
              <a:buChar char=""/>
              <a:defRPr/>
            </a:pPr>
            <a:r>
              <a:rPr lang="en-US" altLang="zh-CN" b="1" dirty="0" smtClean="0"/>
              <a:t>Keys:</a:t>
            </a:r>
            <a:endParaRPr lang="zh-CN" altLang="zh-CN" dirty="0" smtClean="0"/>
          </a:p>
          <a:p>
            <a:pPr eaLnBrk="1" fontAlgn="auto" hangingPunct="1">
              <a:spcAft>
                <a:spcPts val="0"/>
              </a:spcAft>
              <a:buFont typeface="Wingdings 2" panose="05020102010507070707"/>
              <a:buChar char=""/>
              <a:defRPr/>
            </a:pPr>
            <a:r>
              <a:rPr lang="en-US" altLang="zh-CN" dirty="0" smtClean="0"/>
              <a:t>(1)</a:t>
            </a:r>
            <a:r>
              <a:rPr lang="en-US" altLang="zh-CN" u="sng" dirty="0" smtClean="0"/>
              <a:t>We find both the quality and the pattern satisfactory</a:t>
            </a:r>
            <a:endParaRPr lang="zh-CN" altLang="zh-CN" dirty="0" smtClean="0"/>
          </a:p>
          <a:p>
            <a:pPr eaLnBrk="1" fontAlgn="auto" hangingPunct="1">
              <a:spcAft>
                <a:spcPts val="0"/>
              </a:spcAft>
              <a:buFont typeface="Wingdings 2" panose="05020102010507070707"/>
              <a:buChar char=""/>
              <a:defRPr/>
            </a:pPr>
            <a:r>
              <a:rPr lang="en-US" altLang="zh-CN" dirty="0" smtClean="0"/>
              <a:t>(2)</a:t>
            </a:r>
            <a:r>
              <a:rPr lang="en-US" altLang="zh-CN" u="sng" dirty="0" smtClean="0"/>
              <a:t>place an order for the following items</a:t>
            </a:r>
            <a:endParaRPr lang="zh-CN" altLang="zh-CN" dirty="0" smtClean="0"/>
          </a:p>
          <a:p>
            <a:pPr eaLnBrk="1" fontAlgn="auto" hangingPunct="1">
              <a:spcAft>
                <a:spcPts val="0"/>
              </a:spcAft>
              <a:buFont typeface="Wingdings 2" panose="05020102010507070707"/>
              <a:buChar char=""/>
              <a:defRPr/>
            </a:pPr>
            <a:r>
              <a:rPr lang="en-US" altLang="zh-CN" dirty="0" smtClean="0"/>
              <a:t>(3)</a:t>
            </a:r>
            <a:r>
              <a:rPr lang="en-US" altLang="zh-CN" u="sng" dirty="0" smtClean="0"/>
              <a:t>Our usual terms of payment are cash on delivery</a:t>
            </a:r>
            <a:endParaRPr lang="zh-CN" altLang="zh-CN" dirty="0" smtClean="0"/>
          </a:p>
          <a:p>
            <a:pPr eaLnBrk="1" fontAlgn="auto" hangingPunct="1">
              <a:spcAft>
                <a:spcPts val="0"/>
              </a:spcAft>
              <a:buFont typeface="Wingdings 2" panose="05020102010507070707"/>
              <a:buChar char=""/>
              <a:defRPr/>
            </a:pPr>
            <a:r>
              <a:rPr lang="en-US" altLang="zh-CN" dirty="0" smtClean="0"/>
              <a:t>(4)</a:t>
            </a:r>
            <a:r>
              <a:rPr lang="en-US" altLang="zh-CN" u="sng" dirty="0" smtClean="0"/>
              <a:t>you can make inquiries concerning our financial standing</a:t>
            </a:r>
            <a:r>
              <a:rPr lang="en-US" altLang="zh-CN" dirty="0" smtClean="0"/>
              <a:t>   </a:t>
            </a:r>
            <a:endParaRPr lang="zh-CN" altLang="zh-CN" dirty="0" smtClean="0"/>
          </a:p>
          <a:p>
            <a:pPr eaLnBrk="1" fontAlgn="auto" hangingPunct="1">
              <a:spcAft>
                <a:spcPts val="0"/>
              </a:spcAft>
              <a:buFont typeface="Wingdings 2" panose="05020102010507070707"/>
              <a:buChar char=""/>
              <a:defRPr/>
            </a:pPr>
            <a:r>
              <a:rPr lang="en-US" altLang="zh-CN" dirty="0" smtClean="0"/>
              <a:t>(5)</a:t>
            </a:r>
            <a:r>
              <a:rPr lang="en-US" altLang="zh-CN" u="sng" dirty="0" smtClean="0"/>
              <a:t>we can find a good market for these goods</a:t>
            </a:r>
            <a:endParaRPr lang="zh-CN" altLang="zh-CN" dirty="0" smtClean="0"/>
          </a:p>
          <a:p>
            <a:pPr eaLnBrk="1" fontAlgn="auto" hangingPunct="1">
              <a:spcAft>
                <a:spcPts val="0"/>
              </a:spcAft>
              <a:buFont typeface="Wingdings 2" panose="05020102010507070707"/>
              <a:buChar char=""/>
              <a:defRPr/>
            </a:pPr>
            <a:r>
              <a:rPr lang="en-US" altLang="zh-CN" dirty="0" smtClean="0"/>
              <a:t> </a:t>
            </a:r>
            <a:endParaRPr lang="zh-CN" altLang="zh-CN" dirty="0" smtClean="0"/>
          </a:p>
          <a:p>
            <a:pPr eaLnBrk="1" fontAlgn="auto" hangingPunct="1">
              <a:spcAft>
                <a:spcPts val="0"/>
              </a:spcAft>
              <a:buFont typeface="Wingdings 2" panose="05020102010507070707"/>
              <a:buChar char=""/>
              <a:defRPr/>
            </a:pPr>
            <a:endParaRPr lang="zh-CN" altLang="en-US" dirty="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035800" y="1414440"/>
              <a:ext cx="564840" cy="7560"/>
            </p14:xfrm>
          </p:contentPart>
        </mc:Choice>
        <mc:Fallback xmlns="">
          <p:pic>
            <p:nvPicPr>
              <p:cNvPr id="2" name="墨迹 1"/>
            </p:nvPicPr>
            <p:blipFill>
              <a:blip r:embed="rId2"/>
            </p:blipFill>
            <p:spPr>
              <a:xfrm>
                <a:off x="2035800" y="1414440"/>
                <a:ext cx="564840" cy="75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843120" y="1850040"/>
              <a:ext cx="2050560" cy="64800"/>
            </p14:xfrm>
          </p:contentPart>
        </mc:Choice>
        <mc:Fallback xmlns="">
          <p:pic>
            <p:nvPicPr>
              <p:cNvPr id="4" name="墨迹 3"/>
            </p:nvPicPr>
            <p:blipFill>
              <a:blip r:embed="rId4"/>
            </p:blipFill>
            <p:spPr>
              <a:xfrm>
                <a:off x="843120" y="1850040"/>
                <a:ext cx="2050560" cy="648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1314360" y="2386080"/>
              <a:ext cx="3015000" cy="107280"/>
            </p14:xfrm>
          </p:contentPart>
        </mc:Choice>
        <mc:Fallback xmlns="">
          <p:pic>
            <p:nvPicPr>
              <p:cNvPr id="5" name="墨迹 4"/>
            </p:nvPicPr>
            <p:blipFill>
              <a:blip r:embed="rId6"/>
            </p:blipFill>
            <p:spPr>
              <a:xfrm>
                <a:off x="1314360" y="2386080"/>
                <a:ext cx="3015000" cy="1072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6922440" y="2421720"/>
              <a:ext cx="1093320" cy="43200"/>
            </p14:xfrm>
          </p:contentPart>
        </mc:Choice>
        <mc:Fallback xmlns="">
          <p:pic>
            <p:nvPicPr>
              <p:cNvPr id="6" name="墨迹 5"/>
            </p:nvPicPr>
            <p:blipFill>
              <a:blip r:embed="rId8"/>
            </p:blipFill>
            <p:spPr>
              <a:xfrm>
                <a:off x="6922440" y="2421720"/>
                <a:ext cx="1093320" cy="432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3121920" y="2914560"/>
              <a:ext cx="3022200" cy="100440"/>
            </p14:xfrm>
          </p:contentPart>
        </mc:Choice>
        <mc:Fallback xmlns="">
          <p:pic>
            <p:nvPicPr>
              <p:cNvPr id="7" name="墨迹 6"/>
            </p:nvPicPr>
            <p:blipFill>
              <a:blip r:embed="rId10"/>
            </p:blipFill>
            <p:spPr>
              <a:xfrm>
                <a:off x="3121920" y="2914560"/>
                <a:ext cx="3022200" cy="1004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6950880" y="2985840"/>
              <a:ext cx="1307520" cy="21960"/>
            </p14:xfrm>
          </p:contentPart>
        </mc:Choice>
        <mc:Fallback xmlns="">
          <p:pic>
            <p:nvPicPr>
              <p:cNvPr id="8" name="墨迹 7"/>
            </p:nvPicPr>
            <p:blipFill>
              <a:blip r:embed="rId12"/>
            </p:blipFill>
            <p:spPr>
              <a:xfrm>
                <a:off x="6950880" y="2985840"/>
                <a:ext cx="1307520" cy="219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828720" y="3436200"/>
              <a:ext cx="1393200" cy="71640"/>
            </p14:xfrm>
          </p:contentPart>
        </mc:Choice>
        <mc:Fallback xmlns="">
          <p:pic>
            <p:nvPicPr>
              <p:cNvPr id="9" name="墨迹 8"/>
            </p:nvPicPr>
            <p:blipFill>
              <a:blip r:embed="rId14"/>
            </p:blipFill>
            <p:spPr>
              <a:xfrm>
                <a:off x="828720" y="3436200"/>
                <a:ext cx="1393200" cy="716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2807640" y="3971880"/>
              <a:ext cx="2422080" cy="78840"/>
            </p14:xfrm>
          </p:contentPart>
        </mc:Choice>
        <mc:Fallback xmlns="">
          <p:pic>
            <p:nvPicPr>
              <p:cNvPr id="10" name="墨迹 9"/>
            </p:nvPicPr>
            <p:blipFill>
              <a:blip r:embed="rId16"/>
            </p:blipFill>
            <p:spPr>
              <a:xfrm>
                <a:off x="2807640" y="3971880"/>
                <a:ext cx="2422080" cy="788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5508000" y="3828960"/>
              <a:ext cx="1664640" cy="121680"/>
            </p14:xfrm>
          </p:contentPart>
        </mc:Choice>
        <mc:Fallback xmlns="">
          <p:pic>
            <p:nvPicPr>
              <p:cNvPr id="11" name="墨迹 10"/>
            </p:nvPicPr>
            <p:blipFill>
              <a:blip r:embed="rId18"/>
            </p:blipFill>
            <p:spPr>
              <a:xfrm>
                <a:off x="5508000" y="3828960"/>
                <a:ext cx="1664640" cy="12168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843120" y="4379040"/>
              <a:ext cx="3043440" cy="7560"/>
            </p14:xfrm>
          </p:contentPart>
        </mc:Choice>
        <mc:Fallback xmlns="">
          <p:pic>
            <p:nvPicPr>
              <p:cNvPr id="12" name="墨迹 11"/>
            </p:nvPicPr>
            <p:blipFill>
              <a:blip r:embed="rId20"/>
            </p:blipFill>
            <p:spPr>
              <a:xfrm>
                <a:off x="843120" y="4379040"/>
                <a:ext cx="3043440" cy="7560"/>
              </a:xfrm>
              <a:prstGeom prst="rect"/>
            </p:spPr>
          </p:pic>
        </mc:Fallback>
      </mc:AlternateContent>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p:cNvSpPr>
          <p:nvPr>
            <p:ph type="title"/>
          </p:nvPr>
        </p:nvSpPr>
        <p:spPr/>
        <p:txBody>
          <a:bodyPr/>
          <a:lstStyle/>
          <a:p>
            <a:pPr eaLnBrk="1" hangingPunct="1"/>
            <a:r>
              <a:rPr lang="en-US" altLang="zh-CN" b="1" smtClean="0"/>
              <a:t>Sales Letter</a:t>
            </a:r>
            <a:endParaRPr lang="zh-CN" altLang="en-US" smtClean="0"/>
          </a:p>
        </p:txBody>
      </p:sp>
      <p:sp>
        <p:nvSpPr>
          <p:cNvPr id="36866" name="内容占位符 2"/>
          <p:cNvSpPr>
            <a:spLocks noGrp="1"/>
          </p:cNvSpPr>
          <p:nvPr>
            <p:ph idx="1"/>
          </p:nvPr>
        </p:nvSpPr>
        <p:spPr/>
        <p:txBody>
          <a:bodyPr/>
          <a:lstStyle/>
          <a:p>
            <a:pPr marL="342900" lvl="1" indent="-342900" eaLnBrk="1" hangingPunct="1">
              <a:buClr>
                <a:schemeClr val="accent1"/>
              </a:buClr>
              <a:buFont typeface="Wingdings 2" panose="05020102010507070707" pitchFamily="18" charset="2"/>
              <a:buChar char=""/>
            </a:pPr>
            <a:r>
              <a:rPr lang="en-US" altLang="zh-CN" b="1" smtClean="0"/>
              <a:t>Exercise. Fill in the blanks to complete the following Sales Letter according to the Chinese clues.</a:t>
            </a:r>
            <a:endParaRPr lang="zh-CN" altLang="zh-CN" sz="1100" smtClean="0"/>
          </a:p>
          <a:p>
            <a:pPr eaLnBrk="1" hangingPunct="1"/>
            <a:endParaRPr lang="zh-CN" altLang="en-US"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fontScale="90000"/>
          </a:bodyPr>
          <a:lstStyle/>
          <a:p>
            <a:pPr eaLnBrk="1" fontAlgn="auto" hangingPunct="1">
              <a:spcAft>
                <a:spcPts val="0"/>
              </a:spcAft>
              <a:defRPr/>
            </a:pPr>
            <a:r>
              <a:rPr lang="en-US" altLang="zh-CN" b="1" dirty="0" smtClean="0"/>
              <a:t>Sales Letter</a:t>
            </a:r>
            <a:br>
              <a:rPr lang="zh-CN" altLang="zh-CN" dirty="0" smtClean="0"/>
            </a:br>
            <a:endParaRPr lang="zh-CN" altLang="en-US" dirty="0"/>
          </a:p>
        </p:txBody>
      </p:sp>
      <p:sp>
        <p:nvSpPr>
          <p:cNvPr id="3" name="内容占位符 2"/>
          <p:cNvSpPr>
            <a:spLocks noGrp="1"/>
          </p:cNvSpPr>
          <p:nvPr>
            <p:ph idx="1"/>
          </p:nvPr>
        </p:nvSpPr>
        <p:spPr>
          <a:xfrm>
            <a:off x="323850" y="908050"/>
            <a:ext cx="8424863" cy="5761038"/>
          </a:xfrm>
        </p:spPr>
        <p:txBody>
          <a:bodyPr rtlCol="0">
            <a:normAutofit fontScale="77500" lnSpcReduction="20000"/>
          </a:bodyPr>
          <a:lstStyle/>
          <a:p>
            <a:pPr eaLnBrk="1" fontAlgn="auto" hangingPunct="1">
              <a:spcAft>
                <a:spcPts val="0"/>
              </a:spcAft>
              <a:buFont typeface="Wingdings 2" panose="05020102010507070707"/>
              <a:buChar char=""/>
              <a:defRPr/>
            </a:pPr>
            <a:r>
              <a:rPr lang="en-US" altLang="zh-CN" dirty="0" smtClean="0"/>
              <a:t>Dear Sir/Madam,</a:t>
            </a:r>
            <a:endParaRPr lang="zh-CN" altLang="zh-CN" dirty="0" smtClean="0"/>
          </a:p>
          <a:p>
            <a:pPr eaLnBrk="1" fontAlgn="auto" hangingPunct="1">
              <a:spcAft>
                <a:spcPts val="0"/>
              </a:spcAft>
              <a:buFont typeface="Wingdings 2" panose="05020102010507070707"/>
              <a:buChar char=""/>
              <a:defRPr/>
            </a:pPr>
            <a:r>
              <a:rPr lang="en-US" altLang="zh-CN" dirty="0" smtClean="0"/>
              <a:t>   We are pleased to send you with this letter a copy of our catalog for our electrical appliances. The high quality of our products</a:t>
            </a:r>
            <a:r>
              <a:rPr lang="en-US" altLang="zh-CN" b="1" dirty="0" smtClean="0"/>
              <a:t> </a:t>
            </a:r>
            <a:r>
              <a:rPr lang="en-US" altLang="zh-CN" dirty="0" smtClean="0"/>
              <a:t>is (1)__________(</a:t>
            </a:r>
            <a:r>
              <a:rPr lang="zh-CN" altLang="zh-CN" dirty="0" smtClean="0"/>
              <a:t>众所周知，并得到广泛认可</a:t>
            </a:r>
            <a:r>
              <a:rPr lang="en-US" altLang="zh-CN" dirty="0" smtClean="0"/>
              <a:t>). These items, (2) __________(</a:t>
            </a:r>
            <a:r>
              <a:rPr lang="zh-CN" altLang="zh-CN" dirty="0" smtClean="0"/>
              <a:t>质量上乘，价格适中</a:t>
            </a:r>
            <a:r>
              <a:rPr lang="en-US" altLang="zh-CN" dirty="0" smtClean="0"/>
              <a:t>), are sure to be salable in your market, and we are confident that a trial order would convince you that the goods are (3) __________(</a:t>
            </a:r>
            <a:r>
              <a:rPr lang="zh-CN" altLang="zh-CN" dirty="0" smtClean="0"/>
              <a:t>物有所值</a:t>
            </a:r>
            <a:r>
              <a:rPr lang="en-US" altLang="zh-CN" dirty="0" smtClean="0"/>
              <a:t>).</a:t>
            </a:r>
            <a:endParaRPr lang="zh-CN" altLang="zh-CN" dirty="0" smtClean="0"/>
          </a:p>
          <a:p>
            <a:pPr eaLnBrk="1" fontAlgn="auto" hangingPunct="1">
              <a:spcAft>
                <a:spcPts val="0"/>
              </a:spcAft>
              <a:buFont typeface="Wingdings 2" panose="05020102010507070707"/>
              <a:buChar char=""/>
              <a:defRPr/>
            </a:pPr>
            <a:r>
              <a:rPr lang="en-US" altLang="zh-CN" dirty="0" smtClean="0"/>
              <a:t>   In order to popularize these products, all the catalog prices are (4) __________(</a:t>
            </a:r>
            <a:r>
              <a:rPr lang="zh-CN" altLang="zh-CN" dirty="0" smtClean="0"/>
              <a:t>在目录价格的基础上八折销售</a:t>
            </a:r>
            <a:r>
              <a:rPr lang="en-US" altLang="zh-CN" dirty="0" smtClean="0"/>
              <a:t>) during this month only.</a:t>
            </a:r>
            <a:endParaRPr lang="zh-CN" altLang="zh-CN" dirty="0" smtClean="0"/>
          </a:p>
          <a:p>
            <a:pPr eaLnBrk="1" fontAlgn="auto" hangingPunct="1">
              <a:spcAft>
                <a:spcPts val="0"/>
              </a:spcAft>
              <a:buFont typeface="Wingdings 2" panose="05020102010507070707"/>
              <a:buChar char=""/>
              <a:defRPr/>
            </a:pPr>
            <a:r>
              <a:rPr lang="en-US" altLang="zh-CN" dirty="0" smtClean="0"/>
              <a:t>   We are offering you goods of the very highest quality on unusually generous terms and would welcome your earliest orders.</a:t>
            </a:r>
            <a:endParaRPr lang="zh-CN" altLang="zh-CN" dirty="0" smtClean="0"/>
          </a:p>
          <a:p>
            <a:pPr eaLnBrk="1" fontAlgn="auto" hangingPunct="1">
              <a:spcAft>
                <a:spcPts val="0"/>
              </a:spcAft>
              <a:buFont typeface="Wingdings 2" panose="05020102010507070707"/>
              <a:buChar char=""/>
              <a:defRPr/>
            </a:pPr>
            <a:r>
              <a:rPr lang="en-US" altLang="zh-CN" dirty="0" smtClean="0"/>
              <a:t>                           Respectfully yours,</a:t>
            </a:r>
            <a:endParaRPr lang="zh-CN" altLang="zh-CN" dirty="0" smtClean="0"/>
          </a:p>
          <a:p>
            <a:pPr eaLnBrk="1" fontAlgn="auto" hangingPunct="1">
              <a:spcAft>
                <a:spcPts val="0"/>
              </a:spcAft>
              <a:buFont typeface="Wingdings 2" panose="05020102010507070707"/>
              <a:buChar char=""/>
              <a:defRPr/>
            </a:pPr>
            <a:r>
              <a:rPr lang="en-US" altLang="zh-CN" dirty="0" smtClean="0"/>
              <a:t>                           Michael Zhang</a:t>
            </a:r>
            <a:endParaRPr lang="zh-CN" altLang="zh-CN" dirty="0" smtClean="0"/>
          </a:p>
          <a:p>
            <a:pPr eaLnBrk="1" fontAlgn="auto" hangingPunct="1">
              <a:spcAft>
                <a:spcPts val="0"/>
              </a:spcAft>
              <a:buFont typeface="Wingdings 2" panose="05020102010507070707"/>
              <a:buChar char=""/>
              <a:defRPr/>
            </a:pPr>
            <a:r>
              <a:rPr lang="en-US" altLang="zh-CN" dirty="0" smtClean="0"/>
              <a:t>                           Sales Manager</a:t>
            </a:r>
            <a:endParaRPr lang="zh-CN" altLang="zh-CN" dirty="0" smtClean="0"/>
          </a:p>
          <a:p>
            <a:pPr eaLnBrk="1" fontAlgn="auto" hangingPunct="1">
              <a:spcAft>
                <a:spcPts val="0"/>
              </a:spcAft>
              <a:buFont typeface="Wingdings 2" panose="05020102010507070707"/>
              <a:buChar char=""/>
              <a:defRPr/>
            </a:pPr>
            <a:endParaRPr lang="zh-CN" altLang="en-US"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721440" y="1743120"/>
              <a:ext cx="950400" cy="14400"/>
            </p14:xfrm>
          </p:contentPart>
        </mc:Choice>
        <mc:Fallback xmlns="">
          <p:pic>
            <p:nvPicPr>
              <p:cNvPr id="4" name="墨迹 3"/>
            </p:nvPicPr>
            <p:blipFill>
              <a:blip r:embed="rId2"/>
            </p:blipFill>
            <p:spPr>
              <a:xfrm>
                <a:off x="721440" y="1743120"/>
                <a:ext cx="950400" cy="144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2778840" y="1764360"/>
              <a:ext cx="2815200" cy="78840"/>
            </p14:xfrm>
          </p:contentPart>
        </mc:Choice>
        <mc:Fallback xmlns="">
          <p:pic>
            <p:nvPicPr>
              <p:cNvPr id="5" name="墨迹 4"/>
            </p:nvPicPr>
            <p:blipFill>
              <a:blip r:embed="rId4"/>
            </p:blipFill>
            <p:spPr>
              <a:xfrm>
                <a:off x="2778840" y="1764360"/>
                <a:ext cx="2815200" cy="788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1514520" y="2657520"/>
              <a:ext cx="764640" cy="86040"/>
            </p14:xfrm>
          </p:contentPart>
        </mc:Choice>
        <mc:Fallback xmlns="">
          <p:pic>
            <p:nvPicPr>
              <p:cNvPr id="6" name="墨迹 5"/>
            </p:nvPicPr>
            <p:blipFill>
              <a:blip r:embed="rId6"/>
            </p:blipFill>
            <p:spPr>
              <a:xfrm>
                <a:off x="1514520" y="2657520"/>
                <a:ext cx="764640" cy="860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3135960" y="3029040"/>
              <a:ext cx="1036440" cy="14400"/>
            </p14:xfrm>
          </p:contentPart>
        </mc:Choice>
        <mc:Fallback xmlns="">
          <p:pic>
            <p:nvPicPr>
              <p:cNvPr id="7" name="墨迹 6"/>
            </p:nvPicPr>
            <p:blipFill>
              <a:blip r:embed="rId8"/>
            </p:blipFill>
            <p:spPr>
              <a:xfrm>
                <a:off x="3135960" y="3029040"/>
                <a:ext cx="1036440" cy="144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2457360" y="3686040"/>
              <a:ext cx="1407600" cy="114840"/>
            </p14:xfrm>
          </p:contentPart>
        </mc:Choice>
        <mc:Fallback xmlns="">
          <p:pic>
            <p:nvPicPr>
              <p:cNvPr id="8" name="墨迹 7"/>
            </p:nvPicPr>
            <p:blipFill>
              <a:blip r:embed="rId10"/>
            </p:blipFill>
            <p:spPr>
              <a:xfrm>
                <a:off x="2457360" y="3686040"/>
                <a:ext cx="1407600" cy="1148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8222400" y="4707720"/>
              <a:ext cx="429120" cy="36000"/>
            </p14:xfrm>
          </p:contentPart>
        </mc:Choice>
        <mc:Fallback xmlns="">
          <p:pic>
            <p:nvPicPr>
              <p:cNvPr id="9" name="墨迹 8"/>
            </p:nvPicPr>
            <p:blipFill>
              <a:blip r:embed="rId12"/>
            </p:blipFill>
            <p:spPr>
              <a:xfrm>
                <a:off x="8222400" y="4707720"/>
                <a:ext cx="429120" cy="360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778680" y="4957560"/>
              <a:ext cx="3572280" cy="214920"/>
            </p14:xfrm>
          </p:contentPart>
        </mc:Choice>
        <mc:Fallback xmlns="">
          <p:pic>
            <p:nvPicPr>
              <p:cNvPr id="10" name="墨迹 9"/>
            </p:nvPicPr>
            <p:blipFill>
              <a:blip r:embed="rId14"/>
            </p:blipFill>
            <p:spPr>
              <a:xfrm>
                <a:off x="778680" y="4957560"/>
                <a:ext cx="3572280" cy="214920"/>
              </a:xfrm>
              <a:prstGeom prst="rect"/>
            </p:spPr>
          </p:pic>
        </mc:Fallback>
      </mc:AlternateContent>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p:cNvSpPr>
          <p:nvPr>
            <p:ph type="title"/>
          </p:nvPr>
        </p:nvSpPr>
        <p:spPr/>
        <p:txBody>
          <a:bodyPr/>
          <a:lstStyle/>
          <a:p>
            <a:pPr eaLnBrk="1" hangingPunct="1"/>
            <a:r>
              <a:rPr lang="en-US" altLang="zh-CN" smtClean="0"/>
              <a:t>keys</a:t>
            </a:r>
            <a:endParaRPr lang="zh-CN" altLang="en-US" smtClean="0"/>
          </a:p>
        </p:txBody>
      </p:sp>
      <p:sp>
        <p:nvSpPr>
          <p:cNvPr id="38914" name="内容占位符 2"/>
          <p:cNvSpPr>
            <a:spLocks noGrp="1"/>
          </p:cNvSpPr>
          <p:nvPr>
            <p:ph idx="1"/>
          </p:nvPr>
        </p:nvSpPr>
        <p:spPr/>
        <p:txBody>
          <a:bodyPr/>
          <a:lstStyle/>
          <a:p>
            <a:pPr eaLnBrk="1" hangingPunct="1"/>
            <a:r>
              <a:rPr lang="en-US" altLang="zh-CN" b="1" smtClean="0"/>
              <a:t>Keys:</a:t>
            </a:r>
            <a:endParaRPr lang="zh-CN" altLang="zh-CN" smtClean="0"/>
          </a:p>
          <a:p>
            <a:pPr eaLnBrk="1" hangingPunct="1"/>
            <a:r>
              <a:rPr lang="en-US" altLang="zh-CN" smtClean="0"/>
              <a:t>(1)</a:t>
            </a:r>
            <a:r>
              <a:rPr lang="en-US" altLang="zh-CN" u="sng" smtClean="0"/>
              <a:t>well known and universally acknowledged</a:t>
            </a:r>
            <a:endParaRPr lang="zh-CN" altLang="zh-CN" smtClean="0"/>
          </a:p>
          <a:p>
            <a:pPr eaLnBrk="1" hangingPunct="1"/>
            <a:r>
              <a:rPr lang="en-US" altLang="zh-CN" smtClean="0"/>
              <a:t>(2)</a:t>
            </a:r>
            <a:r>
              <a:rPr lang="en-US" altLang="zh-CN" u="sng" smtClean="0"/>
              <a:t>superior in quality and moderate in price</a:t>
            </a:r>
            <a:endParaRPr lang="zh-CN" altLang="zh-CN" smtClean="0"/>
          </a:p>
          <a:p>
            <a:pPr eaLnBrk="1" hangingPunct="1"/>
            <a:r>
              <a:rPr lang="en-US" altLang="zh-CN" smtClean="0"/>
              <a:t>(3)</a:t>
            </a:r>
            <a:r>
              <a:rPr lang="en-US" altLang="zh-CN" u="sng" smtClean="0"/>
              <a:t>excellent value for money</a:t>
            </a:r>
            <a:endParaRPr lang="zh-CN" altLang="zh-CN" smtClean="0"/>
          </a:p>
          <a:p>
            <a:pPr eaLnBrk="1" hangingPunct="1"/>
            <a:r>
              <a:rPr lang="en-US" altLang="zh-CN" smtClean="0"/>
              <a:t>(4)</a:t>
            </a:r>
            <a:r>
              <a:rPr lang="en-US" altLang="zh-CN" u="sng" smtClean="0"/>
              <a:t>subjected to a special discount of 20%</a:t>
            </a:r>
            <a:endParaRPr lang="zh-CN" altLang="zh-CN" smtClean="0"/>
          </a:p>
          <a:p>
            <a:pPr eaLnBrk="1" hangingPunct="1"/>
            <a:endParaRPr lang="zh-CN" altLang="en-US"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450080" y="2528640"/>
              <a:ext cx="1750680" cy="64800"/>
            </p14:xfrm>
          </p:contentPart>
        </mc:Choice>
        <mc:Fallback xmlns="">
          <p:pic>
            <p:nvPicPr>
              <p:cNvPr id="2" name="墨迹 1"/>
            </p:nvPicPr>
            <p:blipFill>
              <a:blip r:embed="rId2"/>
            </p:blipFill>
            <p:spPr>
              <a:xfrm>
                <a:off x="1450080" y="2528640"/>
                <a:ext cx="1750680" cy="648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365000" y="2521800"/>
              <a:ext cx="1736280" cy="21600"/>
            </p14:xfrm>
          </p:contentPart>
        </mc:Choice>
        <mc:Fallback xmlns="">
          <p:pic>
            <p:nvPicPr>
              <p:cNvPr id="3" name="墨迹 2"/>
            </p:nvPicPr>
            <p:blipFill>
              <a:blip r:embed="rId4"/>
            </p:blipFill>
            <p:spPr>
              <a:xfrm>
                <a:off x="4365000" y="2521800"/>
                <a:ext cx="1736280" cy="21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793080" y="2943000"/>
              <a:ext cx="2557800" cy="107640"/>
            </p14:xfrm>
          </p:contentPart>
        </mc:Choice>
        <mc:Fallback xmlns="">
          <p:pic>
            <p:nvPicPr>
              <p:cNvPr id="4" name="墨迹 3"/>
            </p:nvPicPr>
            <p:blipFill>
              <a:blip r:embed="rId6"/>
            </p:blipFill>
            <p:spPr>
              <a:xfrm>
                <a:off x="793080" y="2943000"/>
                <a:ext cx="2557800" cy="1076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442880" y="3571920"/>
              <a:ext cx="1850760" cy="50400"/>
            </p14:xfrm>
          </p:contentPart>
        </mc:Choice>
        <mc:Fallback xmlns="">
          <p:pic>
            <p:nvPicPr>
              <p:cNvPr id="5" name="墨迹 4"/>
            </p:nvPicPr>
            <p:blipFill>
              <a:blip r:embed="rId8"/>
            </p:blipFill>
            <p:spPr>
              <a:xfrm>
                <a:off x="1442880" y="3571920"/>
                <a:ext cx="1850760" cy="504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5522040" y="3535920"/>
              <a:ext cx="1443600" cy="114840"/>
            </p14:xfrm>
          </p:contentPart>
        </mc:Choice>
        <mc:Fallback xmlns="">
          <p:pic>
            <p:nvPicPr>
              <p:cNvPr id="6" name="墨迹 5"/>
            </p:nvPicPr>
            <p:blipFill>
              <a:blip r:embed="rId10"/>
            </p:blipFill>
            <p:spPr>
              <a:xfrm>
                <a:off x="5522040" y="3535920"/>
                <a:ext cx="1443600" cy="1148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1557360" y="4207680"/>
              <a:ext cx="4222440" cy="21600"/>
            </p14:xfrm>
          </p:contentPart>
        </mc:Choice>
        <mc:Fallback xmlns="">
          <p:pic>
            <p:nvPicPr>
              <p:cNvPr id="7" name="墨迹 6"/>
            </p:nvPicPr>
            <p:blipFill>
              <a:blip r:embed="rId12"/>
            </p:blipFill>
            <p:spPr>
              <a:xfrm>
                <a:off x="1557360" y="4207680"/>
                <a:ext cx="4222440" cy="216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1414440" y="4693320"/>
              <a:ext cx="2165040" cy="128880"/>
            </p14:xfrm>
          </p:contentPart>
        </mc:Choice>
        <mc:Fallback xmlns="">
          <p:pic>
            <p:nvPicPr>
              <p:cNvPr id="8" name="墨迹 7"/>
            </p:nvPicPr>
            <p:blipFill>
              <a:blip r:embed="rId14"/>
            </p:blipFill>
            <p:spPr>
              <a:xfrm>
                <a:off x="1414440" y="4693320"/>
                <a:ext cx="2165040" cy="12888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5172120" y="4707720"/>
              <a:ext cx="1636200" cy="100440"/>
            </p14:xfrm>
          </p:contentPart>
        </mc:Choice>
        <mc:Fallback xmlns="">
          <p:pic>
            <p:nvPicPr>
              <p:cNvPr id="9" name="墨迹 8"/>
            </p:nvPicPr>
            <p:blipFill>
              <a:blip r:embed="rId16"/>
            </p:blipFill>
            <p:spPr>
              <a:xfrm>
                <a:off x="5172120" y="4707720"/>
                <a:ext cx="1636200" cy="100440"/>
              </a:xfrm>
              <a:prstGeom prst="rect"/>
            </p:spPr>
          </p:pic>
        </mc:Fallback>
      </mc:AlternateContent>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p:cNvSpPr>
          <p:nvPr>
            <p:ph type="title"/>
          </p:nvPr>
        </p:nvSpPr>
        <p:spPr/>
        <p:txBody>
          <a:bodyPr/>
          <a:lstStyle/>
          <a:p>
            <a:pPr eaLnBrk="1" hangingPunct="1"/>
            <a:r>
              <a:rPr lang="en-US" altLang="zh-CN" b="1" smtClean="0"/>
              <a:t>Establishing Business Relations</a:t>
            </a:r>
            <a:endParaRPr lang="zh-CN" altLang="en-US" smtClean="0"/>
          </a:p>
        </p:txBody>
      </p:sp>
      <p:sp>
        <p:nvSpPr>
          <p:cNvPr id="39938" name="内容占位符 2"/>
          <p:cNvSpPr>
            <a:spLocks noGrp="1"/>
          </p:cNvSpPr>
          <p:nvPr>
            <p:ph idx="1"/>
          </p:nvPr>
        </p:nvSpPr>
        <p:spPr/>
        <p:txBody>
          <a:bodyPr/>
          <a:lstStyle/>
          <a:p>
            <a:pPr eaLnBrk="1" hangingPunct="1">
              <a:buFont typeface="Wingdings 2" panose="05020102010507070707" pitchFamily="18" charset="2"/>
              <a:buNone/>
            </a:pPr>
            <a:r>
              <a:rPr lang="en-US" altLang="zh-CN" b="1" smtClean="0"/>
              <a:t> </a:t>
            </a:r>
            <a:endParaRPr lang="zh-CN" altLang="zh-CN" smtClean="0"/>
          </a:p>
          <a:p>
            <a:pPr eaLnBrk="1" hangingPunct="1"/>
            <a:r>
              <a:rPr lang="en-US" altLang="zh-CN" b="1" smtClean="0"/>
              <a:t> Exercise. Fill in the blanks to complete the following Letter of Establishing Business Relations according to the Chinese hints.</a:t>
            </a:r>
            <a:endParaRPr lang="zh-CN" altLang="zh-CN"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p:cNvSpPr>
          <p:nvPr>
            <p:ph type="title"/>
          </p:nvPr>
        </p:nvSpPr>
        <p:spPr/>
        <p:txBody>
          <a:bodyPr/>
          <a:lstStyle/>
          <a:p>
            <a:pPr eaLnBrk="1" hangingPunct="1"/>
            <a:r>
              <a:rPr lang="en-US" altLang="zh-CN" smtClean="0"/>
              <a:t> </a:t>
            </a:r>
            <a:endParaRPr lang="zh-CN" altLang="en-US" smtClean="0"/>
          </a:p>
        </p:txBody>
      </p:sp>
      <p:sp>
        <p:nvSpPr>
          <p:cNvPr id="3" name="内容占位符 2"/>
          <p:cNvSpPr>
            <a:spLocks noGrp="1"/>
          </p:cNvSpPr>
          <p:nvPr>
            <p:ph idx="1"/>
          </p:nvPr>
        </p:nvSpPr>
        <p:spPr>
          <a:xfrm>
            <a:off x="323850" y="333375"/>
            <a:ext cx="8640763" cy="6524625"/>
          </a:xfrm>
        </p:spPr>
        <p:txBody>
          <a:bodyPr rtlCol="0">
            <a:normAutofit fontScale="70000" lnSpcReduction="20000"/>
          </a:bodyPr>
          <a:lstStyle/>
          <a:p>
            <a:pPr eaLnBrk="1" fontAlgn="auto" hangingPunct="1">
              <a:spcAft>
                <a:spcPts val="0"/>
              </a:spcAft>
              <a:buFont typeface="Wingdings 2" panose="05020102010507070707"/>
              <a:buChar char=""/>
              <a:defRPr/>
            </a:pPr>
            <a:r>
              <a:rPr lang="en-US" altLang="zh-CN" dirty="0" smtClean="0"/>
              <a:t>Dear Sirs,</a:t>
            </a:r>
            <a:endParaRPr lang="zh-CN" altLang="zh-CN" dirty="0" smtClean="0"/>
          </a:p>
          <a:p>
            <a:pPr eaLnBrk="1" fontAlgn="auto" hangingPunct="1">
              <a:spcAft>
                <a:spcPts val="0"/>
              </a:spcAft>
              <a:buFont typeface="Wingdings 2" panose="05020102010507070707"/>
              <a:buChar char=""/>
              <a:defRPr/>
            </a:pPr>
            <a:r>
              <a:rPr lang="en-US" altLang="zh-CN" dirty="0" smtClean="0"/>
              <a:t>   Learning from China Council for the Promotion </a:t>
            </a:r>
            <a:r>
              <a:rPr lang="en-US" altLang="zh-CN" smtClean="0"/>
              <a:t>of International </a:t>
            </a:r>
            <a:r>
              <a:rPr lang="en-US" altLang="zh-CN" dirty="0" smtClean="0"/>
              <a:t>Trade that you are an importer of textiles, we are glad to (1)__________________</a:t>
            </a:r>
            <a:r>
              <a:rPr lang="zh-CN" altLang="zh-CN" dirty="0" smtClean="0"/>
              <a:t>（与贵公司取得联系）</a:t>
            </a:r>
            <a:r>
              <a:rPr lang="en-US" altLang="zh-CN" dirty="0" smtClean="0"/>
              <a:t>for prospects in the same business line.</a:t>
            </a:r>
            <a:endParaRPr lang="zh-CN" altLang="zh-CN" dirty="0" smtClean="0"/>
          </a:p>
          <a:p>
            <a:pPr eaLnBrk="1" fontAlgn="auto" hangingPunct="1">
              <a:spcAft>
                <a:spcPts val="0"/>
              </a:spcAft>
              <a:buFont typeface="Wingdings 2" panose="05020102010507070707"/>
              <a:buChar char=""/>
              <a:defRPr/>
            </a:pPr>
            <a:r>
              <a:rPr lang="en-US" altLang="zh-CN" dirty="0" smtClean="0"/>
              <a:t>  We are introducing ourselves as one of the leading export / import companies with ten years experience,(2)_____________</a:t>
            </a:r>
            <a:r>
              <a:rPr lang="zh-CN" altLang="zh-CN" dirty="0" smtClean="0"/>
              <a:t>（专门经营对欧洲出口纺织品）</a:t>
            </a:r>
            <a:r>
              <a:rPr lang="en-US" altLang="zh-CN" dirty="0" smtClean="0"/>
              <a:t>. And we would like to establish business relations with you on the basis of (3)____________________</a:t>
            </a:r>
            <a:r>
              <a:rPr lang="zh-CN" altLang="zh-CN" dirty="0" smtClean="0"/>
              <a:t>（平等互利，互通有无）</a:t>
            </a:r>
            <a:r>
              <a:rPr lang="en-US" altLang="zh-CN" dirty="0" smtClean="0"/>
              <a:t>.</a:t>
            </a:r>
            <a:endParaRPr lang="zh-CN" altLang="zh-CN" dirty="0" smtClean="0"/>
          </a:p>
          <a:p>
            <a:pPr eaLnBrk="1" fontAlgn="auto" hangingPunct="1">
              <a:spcAft>
                <a:spcPts val="0"/>
              </a:spcAft>
              <a:buFont typeface="Wingdings 2" panose="05020102010507070707"/>
              <a:buChar char=""/>
              <a:defRPr/>
            </a:pPr>
            <a:r>
              <a:rPr lang="en-US" altLang="zh-CN" dirty="0" smtClean="0"/>
              <a:t>   Our textiles are made of super cotton and silk materials and with the traditional skills. They are magnificent and tasteful and (4)__________________</a:t>
            </a:r>
            <a:r>
              <a:rPr lang="zh-CN" altLang="zh-CN" dirty="0" smtClean="0"/>
              <a:t>（在国内外久负盛名）</a:t>
            </a:r>
            <a:r>
              <a:rPr lang="en-US" altLang="zh-CN" dirty="0" smtClean="0"/>
              <a:t>. We enclose a catalog for your reference and trust some of these items will be of interest to you.</a:t>
            </a:r>
            <a:endParaRPr lang="zh-CN" altLang="zh-CN" dirty="0" smtClean="0"/>
          </a:p>
          <a:p>
            <a:pPr eaLnBrk="1" fontAlgn="auto" hangingPunct="1">
              <a:spcAft>
                <a:spcPts val="0"/>
              </a:spcAft>
              <a:buFont typeface="Wingdings 2" panose="05020102010507070707"/>
              <a:buChar char=""/>
              <a:defRPr/>
            </a:pPr>
            <a:r>
              <a:rPr lang="en-US" altLang="zh-CN" dirty="0" smtClean="0"/>
              <a:t>   We would be very much interested in receiving your inquiries and send you our quotations.</a:t>
            </a:r>
            <a:endParaRPr lang="zh-CN" altLang="zh-CN" dirty="0" smtClean="0"/>
          </a:p>
          <a:p>
            <a:pPr eaLnBrk="1" fontAlgn="auto" hangingPunct="1">
              <a:spcAft>
                <a:spcPts val="0"/>
              </a:spcAft>
              <a:buFont typeface="Wingdings 2" panose="05020102010507070707"/>
              <a:buChar char=""/>
              <a:defRPr/>
            </a:pPr>
            <a:r>
              <a:rPr lang="en-US" altLang="zh-CN" dirty="0" smtClean="0"/>
              <a:t>   We look forward to your favorable reply.</a:t>
            </a:r>
            <a:endParaRPr lang="zh-CN" altLang="zh-CN" dirty="0" smtClean="0"/>
          </a:p>
          <a:p>
            <a:pPr eaLnBrk="1" fontAlgn="auto" hangingPunct="1">
              <a:spcAft>
                <a:spcPts val="0"/>
              </a:spcAft>
              <a:buFont typeface="Wingdings 2" panose="05020102010507070707"/>
              <a:buChar char=""/>
              <a:defRPr/>
            </a:pPr>
            <a:r>
              <a:rPr lang="en-US" altLang="zh-CN" dirty="0" smtClean="0"/>
              <a:t>                              Faithfully yours,</a:t>
            </a:r>
            <a:endParaRPr lang="zh-CN" altLang="zh-CN" dirty="0" smtClean="0"/>
          </a:p>
          <a:p>
            <a:pPr eaLnBrk="1" fontAlgn="auto" hangingPunct="1">
              <a:spcAft>
                <a:spcPts val="0"/>
              </a:spcAft>
              <a:buFont typeface="Wingdings 2" panose="05020102010507070707"/>
              <a:buChar char=""/>
              <a:defRPr/>
            </a:pPr>
            <a:r>
              <a:rPr lang="en-US" altLang="zh-CN" dirty="0" smtClean="0"/>
              <a:t>                              Bill Smith</a:t>
            </a:r>
            <a:endParaRPr lang="zh-CN" altLang="zh-CN" dirty="0" smtClean="0"/>
          </a:p>
          <a:p>
            <a:pPr eaLnBrk="1" fontAlgn="auto" hangingPunct="1">
              <a:spcAft>
                <a:spcPts val="0"/>
              </a:spcAft>
              <a:buFont typeface="Wingdings 2" panose="05020102010507070707"/>
              <a:buChar char=""/>
              <a:defRPr/>
            </a:pPr>
            <a:endParaRPr lang="zh-CN" altLang="en-US" dirty="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743200" y="864360"/>
              <a:ext cx="5736960" cy="36000"/>
            </p14:xfrm>
          </p:contentPart>
        </mc:Choice>
        <mc:Fallback xmlns="">
          <p:pic>
            <p:nvPicPr>
              <p:cNvPr id="2" name="墨迹 1"/>
            </p:nvPicPr>
            <p:blipFill>
              <a:blip r:embed="rId2"/>
            </p:blipFill>
            <p:spPr>
              <a:xfrm>
                <a:off x="2743200" y="864360"/>
                <a:ext cx="5736960" cy="360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771480" y="1092960"/>
              <a:ext cx="643320" cy="36000"/>
            </p14:xfrm>
          </p:contentPart>
        </mc:Choice>
        <mc:Fallback xmlns="">
          <p:pic>
            <p:nvPicPr>
              <p:cNvPr id="4" name="墨迹 3"/>
            </p:nvPicPr>
            <p:blipFill>
              <a:blip r:embed="rId4"/>
            </p:blipFill>
            <p:spPr>
              <a:xfrm>
                <a:off x="771480" y="1092960"/>
                <a:ext cx="643320" cy="360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3293280" y="1035720"/>
              <a:ext cx="986040" cy="57600"/>
            </p14:xfrm>
          </p:contentPart>
        </mc:Choice>
        <mc:Fallback xmlns="">
          <p:pic>
            <p:nvPicPr>
              <p:cNvPr id="5" name="墨迹 4"/>
            </p:nvPicPr>
            <p:blipFill>
              <a:blip r:embed="rId6"/>
            </p:blipFill>
            <p:spPr>
              <a:xfrm>
                <a:off x="3293280" y="1035720"/>
                <a:ext cx="986040" cy="576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6136560" y="1400040"/>
              <a:ext cx="1171800" cy="21960"/>
            </p14:xfrm>
          </p:contentPart>
        </mc:Choice>
        <mc:Fallback xmlns="">
          <p:pic>
            <p:nvPicPr>
              <p:cNvPr id="6" name="墨迹 5"/>
            </p:nvPicPr>
            <p:blipFill>
              <a:blip r:embed="rId8"/>
            </p:blipFill>
            <p:spPr>
              <a:xfrm>
                <a:off x="6136560" y="1400040"/>
                <a:ext cx="1171800" cy="219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771480" y="1650240"/>
              <a:ext cx="1529280" cy="57240"/>
            </p14:xfrm>
          </p:contentPart>
        </mc:Choice>
        <mc:Fallback xmlns="">
          <p:pic>
            <p:nvPicPr>
              <p:cNvPr id="7" name="墨迹 6"/>
            </p:nvPicPr>
            <p:blipFill>
              <a:blip r:embed="rId10"/>
            </p:blipFill>
            <p:spPr>
              <a:xfrm>
                <a:off x="771480" y="1650240"/>
                <a:ext cx="1529280" cy="572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6022080" y="1921680"/>
              <a:ext cx="814680" cy="64440"/>
            </p14:xfrm>
          </p:contentPart>
        </mc:Choice>
        <mc:Fallback xmlns="">
          <p:pic>
            <p:nvPicPr>
              <p:cNvPr id="8" name="墨迹 7"/>
            </p:nvPicPr>
            <p:blipFill>
              <a:blip r:embed="rId12"/>
            </p:blipFill>
            <p:spPr>
              <a:xfrm>
                <a:off x="6022080" y="1921680"/>
                <a:ext cx="814680" cy="6444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3014640" y="2807280"/>
              <a:ext cx="1700640" cy="93240"/>
            </p14:xfrm>
          </p:contentPart>
        </mc:Choice>
        <mc:Fallback xmlns="">
          <p:pic>
            <p:nvPicPr>
              <p:cNvPr id="9" name="墨迹 8"/>
            </p:nvPicPr>
            <p:blipFill>
              <a:blip r:embed="rId14"/>
            </p:blipFill>
            <p:spPr>
              <a:xfrm>
                <a:off x="3014640" y="2807280"/>
                <a:ext cx="1700640" cy="932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4365000" y="3650400"/>
              <a:ext cx="1457640" cy="78840"/>
            </p14:xfrm>
          </p:contentPart>
        </mc:Choice>
        <mc:Fallback xmlns="">
          <p:pic>
            <p:nvPicPr>
              <p:cNvPr id="10" name="墨迹 9"/>
            </p:nvPicPr>
            <p:blipFill>
              <a:blip r:embed="rId16"/>
            </p:blipFill>
            <p:spPr>
              <a:xfrm>
                <a:off x="4365000" y="3650400"/>
                <a:ext cx="1457640" cy="788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8429760" y="3936240"/>
              <a:ext cx="350280" cy="28800"/>
            </p14:xfrm>
          </p:contentPart>
        </mc:Choice>
        <mc:Fallback xmlns="">
          <p:pic>
            <p:nvPicPr>
              <p:cNvPr id="11" name="墨迹 10"/>
            </p:nvPicPr>
            <p:blipFill>
              <a:blip r:embed="rId18"/>
            </p:blipFill>
            <p:spPr>
              <a:xfrm>
                <a:off x="8429760" y="3936240"/>
                <a:ext cx="350280" cy="288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807120" y="4136040"/>
              <a:ext cx="1564920" cy="100440"/>
            </p14:xfrm>
          </p:contentPart>
        </mc:Choice>
        <mc:Fallback xmlns="">
          <p:pic>
            <p:nvPicPr>
              <p:cNvPr id="12" name="墨迹 11"/>
            </p:nvPicPr>
            <p:blipFill>
              <a:blip r:embed="rId20"/>
            </p:blipFill>
            <p:spPr>
              <a:xfrm>
                <a:off x="807120" y="4136040"/>
                <a:ext cx="1564920" cy="10044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7022160" y="4178880"/>
              <a:ext cx="1215000" cy="64800"/>
            </p14:xfrm>
          </p:contentPart>
        </mc:Choice>
        <mc:Fallback xmlns="">
          <p:pic>
            <p:nvPicPr>
              <p:cNvPr id="13" name="墨迹 12"/>
            </p:nvPicPr>
            <p:blipFill>
              <a:blip r:embed="rId22"/>
            </p:blipFill>
            <p:spPr>
              <a:xfrm>
                <a:off x="7022160" y="4178880"/>
                <a:ext cx="1215000" cy="648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7165080" y="4764960"/>
              <a:ext cx="1215000" cy="50040"/>
            </p14:xfrm>
          </p:contentPart>
        </mc:Choice>
        <mc:Fallback xmlns="">
          <p:pic>
            <p:nvPicPr>
              <p:cNvPr id="14" name="墨迹 13"/>
            </p:nvPicPr>
            <p:blipFill>
              <a:blip r:embed="rId24"/>
            </p:blipFill>
            <p:spPr>
              <a:xfrm>
                <a:off x="7165080" y="4764960"/>
                <a:ext cx="1215000" cy="5004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2321640" y="5079240"/>
              <a:ext cx="1364760" cy="57240"/>
            </p14:xfrm>
          </p:contentPart>
        </mc:Choice>
        <mc:Fallback xmlns="">
          <p:pic>
            <p:nvPicPr>
              <p:cNvPr id="15" name="墨迹 14"/>
            </p:nvPicPr>
            <p:blipFill>
              <a:blip r:embed="rId26"/>
            </p:blipFill>
            <p:spPr>
              <a:xfrm>
                <a:off x="2321640" y="5079240"/>
                <a:ext cx="1364760" cy="5724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3914640" y="5429160"/>
              <a:ext cx="1072080" cy="57600"/>
            </p14:xfrm>
          </p:contentPart>
        </mc:Choice>
        <mc:Fallback xmlns="">
          <p:pic>
            <p:nvPicPr>
              <p:cNvPr id="16" name="墨迹 15"/>
            </p:nvPicPr>
            <p:blipFill>
              <a:blip r:embed="rId28"/>
            </p:blipFill>
            <p:spPr>
              <a:xfrm>
                <a:off x="3914640" y="5429160"/>
                <a:ext cx="1072080" cy="57600"/>
              </a:xfrm>
              <a:prstGeom prst="rect"/>
            </p:spPr>
          </p:pic>
        </mc:Fallback>
      </mc:AlternateContent>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p:cNvSpPr>
          <p:nvPr>
            <p:ph type="title"/>
          </p:nvPr>
        </p:nvSpPr>
        <p:spPr/>
        <p:txBody>
          <a:bodyPr/>
          <a:lstStyle/>
          <a:p>
            <a:pPr eaLnBrk="1" hangingPunct="1"/>
            <a:r>
              <a:rPr lang="en-US" altLang="zh-CN" smtClean="0"/>
              <a:t> </a:t>
            </a:r>
            <a:endParaRPr lang="zh-CN" altLang="en-US" smtClean="0"/>
          </a:p>
        </p:txBody>
      </p:sp>
      <p:sp>
        <p:nvSpPr>
          <p:cNvPr id="41986" name="内容占位符 2"/>
          <p:cNvSpPr>
            <a:spLocks noGrp="1"/>
          </p:cNvSpPr>
          <p:nvPr>
            <p:ph idx="1"/>
          </p:nvPr>
        </p:nvSpPr>
        <p:spPr>
          <a:xfrm>
            <a:off x="395288" y="765175"/>
            <a:ext cx="8291512" cy="5360988"/>
          </a:xfrm>
        </p:spPr>
        <p:txBody>
          <a:bodyPr/>
          <a:lstStyle/>
          <a:p>
            <a:pPr eaLnBrk="1" hangingPunct="1"/>
            <a:r>
              <a:rPr lang="en-US" altLang="zh-CN" b="1" smtClean="0"/>
              <a:t>Keys: </a:t>
            </a:r>
            <a:endParaRPr lang="zh-CN" altLang="zh-CN" smtClean="0"/>
          </a:p>
          <a:p>
            <a:pPr eaLnBrk="1" hangingPunct="1"/>
            <a:r>
              <a:rPr lang="en-US" altLang="zh-CN" smtClean="0"/>
              <a:t>(1)</a:t>
            </a:r>
            <a:r>
              <a:rPr lang="en-US" altLang="zh-CN" u="sng" smtClean="0"/>
              <a:t>make/come into contact with you, or: get in touch with</a:t>
            </a:r>
            <a:endParaRPr lang="zh-CN" altLang="zh-CN" smtClean="0"/>
          </a:p>
          <a:p>
            <a:pPr eaLnBrk="1" hangingPunct="1"/>
            <a:r>
              <a:rPr lang="en-US" altLang="zh-CN" smtClean="0"/>
              <a:t>(2)</a:t>
            </a:r>
            <a:r>
              <a:rPr lang="en-US" altLang="zh-CN" u="sng" smtClean="0"/>
              <a:t>specializing in the export of textiles to Europe</a:t>
            </a:r>
            <a:endParaRPr lang="zh-CN" altLang="zh-CN" smtClean="0"/>
          </a:p>
          <a:p>
            <a:pPr eaLnBrk="1" hangingPunct="1"/>
            <a:r>
              <a:rPr lang="en-US" altLang="zh-CN" smtClean="0"/>
              <a:t>(3)</a:t>
            </a:r>
            <a:r>
              <a:rPr lang="en-US" altLang="zh-CN" u="sng" smtClean="0"/>
              <a:t>equality, mutual benefit and the exchange of needed goods</a:t>
            </a:r>
            <a:endParaRPr lang="zh-CN" altLang="zh-CN" smtClean="0"/>
          </a:p>
          <a:p>
            <a:pPr eaLnBrk="1" hangingPunct="1"/>
            <a:r>
              <a:rPr lang="en-US" altLang="zh-CN" smtClean="0"/>
              <a:t>(4)</a:t>
            </a:r>
            <a:r>
              <a:rPr lang="en-US" altLang="zh-CN" u="sng" smtClean="0"/>
              <a:t>have long enjoyed a great fame both at home and abroad</a:t>
            </a:r>
            <a:endParaRPr lang="zh-CN" altLang="zh-CN" smtClean="0"/>
          </a:p>
          <a:p>
            <a:pPr eaLnBrk="1" hangingPunct="1"/>
            <a:endParaRPr lang="zh-CN" altLang="en-US" smtClean="0"/>
          </a:p>
          <a:p>
            <a:pPr eaLnBrk="1" hangingPunct="1"/>
            <a:endParaRPr lang="zh-CN" altLang="en-US"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457280" y="1735920"/>
              <a:ext cx="800640" cy="14400"/>
            </p14:xfrm>
          </p:contentPart>
        </mc:Choice>
        <mc:Fallback xmlns="">
          <p:pic>
            <p:nvPicPr>
              <p:cNvPr id="2" name="墨迹 1"/>
            </p:nvPicPr>
            <p:blipFill>
              <a:blip r:embed="rId2"/>
            </p:blipFill>
            <p:spPr>
              <a:xfrm>
                <a:off x="1457280" y="1735920"/>
                <a:ext cx="800640" cy="144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457520" y="1700280"/>
              <a:ext cx="2593800" cy="71640"/>
            </p14:xfrm>
          </p:contentPart>
        </mc:Choice>
        <mc:Fallback xmlns="">
          <p:pic>
            <p:nvPicPr>
              <p:cNvPr id="3" name="墨迹 2"/>
            </p:nvPicPr>
            <p:blipFill>
              <a:blip r:embed="rId4"/>
            </p:blipFill>
            <p:spPr>
              <a:xfrm>
                <a:off x="4457520" y="1700280"/>
                <a:ext cx="2593800" cy="716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357200" y="2728800"/>
              <a:ext cx="2458080" cy="43200"/>
            </p14:xfrm>
          </p:contentPart>
        </mc:Choice>
        <mc:Fallback xmlns="">
          <p:pic>
            <p:nvPicPr>
              <p:cNvPr id="4" name="墨迹 3"/>
            </p:nvPicPr>
            <p:blipFill>
              <a:blip r:embed="rId6"/>
            </p:blipFill>
            <p:spPr>
              <a:xfrm>
                <a:off x="1357200" y="2728800"/>
                <a:ext cx="2458080" cy="43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400040" y="3807360"/>
              <a:ext cx="1157760" cy="64800"/>
            </p14:xfrm>
          </p:contentPart>
        </mc:Choice>
        <mc:Fallback xmlns="">
          <p:pic>
            <p:nvPicPr>
              <p:cNvPr id="5" name="墨迹 4"/>
            </p:nvPicPr>
            <p:blipFill>
              <a:blip r:embed="rId8"/>
            </p:blipFill>
            <p:spPr>
              <a:xfrm>
                <a:off x="1400040" y="3807360"/>
                <a:ext cx="1157760" cy="648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3079080" y="3828960"/>
              <a:ext cx="1879200" cy="36000"/>
            </p14:xfrm>
          </p:contentPart>
        </mc:Choice>
        <mc:Fallback xmlns="">
          <p:pic>
            <p:nvPicPr>
              <p:cNvPr id="6" name="墨迹 5"/>
            </p:nvPicPr>
            <p:blipFill>
              <a:blip r:embed="rId10"/>
            </p:blipFill>
            <p:spPr>
              <a:xfrm>
                <a:off x="3079080" y="3828960"/>
                <a:ext cx="1879200" cy="360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7043760" y="3757680"/>
              <a:ext cx="1443240" cy="93240"/>
            </p14:xfrm>
          </p:contentPart>
        </mc:Choice>
        <mc:Fallback xmlns="">
          <p:pic>
            <p:nvPicPr>
              <p:cNvPr id="7" name="墨迹 6"/>
            </p:nvPicPr>
            <p:blipFill>
              <a:blip r:embed="rId12"/>
            </p:blipFill>
            <p:spPr>
              <a:xfrm>
                <a:off x="7043760" y="3757680"/>
                <a:ext cx="1443240" cy="9324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971640" y="4321800"/>
              <a:ext cx="2479320" cy="64800"/>
            </p14:xfrm>
          </p:contentPart>
        </mc:Choice>
        <mc:Fallback xmlns="">
          <p:pic>
            <p:nvPicPr>
              <p:cNvPr id="8" name="墨迹 7"/>
            </p:nvPicPr>
            <p:blipFill>
              <a:blip r:embed="rId14"/>
            </p:blipFill>
            <p:spPr>
              <a:xfrm>
                <a:off x="971640" y="4321800"/>
                <a:ext cx="2479320" cy="648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3135960" y="4864680"/>
              <a:ext cx="3665160" cy="79200"/>
            </p14:xfrm>
          </p:contentPart>
        </mc:Choice>
        <mc:Fallback xmlns="">
          <p:pic>
            <p:nvPicPr>
              <p:cNvPr id="9" name="墨迹 8"/>
            </p:nvPicPr>
            <p:blipFill>
              <a:blip r:embed="rId16"/>
            </p:blipFill>
            <p:spPr>
              <a:xfrm>
                <a:off x="3135960" y="4864680"/>
                <a:ext cx="3665160" cy="79200"/>
              </a:xfrm>
              <a:prstGeom prst="rect"/>
            </p:spPr>
          </p:pic>
        </mc:Fallback>
      </mc:AlternateContent>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750" y="549275"/>
            <a:ext cx="8362950" cy="704850"/>
          </a:xfrm>
        </p:spPr>
        <p:txBody>
          <a:bodyPr rtlCol="0">
            <a:normAutofit fontScale="90000"/>
          </a:bodyPr>
          <a:lstStyle/>
          <a:p>
            <a:pPr eaLnBrk="1" fontAlgn="auto" hangingPunct="1">
              <a:spcAft>
                <a:spcPts val="0"/>
              </a:spcAft>
              <a:defRPr/>
            </a:pPr>
            <a:r>
              <a:rPr lang="en-US" altLang="zh-CN" dirty="0" smtClean="0"/>
              <a:t> </a:t>
            </a:r>
            <a:r>
              <a:rPr lang="en-US" altLang="zh-CN" b="1" dirty="0" smtClean="0"/>
              <a:t>Complaints and Claims</a:t>
            </a:r>
            <a:br>
              <a:rPr lang="zh-CN" altLang="zh-CN" dirty="0" smtClean="0"/>
            </a:br>
            <a:endParaRPr lang="zh-CN" altLang="en-US" dirty="0"/>
          </a:p>
        </p:txBody>
      </p:sp>
      <p:sp>
        <p:nvSpPr>
          <p:cNvPr id="3" name="内容占位符 2"/>
          <p:cNvSpPr>
            <a:spLocks noGrp="1"/>
          </p:cNvSpPr>
          <p:nvPr>
            <p:ph idx="1"/>
          </p:nvPr>
        </p:nvSpPr>
        <p:spPr>
          <a:xfrm>
            <a:off x="395288" y="981075"/>
            <a:ext cx="8424862" cy="5876925"/>
          </a:xfrm>
        </p:spPr>
        <p:txBody>
          <a:bodyPr rtlCol="0">
            <a:normAutofit fontScale="62500" lnSpcReduction="20000"/>
          </a:bodyPr>
          <a:lstStyle/>
          <a:p>
            <a:pPr eaLnBrk="1" fontAlgn="auto" hangingPunct="1">
              <a:spcAft>
                <a:spcPts val="0"/>
              </a:spcAft>
              <a:buFont typeface="Wingdings 2" panose="05020102010507070707"/>
              <a:buChar char=""/>
              <a:defRPr/>
            </a:pPr>
            <a:r>
              <a:rPr lang="en-US" altLang="zh-CN" b="1" dirty="0" smtClean="0"/>
              <a:t> </a:t>
            </a:r>
            <a:endParaRPr lang="zh-CN" altLang="zh-CN" dirty="0" smtClean="0"/>
          </a:p>
          <a:p>
            <a:pPr eaLnBrk="1" fontAlgn="auto" hangingPunct="1">
              <a:spcAft>
                <a:spcPts val="0"/>
              </a:spcAft>
              <a:buFont typeface="Wingdings 2" panose="05020102010507070707"/>
              <a:buChar char=""/>
              <a:defRPr/>
            </a:pPr>
            <a:r>
              <a:rPr lang="en-US" altLang="zh-CN" b="1" dirty="0" smtClean="0"/>
              <a:t> Exercise. Fill in the blanks to complete the following Letter of Complaints and Claims according to the Chinese hints.</a:t>
            </a:r>
            <a:endParaRPr lang="zh-CN" altLang="zh-CN" dirty="0" smtClean="0"/>
          </a:p>
          <a:p>
            <a:pPr eaLnBrk="1" fontAlgn="auto" hangingPunct="1">
              <a:spcAft>
                <a:spcPts val="0"/>
              </a:spcAft>
              <a:buFont typeface="Wingdings 2" panose="05020102010507070707"/>
              <a:buChar char=""/>
              <a:defRPr/>
            </a:pPr>
            <a:r>
              <a:rPr lang="en-US" altLang="zh-CN" dirty="0" smtClean="0"/>
              <a:t>Dear Sir,</a:t>
            </a:r>
            <a:endParaRPr lang="zh-CN" altLang="zh-CN" dirty="0" smtClean="0"/>
          </a:p>
          <a:p>
            <a:pPr eaLnBrk="1" fontAlgn="auto" hangingPunct="1">
              <a:spcAft>
                <a:spcPts val="0"/>
              </a:spcAft>
              <a:buFont typeface="Wingdings 2" panose="05020102010507070707"/>
              <a:buChar char=""/>
              <a:defRPr/>
            </a:pPr>
            <a:r>
              <a:rPr lang="en-US" altLang="zh-CN" dirty="0" smtClean="0"/>
              <a:t>   On August 31, our order No. 136 for the toys was duly received, but we regret to say that 25% of them are broken and (1)_______________(</a:t>
            </a:r>
            <a:r>
              <a:rPr lang="zh-CN" altLang="zh-CN" dirty="0" smtClean="0"/>
              <a:t>另有一些玩具被严重刮破</a:t>
            </a:r>
            <a:r>
              <a:rPr lang="en-US" altLang="zh-CN" dirty="0" smtClean="0"/>
              <a:t>).</a:t>
            </a:r>
            <a:endParaRPr lang="zh-CN" altLang="zh-CN" dirty="0" smtClean="0"/>
          </a:p>
          <a:p>
            <a:pPr eaLnBrk="1" fontAlgn="auto" hangingPunct="1">
              <a:spcAft>
                <a:spcPts val="0"/>
              </a:spcAft>
              <a:buFont typeface="Wingdings 2" panose="05020102010507070707"/>
              <a:buChar char=""/>
              <a:defRPr/>
            </a:pPr>
            <a:r>
              <a:rPr lang="en-US" altLang="zh-CN" dirty="0" smtClean="0"/>
              <a:t>   We had the case investigated immediately, and the result shows the damage was due to improper packing, (2) _______________</a:t>
            </a:r>
            <a:r>
              <a:rPr lang="zh-CN" altLang="zh-CN" dirty="0" smtClean="0"/>
              <a:t>（这肯定是供货方造成的）</a:t>
            </a:r>
            <a:r>
              <a:rPr lang="en-US" altLang="zh-CN" dirty="0" smtClean="0"/>
              <a:t>.</a:t>
            </a:r>
            <a:endParaRPr lang="zh-CN" altLang="zh-CN" dirty="0" smtClean="0"/>
          </a:p>
          <a:p>
            <a:pPr eaLnBrk="1" fontAlgn="auto" hangingPunct="1">
              <a:spcAft>
                <a:spcPts val="0"/>
              </a:spcAft>
              <a:buFont typeface="Wingdings 2" panose="05020102010507070707"/>
              <a:buChar char=""/>
              <a:defRPr/>
            </a:pPr>
            <a:r>
              <a:rPr lang="en-US" altLang="zh-CN" dirty="0" smtClean="0"/>
              <a:t>   Needless to say, (3) _______________</a:t>
            </a:r>
            <a:r>
              <a:rPr lang="zh-CN" altLang="zh-CN" dirty="0" smtClean="0"/>
              <a:t>（我们遭受了严重损失）</a:t>
            </a:r>
            <a:r>
              <a:rPr lang="en-US" altLang="zh-CN" dirty="0" smtClean="0"/>
              <a:t>from this, as we cannot sell the toys in this condition to our customers. We trust you can understand that (4) _______________</a:t>
            </a:r>
            <a:r>
              <a:rPr lang="zh-CN" altLang="zh-CN" dirty="0" smtClean="0"/>
              <a:t>（我们期待得到赔偿）</a:t>
            </a:r>
            <a:r>
              <a:rPr lang="en-US" altLang="zh-CN" dirty="0" smtClean="0"/>
              <a:t>for our damaged goods. We ask you to conduct investigation at your end and reply to us.</a:t>
            </a:r>
            <a:endParaRPr lang="zh-CN" altLang="zh-CN" dirty="0" smtClean="0"/>
          </a:p>
          <a:p>
            <a:pPr eaLnBrk="1" fontAlgn="auto" hangingPunct="1">
              <a:spcAft>
                <a:spcPts val="0"/>
              </a:spcAft>
              <a:buFont typeface="Wingdings 2" panose="05020102010507070707"/>
              <a:buChar char=""/>
              <a:defRPr/>
            </a:pPr>
            <a:r>
              <a:rPr lang="en-US" altLang="zh-CN" dirty="0" smtClean="0"/>
              <a:t>                           Sincerely yours,</a:t>
            </a:r>
            <a:endParaRPr lang="zh-CN" altLang="zh-CN" dirty="0" smtClean="0"/>
          </a:p>
          <a:p>
            <a:pPr eaLnBrk="1" fontAlgn="auto" hangingPunct="1">
              <a:spcAft>
                <a:spcPts val="0"/>
              </a:spcAft>
              <a:buFont typeface="Wingdings 2" panose="05020102010507070707"/>
              <a:buChar char=""/>
              <a:defRPr/>
            </a:pPr>
            <a:r>
              <a:rPr lang="en-US" altLang="zh-CN" dirty="0" smtClean="0"/>
              <a:t>                           Jane Green</a:t>
            </a:r>
            <a:endParaRPr lang="zh-CN" altLang="zh-CN" dirty="0" smtClean="0"/>
          </a:p>
          <a:p>
            <a:pPr eaLnBrk="1" fontAlgn="auto" hangingPunct="1">
              <a:spcAft>
                <a:spcPts val="0"/>
              </a:spcAft>
              <a:buFont typeface="Wingdings 2" panose="05020102010507070707"/>
              <a:buChar char=""/>
              <a:defRPr/>
            </a:pPr>
            <a:r>
              <a:rPr lang="en-US" altLang="zh-CN" dirty="0" smtClean="0"/>
              <a:t>                           General Manager</a:t>
            </a:r>
            <a:endParaRPr lang="zh-CN" altLang="zh-CN" dirty="0" smtClean="0"/>
          </a:p>
          <a:p>
            <a:pPr eaLnBrk="1" fontAlgn="auto" hangingPunct="1">
              <a:spcAft>
                <a:spcPts val="0"/>
              </a:spcAft>
              <a:buFont typeface="Wingdings 2" panose="05020102010507070707"/>
              <a:buChar char=""/>
              <a:defRPr/>
            </a:pPr>
            <a:r>
              <a:rPr lang="en-US" altLang="zh-CN" dirty="0" smtClean="0"/>
              <a:t> </a:t>
            </a:r>
            <a:endParaRPr lang="zh-CN" altLang="zh-CN" dirty="0" smtClean="0"/>
          </a:p>
          <a:p>
            <a:pPr eaLnBrk="1" fontAlgn="auto" hangingPunct="1">
              <a:spcAft>
                <a:spcPts val="0"/>
              </a:spcAft>
              <a:buFont typeface="Wingdings 2" panose="05020102010507070707"/>
              <a:buChar char=""/>
              <a:defRPr/>
            </a:pPr>
            <a:r>
              <a:rPr lang="en-US" altLang="zh-CN" dirty="0" smtClean="0"/>
              <a:t> </a:t>
            </a:r>
            <a:endParaRPr lang="zh-CN" altLang="zh-CN" dirty="0" smtClean="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6300720" y="2314440"/>
              <a:ext cx="493200" cy="14760"/>
            </p14:xfrm>
          </p:contentPart>
        </mc:Choice>
        <mc:Fallback xmlns="">
          <p:pic>
            <p:nvPicPr>
              <p:cNvPr id="4" name="墨迹 3"/>
            </p:nvPicPr>
            <p:blipFill>
              <a:blip r:embed="rId2"/>
            </p:blipFill>
            <p:spPr>
              <a:xfrm>
                <a:off x="6300720" y="2314440"/>
                <a:ext cx="493200" cy="147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1457280" y="3093120"/>
              <a:ext cx="2700720" cy="93240"/>
            </p14:xfrm>
          </p:contentPart>
        </mc:Choice>
        <mc:Fallback xmlns="">
          <p:pic>
            <p:nvPicPr>
              <p:cNvPr id="5" name="墨迹 4"/>
            </p:nvPicPr>
            <p:blipFill>
              <a:blip r:embed="rId4"/>
            </p:blipFill>
            <p:spPr>
              <a:xfrm>
                <a:off x="1457280" y="3093120"/>
                <a:ext cx="2700720" cy="932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2164680" y="3328920"/>
              <a:ext cx="779040" cy="50400"/>
            </p14:xfrm>
          </p:contentPart>
        </mc:Choice>
        <mc:Fallback xmlns="">
          <p:pic>
            <p:nvPicPr>
              <p:cNvPr id="6" name="墨迹 5"/>
            </p:nvPicPr>
            <p:blipFill>
              <a:blip r:embed="rId6"/>
            </p:blipFill>
            <p:spPr>
              <a:xfrm>
                <a:off x="2164680" y="3328920"/>
                <a:ext cx="779040" cy="504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2979000" y="3371760"/>
              <a:ext cx="1907640" cy="50400"/>
            </p14:xfrm>
          </p:contentPart>
        </mc:Choice>
        <mc:Fallback xmlns="">
          <p:pic>
            <p:nvPicPr>
              <p:cNvPr id="7" name="墨迹 6"/>
            </p:nvPicPr>
            <p:blipFill>
              <a:blip r:embed="rId8"/>
            </p:blipFill>
            <p:spPr>
              <a:xfrm>
                <a:off x="2979000" y="3371760"/>
                <a:ext cx="1907640" cy="504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4229280" y="4564800"/>
              <a:ext cx="2043360" cy="78840"/>
            </p14:xfrm>
          </p:contentPart>
        </mc:Choice>
        <mc:Fallback xmlns="">
          <p:pic>
            <p:nvPicPr>
              <p:cNvPr id="8" name="墨迹 7"/>
            </p:nvPicPr>
            <p:blipFill>
              <a:blip r:embed="rId10"/>
            </p:blipFill>
            <p:spPr>
              <a:xfrm>
                <a:off x="4229280" y="4564800"/>
                <a:ext cx="2043360" cy="788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7436520" y="4643280"/>
              <a:ext cx="386280" cy="43200"/>
            </p14:xfrm>
          </p:contentPart>
        </mc:Choice>
        <mc:Fallback xmlns="">
          <p:pic>
            <p:nvPicPr>
              <p:cNvPr id="9" name="墨迹 8"/>
            </p:nvPicPr>
            <p:blipFill>
              <a:blip r:embed="rId12"/>
            </p:blipFill>
            <p:spPr>
              <a:xfrm>
                <a:off x="7436520" y="4643280"/>
                <a:ext cx="386280" cy="432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5872320" y="642960"/>
              <a:ext cx="1421640" cy="43200"/>
            </p14:xfrm>
          </p:contentPart>
        </mc:Choice>
        <mc:Fallback xmlns="">
          <p:pic>
            <p:nvPicPr>
              <p:cNvPr id="10" name="墨迹 9"/>
            </p:nvPicPr>
            <p:blipFill>
              <a:blip r:embed="rId14"/>
            </p:blipFill>
            <p:spPr>
              <a:xfrm>
                <a:off x="5872320" y="642960"/>
                <a:ext cx="1421640" cy="43200"/>
              </a:xfrm>
              <a:prstGeom prst="rect"/>
            </p:spPr>
          </p:pic>
        </mc:Fallback>
      </mc:AlternateContent>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p:cNvSpPr>
          <p:nvPr>
            <p:ph type="title"/>
          </p:nvPr>
        </p:nvSpPr>
        <p:spPr/>
        <p:txBody>
          <a:bodyPr/>
          <a:lstStyle/>
          <a:p>
            <a:pPr eaLnBrk="1" hangingPunct="1"/>
            <a:r>
              <a:rPr lang="en-US" altLang="zh-CN" smtClean="0"/>
              <a:t> </a:t>
            </a:r>
            <a:endParaRPr lang="zh-CN" altLang="en-US" smtClean="0"/>
          </a:p>
        </p:txBody>
      </p:sp>
      <p:sp>
        <p:nvSpPr>
          <p:cNvPr id="44034" name="内容占位符 2"/>
          <p:cNvSpPr>
            <a:spLocks noGrp="1"/>
          </p:cNvSpPr>
          <p:nvPr>
            <p:ph idx="1"/>
          </p:nvPr>
        </p:nvSpPr>
        <p:spPr>
          <a:xfrm>
            <a:off x="323850" y="1125538"/>
            <a:ext cx="8362950" cy="5000625"/>
          </a:xfrm>
        </p:spPr>
        <p:txBody>
          <a:bodyPr/>
          <a:lstStyle/>
          <a:p>
            <a:pPr eaLnBrk="1" hangingPunct="1"/>
            <a:r>
              <a:rPr lang="en-US" altLang="zh-CN" b="1" smtClean="0"/>
              <a:t>Keys:</a:t>
            </a:r>
            <a:endParaRPr lang="zh-CN" altLang="zh-CN" smtClean="0"/>
          </a:p>
          <a:p>
            <a:pPr eaLnBrk="1" hangingPunct="1"/>
            <a:r>
              <a:rPr lang="en-US" altLang="zh-CN" smtClean="0"/>
              <a:t>(1)some others are badly scratched</a:t>
            </a:r>
            <a:endParaRPr lang="zh-CN" altLang="zh-CN" smtClean="0"/>
          </a:p>
          <a:p>
            <a:pPr eaLnBrk="1" hangingPunct="1"/>
            <a:r>
              <a:rPr lang="en-US" altLang="zh-CN" smtClean="0"/>
              <a:t>(2)for which the suppliers are definitely responsible</a:t>
            </a:r>
            <a:endParaRPr lang="zh-CN" altLang="zh-CN" smtClean="0"/>
          </a:p>
          <a:p>
            <a:pPr eaLnBrk="1" hangingPunct="1"/>
            <a:r>
              <a:rPr lang="en-US" altLang="zh-CN" smtClean="0"/>
              <a:t>(3)we have suffered a great loss</a:t>
            </a:r>
            <a:endParaRPr lang="zh-CN" altLang="zh-CN" smtClean="0"/>
          </a:p>
          <a:p>
            <a:pPr eaLnBrk="1" hangingPunct="1"/>
            <a:r>
              <a:rPr lang="en-US" altLang="zh-CN" smtClean="0"/>
              <a:t>(4)we expect the compensation</a:t>
            </a:r>
            <a:endParaRPr lang="zh-CN" altLang="zh-CN" smtClean="0"/>
          </a:p>
          <a:p>
            <a:pPr eaLnBrk="1" hangingPunct="1"/>
            <a:endParaRPr lang="zh-CN" altLang="en-US" smtClean="0"/>
          </a:p>
          <a:p>
            <a:pPr eaLnBrk="1" hangingPunct="1"/>
            <a:endParaRPr lang="zh-CN" altLang="en-US"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243400" y="1964520"/>
              <a:ext cx="1715040" cy="143280"/>
            </p14:xfrm>
          </p:contentPart>
        </mc:Choice>
        <mc:Fallback xmlns="">
          <p:pic>
            <p:nvPicPr>
              <p:cNvPr id="2" name="墨迹 1"/>
            </p:nvPicPr>
            <p:blipFill>
              <a:blip r:embed="rId2"/>
            </p:blipFill>
            <p:spPr>
              <a:xfrm>
                <a:off x="5243400" y="1964520"/>
                <a:ext cx="1715040" cy="1432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707640" y="2628720"/>
              <a:ext cx="1500480" cy="57600"/>
            </p14:xfrm>
          </p:contentPart>
        </mc:Choice>
        <mc:Fallback xmlns="">
          <p:pic>
            <p:nvPicPr>
              <p:cNvPr id="3" name="墨迹 2"/>
            </p:nvPicPr>
            <p:blipFill>
              <a:blip r:embed="rId4"/>
            </p:blipFill>
            <p:spPr>
              <a:xfrm>
                <a:off x="3707640" y="2628720"/>
                <a:ext cx="1500480" cy="57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300320" y="2571840"/>
              <a:ext cx="421560" cy="28800"/>
            </p14:xfrm>
          </p:contentPart>
        </mc:Choice>
        <mc:Fallback xmlns="">
          <p:pic>
            <p:nvPicPr>
              <p:cNvPr id="4" name="墨迹 3"/>
            </p:nvPicPr>
            <p:blipFill>
              <a:blip r:embed="rId6"/>
            </p:blipFill>
            <p:spPr>
              <a:xfrm>
                <a:off x="1300320" y="2571840"/>
                <a:ext cx="421560" cy="288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357200" y="2643120"/>
              <a:ext cx="350640" cy="7560"/>
            </p14:xfrm>
          </p:contentPart>
        </mc:Choice>
        <mc:Fallback xmlns="">
          <p:pic>
            <p:nvPicPr>
              <p:cNvPr id="5" name="墨迹 4"/>
            </p:nvPicPr>
            <p:blipFill>
              <a:blip r:embed="rId8"/>
            </p:blipFill>
            <p:spPr>
              <a:xfrm>
                <a:off x="1357200" y="2643120"/>
                <a:ext cx="350640" cy="75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257120" y="2336040"/>
              <a:ext cx="429120" cy="357480"/>
            </p14:xfrm>
          </p:contentPart>
        </mc:Choice>
        <mc:Fallback xmlns="">
          <p:pic>
            <p:nvPicPr>
              <p:cNvPr id="6" name="墨迹 5"/>
            </p:nvPicPr>
            <p:blipFill>
              <a:blip r:embed="rId10"/>
            </p:blipFill>
            <p:spPr>
              <a:xfrm>
                <a:off x="1257120" y="2336040"/>
                <a:ext cx="429120" cy="3574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5579280" y="3664800"/>
              <a:ext cx="1043280" cy="21600"/>
            </p14:xfrm>
          </p:contentPart>
        </mc:Choice>
        <mc:Fallback xmlns="">
          <p:pic>
            <p:nvPicPr>
              <p:cNvPr id="7" name="墨迹 6"/>
            </p:nvPicPr>
            <p:blipFill>
              <a:blip r:embed="rId12"/>
            </p:blipFill>
            <p:spPr>
              <a:xfrm>
                <a:off x="5579280" y="3664800"/>
                <a:ext cx="1043280" cy="216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3693240" y="4329000"/>
              <a:ext cx="2679480" cy="207720"/>
            </p14:xfrm>
          </p:contentPart>
        </mc:Choice>
        <mc:Fallback xmlns="">
          <p:pic>
            <p:nvPicPr>
              <p:cNvPr id="8" name="墨迹 7"/>
            </p:nvPicPr>
            <p:blipFill>
              <a:blip r:embed="rId14"/>
            </p:blipFill>
            <p:spPr>
              <a:xfrm>
                <a:off x="3693240" y="4329000"/>
                <a:ext cx="2679480" cy="207720"/>
              </a:xfrm>
              <a:prstGeom prst="rect"/>
            </p:spPr>
          </p:pic>
        </mc:Fallback>
      </mc:AlternateContent>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188" y="549275"/>
            <a:ext cx="8137525" cy="576263"/>
          </a:xfrm>
        </p:spPr>
        <p:txBody>
          <a:bodyPr rtlCol="0">
            <a:normAutofit fontScale="90000"/>
          </a:bodyPr>
          <a:lstStyle/>
          <a:p>
            <a:pPr eaLnBrk="1" fontAlgn="auto" hangingPunct="1">
              <a:spcAft>
                <a:spcPts val="0"/>
              </a:spcAft>
              <a:defRPr/>
            </a:pPr>
            <a:r>
              <a:rPr lang="en-US" altLang="zh-CN" sz="2700" b="1" dirty="0" smtClean="0"/>
              <a:t>Put the following parts into proper order to make a complete letter of apology:</a:t>
            </a:r>
            <a:br>
              <a:rPr lang="zh-CN" altLang="zh-CN" dirty="0" smtClean="0"/>
            </a:br>
            <a:endParaRPr lang="zh-CN" altLang="en-US" dirty="0"/>
          </a:p>
        </p:txBody>
      </p:sp>
      <p:sp>
        <p:nvSpPr>
          <p:cNvPr id="3" name="内容占位符 2"/>
          <p:cNvSpPr>
            <a:spLocks noGrp="1"/>
          </p:cNvSpPr>
          <p:nvPr>
            <p:ph idx="1"/>
          </p:nvPr>
        </p:nvSpPr>
        <p:spPr>
          <a:xfrm>
            <a:off x="539750" y="908050"/>
            <a:ext cx="8147050" cy="5218113"/>
          </a:xfrm>
        </p:spPr>
        <p:txBody>
          <a:bodyPr rtlCol="0">
            <a:normAutofit fontScale="77500" lnSpcReduction="20000"/>
          </a:bodyPr>
          <a:lstStyle/>
          <a:p>
            <a:pPr eaLnBrk="1" fontAlgn="auto" hangingPunct="1">
              <a:spcAft>
                <a:spcPts val="0"/>
              </a:spcAft>
              <a:buFont typeface="Wingdings 2" panose="05020102010507070707"/>
              <a:buChar char=""/>
              <a:defRPr/>
            </a:pPr>
            <a:r>
              <a:rPr lang="en-US" altLang="zh-CN" dirty="0" smtClean="0"/>
              <a:t>(a)</a:t>
            </a:r>
            <a:r>
              <a:rPr lang="zh-CN" altLang="zh-CN" dirty="0" smtClean="0"/>
              <a:t>•</a:t>
            </a:r>
            <a:r>
              <a:rPr lang="en-US" altLang="zh-CN" dirty="0" smtClean="0"/>
              <a:t>Next week, I shall call on you and we will discuss our thesis which you mentioned in your letter. </a:t>
            </a:r>
            <a:endParaRPr lang="zh-CN" altLang="zh-CN" dirty="0" smtClean="0"/>
          </a:p>
          <a:p>
            <a:pPr eaLnBrk="1" fontAlgn="auto" hangingPunct="1">
              <a:spcAft>
                <a:spcPts val="0"/>
              </a:spcAft>
              <a:buFont typeface="Wingdings 2" panose="05020102010507070707"/>
              <a:buChar char=""/>
              <a:defRPr/>
            </a:pPr>
            <a:r>
              <a:rPr lang="en-US" altLang="zh-CN" dirty="0" smtClean="0"/>
              <a:t>(b)</a:t>
            </a:r>
            <a:r>
              <a:rPr lang="zh-CN" altLang="zh-CN" dirty="0" smtClean="0"/>
              <a:t>•</a:t>
            </a:r>
            <a:r>
              <a:rPr lang="en-US" altLang="zh-CN" dirty="0" smtClean="0"/>
              <a:t>Now the first thing I hasten to do is to write you these few lines, to express my deep regret. </a:t>
            </a:r>
            <a:endParaRPr lang="zh-CN" altLang="zh-CN" dirty="0" smtClean="0"/>
          </a:p>
          <a:p>
            <a:pPr eaLnBrk="1" fontAlgn="auto" hangingPunct="1">
              <a:spcAft>
                <a:spcPts val="0"/>
              </a:spcAft>
              <a:buFont typeface="Wingdings 2" panose="05020102010507070707"/>
              <a:buChar char=""/>
              <a:defRPr/>
            </a:pPr>
            <a:r>
              <a:rPr lang="en-US" altLang="zh-CN" dirty="0" smtClean="0"/>
              <a:t>(c)</a:t>
            </a:r>
            <a:r>
              <a:rPr lang="zh-CN" altLang="zh-CN" dirty="0" smtClean="0"/>
              <a:t>•</a:t>
            </a:r>
            <a:r>
              <a:rPr lang="en-US" altLang="zh-CN" dirty="0" smtClean="0"/>
              <a:t>Dear </a:t>
            </a:r>
            <a:r>
              <a:rPr lang="en-US" altLang="zh-CN" dirty="0" err="1" smtClean="0"/>
              <a:t>Mr.Wood</a:t>
            </a:r>
            <a:r>
              <a:rPr lang="en-US" altLang="zh-CN" dirty="0" smtClean="0"/>
              <a:t>,    (d)</a:t>
            </a:r>
            <a:r>
              <a:rPr lang="zh-CN" altLang="zh-CN" dirty="0" smtClean="0"/>
              <a:t>•</a:t>
            </a:r>
            <a:r>
              <a:rPr lang="en-US" altLang="zh-CN" dirty="0" smtClean="0"/>
              <a:t>With kind regards, </a:t>
            </a:r>
            <a:endParaRPr lang="zh-CN" altLang="zh-CN" dirty="0" smtClean="0"/>
          </a:p>
          <a:p>
            <a:pPr eaLnBrk="1" fontAlgn="auto" hangingPunct="1">
              <a:spcAft>
                <a:spcPts val="0"/>
              </a:spcAft>
              <a:buFont typeface="Wingdings 2" panose="05020102010507070707"/>
              <a:buChar char=""/>
              <a:defRPr/>
            </a:pPr>
            <a:r>
              <a:rPr lang="en-US" altLang="zh-CN" dirty="0" smtClean="0"/>
              <a:t>(e)</a:t>
            </a:r>
            <a:r>
              <a:rPr lang="zh-CN" altLang="zh-CN" dirty="0" smtClean="0"/>
              <a:t>•</a:t>
            </a:r>
            <a:r>
              <a:rPr lang="en-US" altLang="zh-CN" dirty="0" smtClean="0"/>
              <a:t>The reason for my delay is that I was out of town about a month on an urgent business tour when your letter arrived. </a:t>
            </a:r>
            <a:endParaRPr lang="zh-CN" altLang="zh-CN" dirty="0" smtClean="0"/>
          </a:p>
          <a:p>
            <a:pPr eaLnBrk="1" fontAlgn="auto" hangingPunct="1">
              <a:spcAft>
                <a:spcPts val="0"/>
              </a:spcAft>
              <a:buFont typeface="Wingdings 2" panose="05020102010507070707"/>
              <a:buChar char=""/>
              <a:defRPr/>
            </a:pPr>
            <a:r>
              <a:rPr lang="en-US" altLang="zh-CN" dirty="0" smtClean="0"/>
              <a:t>(f)</a:t>
            </a:r>
            <a:r>
              <a:rPr lang="zh-CN" altLang="zh-CN" dirty="0" smtClean="0"/>
              <a:t>•</a:t>
            </a:r>
            <a:r>
              <a:rPr lang="en-US" altLang="zh-CN" dirty="0" smtClean="0"/>
              <a:t>Wang </a:t>
            </a:r>
            <a:r>
              <a:rPr lang="en-US" altLang="zh-CN" dirty="0" err="1" smtClean="0"/>
              <a:t>Dahai</a:t>
            </a:r>
            <a:r>
              <a:rPr lang="en-US" altLang="zh-CN" dirty="0" smtClean="0"/>
              <a:t>    (g)</a:t>
            </a:r>
            <a:r>
              <a:rPr lang="zh-CN" altLang="zh-CN" dirty="0" smtClean="0"/>
              <a:t>•</a:t>
            </a:r>
            <a:r>
              <a:rPr lang="en-US" altLang="zh-CN" dirty="0" smtClean="0"/>
              <a:t>Looking forward to hearing from you soon and again apologies for the delay. </a:t>
            </a:r>
            <a:endParaRPr lang="zh-CN" altLang="zh-CN" dirty="0" smtClean="0"/>
          </a:p>
          <a:p>
            <a:pPr eaLnBrk="1" fontAlgn="auto" hangingPunct="1">
              <a:spcAft>
                <a:spcPts val="0"/>
              </a:spcAft>
              <a:buFont typeface="Wingdings 2" panose="05020102010507070707"/>
              <a:buChar char=""/>
              <a:defRPr/>
            </a:pPr>
            <a:r>
              <a:rPr lang="en-US" altLang="zh-CN" dirty="0" smtClean="0"/>
              <a:t>(h)</a:t>
            </a:r>
            <a:r>
              <a:rPr lang="zh-CN" altLang="zh-CN" dirty="0" smtClean="0"/>
              <a:t>•</a:t>
            </a:r>
            <a:r>
              <a:rPr lang="en-US" altLang="zh-CN" dirty="0" smtClean="0"/>
              <a:t>As my family could not forward it to me, it had been lying on my desk during my absence. </a:t>
            </a:r>
            <a:endParaRPr lang="zh-CN" altLang="zh-CN" dirty="0" smtClean="0"/>
          </a:p>
          <a:p>
            <a:pPr eaLnBrk="1" fontAlgn="auto" hangingPunct="1">
              <a:spcAft>
                <a:spcPts val="0"/>
              </a:spcAft>
              <a:buFont typeface="Wingdings 2" panose="05020102010507070707"/>
              <a:buChar char=""/>
              <a:defRPr/>
            </a:pPr>
            <a:r>
              <a:rPr lang="en-US" altLang="zh-CN" dirty="0" smtClean="0"/>
              <a:t>(</a:t>
            </a:r>
            <a:r>
              <a:rPr lang="en-US" altLang="zh-CN" dirty="0" err="1" smtClean="0"/>
              <a:t>i</a:t>
            </a:r>
            <a:r>
              <a:rPr lang="en-US" altLang="zh-CN" dirty="0" smtClean="0"/>
              <a:t>)</a:t>
            </a:r>
            <a:r>
              <a:rPr lang="zh-CN" altLang="zh-CN" dirty="0" smtClean="0"/>
              <a:t>•</a:t>
            </a:r>
            <a:r>
              <a:rPr lang="en-US" altLang="zh-CN" dirty="0" smtClean="0"/>
              <a:t>Yours truly</a:t>
            </a:r>
            <a:endParaRPr lang="zh-CN" altLang="zh-CN" dirty="0" smtClean="0"/>
          </a:p>
          <a:p>
            <a:pPr eaLnBrk="1" fontAlgn="auto" hangingPunct="1">
              <a:spcAft>
                <a:spcPts val="0"/>
              </a:spcAft>
              <a:buFont typeface="Wingdings 2" panose="05020102010507070707"/>
              <a:buChar char=""/>
              <a:defRPr/>
            </a:pPr>
            <a:r>
              <a:rPr lang="en-US" altLang="zh-CN" dirty="0" smtClean="0"/>
              <a:t>(j)</a:t>
            </a:r>
            <a:r>
              <a:rPr lang="zh-CN" altLang="zh-CN" dirty="0" smtClean="0"/>
              <a:t>•</a:t>
            </a:r>
            <a:r>
              <a:rPr lang="en-US" altLang="zh-CN" dirty="0" smtClean="0"/>
              <a:t>Pardon me for my long delay in replying to your kind letter of the 20</a:t>
            </a:r>
            <a:r>
              <a:rPr lang="en-US" altLang="zh-CN" baseline="30000" dirty="0" smtClean="0"/>
              <a:t>th</a:t>
            </a:r>
            <a:r>
              <a:rPr lang="en-US" altLang="zh-CN" dirty="0" smtClean="0"/>
              <a:t> last month.</a:t>
            </a:r>
            <a:endParaRPr lang="zh-CN" altLang="zh-CN" dirty="0" smtClean="0"/>
          </a:p>
          <a:p>
            <a:pPr eaLnBrk="1" fontAlgn="auto" hangingPunct="1">
              <a:spcAft>
                <a:spcPts val="0"/>
              </a:spcAft>
              <a:buFont typeface="Wingdings 2" panose="05020102010507070707"/>
              <a:buChar char=""/>
              <a:defRPr/>
            </a:pPr>
            <a:endParaRPr lang="zh-CN" altLang="en-US"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878760" y="2471760"/>
              <a:ext cx="2514960" cy="50400"/>
            </p14:xfrm>
          </p:contentPart>
        </mc:Choice>
        <mc:Fallback xmlns="">
          <p:pic>
            <p:nvPicPr>
              <p:cNvPr id="4" name="墨迹 3"/>
            </p:nvPicPr>
            <p:blipFill>
              <a:blip r:embed="rId2"/>
            </p:blipFill>
            <p:spPr>
              <a:xfrm>
                <a:off x="878760" y="2471760"/>
                <a:ext cx="2514960" cy="504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1050120" y="3821760"/>
              <a:ext cx="2036160" cy="143280"/>
            </p14:xfrm>
          </p:contentPart>
        </mc:Choice>
        <mc:Fallback xmlns="">
          <p:pic>
            <p:nvPicPr>
              <p:cNvPr id="5" name="墨迹 4"/>
            </p:nvPicPr>
            <p:blipFill>
              <a:blip r:embed="rId4"/>
            </p:blipFill>
            <p:spPr>
              <a:xfrm>
                <a:off x="1050120" y="3821760"/>
                <a:ext cx="2036160" cy="1432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964440" y="5243400"/>
              <a:ext cx="1879200" cy="7560"/>
            </p14:xfrm>
          </p:contentPart>
        </mc:Choice>
        <mc:Fallback xmlns="">
          <p:pic>
            <p:nvPicPr>
              <p:cNvPr id="6" name="墨迹 5"/>
            </p:nvPicPr>
            <p:blipFill>
              <a:blip r:embed="rId6"/>
            </p:blipFill>
            <p:spPr>
              <a:xfrm>
                <a:off x="964440" y="5243400"/>
                <a:ext cx="1879200" cy="75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3807720" y="2442960"/>
              <a:ext cx="2893320" cy="186120"/>
            </p14:xfrm>
          </p:contentPart>
        </mc:Choice>
        <mc:Fallback xmlns="">
          <p:pic>
            <p:nvPicPr>
              <p:cNvPr id="7" name="墨迹 6"/>
            </p:nvPicPr>
            <p:blipFill>
              <a:blip r:embed="rId8"/>
            </p:blipFill>
            <p:spPr>
              <a:xfrm>
                <a:off x="3807720" y="2442960"/>
                <a:ext cx="2893320" cy="18612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3393360" y="3828960"/>
              <a:ext cx="4765320" cy="429120"/>
            </p14:xfrm>
          </p:contentPart>
        </mc:Choice>
        <mc:Fallback xmlns="">
          <p:pic>
            <p:nvPicPr>
              <p:cNvPr id="8" name="墨迹 7"/>
            </p:nvPicPr>
            <p:blipFill>
              <a:blip r:embed="rId10"/>
            </p:blipFill>
            <p:spPr>
              <a:xfrm>
                <a:off x="3393360" y="3828960"/>
                <a:ext cx="4765320" cy="42912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1171440" y="4086000"/>
              <a:ext cx="5387040" cy="193320"/>
            </p14:xfrm>
          </p:contentPart>
        </mc:Choice>
        <mc:Fallback xmlns="">
          <p:pic>
            <p:nvPicPr>
              <p:cNvPr id="9" name="墨迹 8"/>
            </p:nvPicPr>
            <p:blipFill>
              <a:blip r:embed="rId12"/>
            </p:blipFill>
            <p:spPr>
              <a:xfrm>
                <a:off x="1171440" y="4086000"/>
                <a:ext cx="5387040" cy="19332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1007280" y="5557680"/>
              <a:ext cx="6737040" cy="343440"/>
            </p14:xfrm>
          </p:contentPart>
        </mc:Choice>
        <mc:Fallback xmlns="">
          <p:pic>
            <p:nvPicPr>
              <p:cNvPr id="10" name="墨迹 9"/>
            </p:nvPicPr>
            <p:blipFill>
              <a:blip r:embed="rId14"/>
            </p:blipFill>
            <p:spPr>
              <a:xfrm>
                <a:off x="1007280" y="5557680"/>
                <a:ext cx="6737040" cy="3434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978840" y="5700600"/>
              <a:ext cx="3293640" cy="300240"/>
            </p14:xfrm>
          </p:contentPart>
        </mc:Choice>
        <mc:Fallback xmlns="">
          <p:pic>
            <p:nvPicPr>
              <p:cNvPr id="11" name="墨迹 10"/>
            </p:nvPicPr>
            <p:blipFill>
              <a:blip r:embed="rId16"/>
            </p:blipFill>
            <p:spPr>
              <a:xfrm>
                <a:off x="978840" y="5700600"/>
                <a:ext cx="3293640" cy="3002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1157400" y="2821680"/>
              <a:ext cx="6565320" cy="279000"/>
            </p14:xfrm>
          </p:contentPart>
        </mc:Choice>
        <mc:Fallback xmlns="">
          <p:pic>
            <p:nvPicPr>
              <p:cNvPr id="12" name="墨迹 11"/>
            </p:nvPicPr>
            <p:blipFill>
              <a:blip r:embed="rId18"/>
            </p:blipFill>
            <p:spPr>
              <a:xfrm>
                <a:off x="1157400" y="2821680"/>
                <a:ext cx="6565320" cy="2790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墨迹 12"/>
              <p14:cNvContentPartPr/>
              <p14:nvPr/>
            </p14:nvContentPartPr>
            <p14:xfrm>
              <a:off x="1014480" y="2971800"/>
              <a:ext cx="6965280" cy="350280"/>
            </p14:xfrm>
          </p:contentPart>
        </mc:Choice>
        <mc:Fallback xmlns="">
          <p:pic>
            <p:nvPicPr>
              <p:cNvPr id="13" name="墨迹 12"/>
            </p:nvPicPr>
            <p:blipFill>
              <a:blip r:embed="rId20"/>
            </p:blipFill>
            <p:spPr>
              <a:xfrm>
                <a:off x="1014480" y="2971800"/>
                <a:ext cx="6965280" cy="35028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墨迹 13"/>
              <p14:cNvContentPartPr/>
              <p14:nvPr/>
            </p14:nvContentPartPr>
            <p14:xfrm>
              <a:off x="1085760" y="3393360"/>
              <a:ext cx="1357920" cy="360"/>
            </p14:xfrm>
          </p:contentPart>
        </mc:Choice>
        <mc:Fallback xmlns="">
          <p:pic>
            <p:nvPicPr>
              <p:cNvPr id="14" name="墨迹 13"/>
            </p:nvPicPr>
            <p:blipFill>
              <a:blip r:embed="rId22"/>
            </p:blipFill>
            <p:spPr>
              <a:xfrm>
                <a:off x="1085760" y="3393360"/>
                <a:ext cx="1357920" cy="36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墨迹 14"/>
              <p14:cNvContentPartPr/>
              <p14:nvPr/>
            </p14:nvContentPartPr>
            <p14:xfrm>
              <a:off x="1064520" y="4429080"/>
              <a:ext cx="7372440" cy="435960"/>
            </p14:xfrm>
          </p:contentPart>
        </mc:Choice>
        <mc:Fallback xmlns="">
          <p:pic>
            <p:nvPicPr>
              <p:cNvPr id="15" name="墨迹 14"/>
            </p:nvPicPr>
            <p:blipFill>
              <a:blip r:embed="rId24"/>
            </p:blipFill>
            <p:spPr>
              <a:xfrm>
                <a:off x="1064520" y="4429080"/>
                <a:ext cx="7372440" cy="43596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墨迹 15"/>
              <p14:cNvContentPartPr/>
              <p14:nvPr/>
            </p14:nvContentPartPr>
            <p14:xfrm>
              <a:off x="1243080" y="4900680"/>
              <a:ext cx="4272120" cy="185760"/>
            </p14:xfrm>
          </p:contentPart>
        </mc:Choice>
        <mc:Fallback xmlns="">
          <p:pic>
            <p:nvPicPr>
              <p:cNvPr id="16" name="墨迹 15"/>
            </p:nvPicPr>
            <p:blipFill>
              <a:blip r:embed="rId26"/>
            </p:blipFill>
            <p:spPr>
              <a:xfrm>
                <a:off x="1243080" y="4900680"/>
                <a:ext cx="4272120" cy="18576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墨迹 16"/>
              <p14:cNvContentPartPr/>
              <p14:nvPr/>
            </p14:nvContentPartPr>
            <p14:xfrm>
              <a:off x="1414440" y="1571400"/>
              <a:ext cx="6558480" cy="364680"/>
            </p14:xfrm>
          </p:contentPart>
        </mc:Choice>
        <mc:Fallback xmlns="">
          <p:pic>
            <p:nvPicPr>
              <p:cNvPr id="17" name="墨迹 16"/>
            </p:nvPicPr>
            <p:blipFill>
              <a:blip r:embed="rId28"/>
            </p:blipFill>
            <p:spPr>
              <a:xfrm>
                <a:off x="1414440" y="1571400"/>
                <a:ext cx="6558480" cy="36468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8" name="墨迹 17"/>
              <p14:cNvContentPartPr/>
              <p14:nvPr/>
            </p14:nvContentPartPr>
            <p14:xfrm>
              <a:off x="1164600" y="2100240"/>
              <a:ext cx="5693760" cy="164520"/>
            </p14:xfrm>
          </p:contentPart>
        </mc:Choice>
        <mc:Fallback xmlns="">
          <p:pic>
            <p:nvPicPr>
              <p:cNvPr id="18" name="墨迹 17"/>
            </p:nvPicPr>
            <p:blipFill>
              <a:blip r:embed="rId30"/>
            </p:blipFill>
            <p:spPr>
              <a:xfrm>
                <a:off x="1164600" y="2100240"/>
                <a:ext cx="5693760" cy="16452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9" name="墨迹 18"/>
              <p14:cNvContentPartPr/>
              <p14:nvPr/>
            </p14:nvContentPartPr>
            <p14:xfrm>
              <a:off x="1128600" y="1042920"/>
              <a:ext cx="1286280" cy="64800"/>
            </p14:xfrm>
          </p:contentPart>
        </mc:Choice>
        <mc:Fallback xmlns="">
          <p:pic>
            <p:nvPicPr>
              <p:cNvPr id="19" name="墨迹 18"/>
            </p:nvPicPr>
            <p:blipFill>
              <a:blip r:embed="rId32"/>
            </p:blipFill>
            <p:spPr>
              <a:xfrm>
                <a:off x="1128600" y="1042920"/>
                <a:ext cx="1286280" cy="6480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0" name="墨迹 19"/>
              <p14:cNvContentPartPr/>
              <p14:nvPr/>
            </p14:nvContentPartPr>
            <p14:xfrm>
              <a:off x="3979080" y="1128600"/>
              <a:ext cx="807480" cy="28800"/>
            </p14:xfrm>
          </p:contentPart>
        </mc:Choice>
        <mc:Fallback xmlns="">
          <p:pic>
            <p:nvPicPr>
              <p:cNvPr id="20" name="墨迹 19"/>
            </p:nvPicPr>
            <p:blipFill>
              <a:blip r:embed="rId34"/>
            </p:blipFill>
            <p:spPr>
              <a:xfrm>
                <a:off x="3979080" y="1128600"/>
                <a:ext cx="807480" cy="28800"/>
              </a:xfrm>
              <a:prstGeom prst="rect"/>
            </p:spPr>
          </p:pic>
        </mc:Fallback>
      </mc:AlternateContent>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288" y="549275"/>
            <a:ext cx="8291512" cy="849313"/>
          </a:xfrm>
        </p:spPr>
        <p:txBody>
          <a:bodyPr rtlCol="0">
            <a:normAutofit fontScale="90000"/>
          </a:bodyPr>
          <a:lstStyle/>
          <a:p>
            <a:pPr eaLnBrk="1" fontAlgn="auto" hangingPunct="1">
              <a:spcAft>
                <a:spcPts val="0"/>
              </a:spcAft>
              <a:defRPr/>
            </a:pPr>
            <a:r>
              <a:rPr lang="en-US" altLang="zh-CN" sz="2700" b="1" dirty="0" smtClean="0"/>
              <a:t>Key:</a:t>
            </a:r>
            <a:r>
              <a:rPr lang="en-US" altLang="zh-CN" sz="2700" dirty="0" smtClean="0"/>
              <a:t> </a:t>
            </a:r>
            <a:r>
              <a:rPr lang="zh-CN" altLang="zh-CN" sz="2700" dirty="0" smtClean="0"/>
              <a:t>①</a:t>
            </a:r>
            <a:r>
              <a:rPr lang="en-US" altLang="zh-CN" sz="2700" dirty="0" smtClean="0"/>
              <a:t>-(c); </a:t>
            </a:r>
            <a:r>
              <a:rPr lang="zh-CN" altLang="zh-CN" sz="2700" dirty="0" smtClean="0"/>
              <a:t>②</a:t>
            </a:r>
            <a:r>
              <a:rPr lang="en-US" altLang="zh-CN" sz="2700" dirty="0" smtClean="0"/>
              <a:t>-(j); </a:t>
            </a:r>
            <a:r>
              <a:rPr lang="zh-CN" altLang="zh-CN" sz="2700" dirty="0" smtClean="0"/>
              <a:t>③</a:t>
            </a:r>
            <a:r>
              <a:rPr lang="en-US" altLang="zh-CN" sz="2700" dirty="0" smtClean="0"/>
              <a:t>-(e); </a:t>
            </a:r>
            <a:r>
              <a:rPr lang="zh-CN" altLang="zh-CN" sz="2700" dirty="0" smtClean="0"/>
              <a:t>④</a:t>
            </a:r>
            <a:r>
              <a:rPr lang="en-US" altLang="zh-CN" sz="2700" dirty="0" smtClean="0"/>
              <a:t>-(h); </a:t>
            </a:r>
            <a:r>
              <a:rPr lang="zh-CN" altLang="zh-CN" sz="2700" dirty="0" smtClean="0"/>
              <a:t>⑤</a:t>
            </a:r>
            <a:r>
              <a:rPr lang="en-US" altLang="zh-CN" sz="2700" dirty="0" smtClean="0"/>
              <a:t>-(b); </a:t>
            </a:r>
            <a:br>
              <a:rPr lang="en-US" altLang="zh-CN" sz="2700" dirty="0" smtClean="0"/>
            </a:br>
            <a:r>
              <a:rPr lang="zh-CN" altLang="zh-CN" sz="2700" dirty="0" smtClean="0"/>
              <a:t>⑥</a:t>
            </a:r>
            <a:r>
              <a:rPr lang="en-US" altLang="zh-CN" sz="2700" dirty="0" smtClean="0"/>
              <a:t>-(a); </a:t>
            </a:r>
            <a:r>
              <a:rPr lang="zh-CN" altLang="zh-CN" sz="2700" dirty="0" smtClean="0"/>
              <a:t>⑦</a:t>
            </a:r>
            <a:r>
              <a:rPr lang="en-US" altLang="zh-CN" sz="2700" dirty="0" smtClean="0"/>
              <a:t>-(g); </a:t>
            </a:r>
            <a:r>
              <a:rPr lang="zh-CN" altLang="zh-CN" sz="2700" dirty="0" smtClean="0"/>
              <a:t>⑧</a:t>
            </a:r>
            <a:r>
              <a:rPr lang="en-US" altLang="zh-CN" sz="2700" dirty="0" smtClean="0"/>
              <a:t>-(d); </a:t>
            </a:r>
            <a:r>
              <a:rPr lang="zh-CN" altLang="zh-CN" sz="2700" dirty="0" smtClean="0"/>
              <a:t>⑨</a:t>
            </a:r>
            <a:r>
              <a:rPr lang="en-US" altLang="zh-CN" sz="2700" dirty="0" smtClean="0"/>
              <a:t>-(</a:t>
            </a:r>
            <a:r>
              <a:rPr lang="en-US" altLang="zh-CN" sz="2700" dirty="0" err="1" smtClean="0"/>
              <a:t>i</a:t>
            </a:r>
            <a:r>
              <a:rPr lang="en-US" altLang="zh-CN" sz="2700" dirty="0" smtClean="0"/>
              <a:t>); </a:t>
            </a:r>
            <a:r>
              <a:rPr lang="zh-CN" altLang="zh-CN" sz="2700" dirty="0" smtClean="0"/>
              <a:t>⑩</a:t>
            </a:r>
            <a:r>
              <a:rPr lang="en-US" altLang="zh-CN" sz="2700" dirty="0" smtClean="0"/>
              <a:t>-(f)</a:t>
            </a:r>
            <a:br>
              <a:rPr lang="zh-CN" altLang="zh-CN" dirty="0" smtClean="0"/>
            </a:br>
            <a:endParaRPr lang="zh-CN" altLang="en-US" dirty="0"/>
          </a:p>
        </p:txBody>
      </p:sp>
      <p:sp>
        <p:nvSpPr>
          <p:cNvPr id="3" name="内容占位符 2"/>
          <p:cNvSpPr>
            <a:spLocks noGrp="1"/>
          </p:cNvSpPr>
          <p:nvPr>
            <p:ph idx="1"/>
          </p:nvPr>
        </p:nvSpPr>
        <p:spPr>
          <a:xfrm>
            <a:off x="395288" y="908050"/>
            <a:ext cx="8569325" cy="5761038"/>
          </a:xfrm>
        </p:spPr>
        <p:txBody>
          <a:bodyPr rtlCol="0">
            <a:normAutofit fontScale="77500" lnSpcReduction="20000"/>
          </a:bodyPr>
          <a:lstStyle/>
          <a:p>
            <a:pPr eaLnBrk="1" fontAlgn="auto" hangingPunct="1">
              <a:spcAft>
                <a:spcPts val="0"/>
              </a:spcAft>
              <a:buFont typeface="Wingdings 2" panose="05020102010507070707"/>
              <a:buChar char=""/>
              <a:defRPr/>
            </a:pPr>
            <a:r>
              <a:rPr lang="en-US" altLang="zh-CN" b="1" dirty="0" smtClean="0"/>
              <a:t> </a:t>
            </a:r>
            <a:endParaRPr lang="zh-CN" altLang="zh-CN" dirty="0" smtClean="0"/>
          </a:p>
          <a:p>
            <a:pPr eaLnBrk="1" fontAlgn="auto" hangingPunct="1">
              <a:spcAft>
                <a:spcPts val="0"/>
              </a:spcAft>
              <a:buFont typeface="Wingdings 2" panose="05020102010507070707"/>
              <a:buChar char=""/>
              <a:defRPr/>
            </a:pPr>
            <a:r>
              <a:rPr lang="en-US" altLang="zh-CN" dirty="0" smtClean="0"/>
              <a:t>Dear </a:t>
            </a:r>
            <a:r>
              <a:rPr lang="en-US" altLang="zh-CN" dirty="0" err="1" smtClean="0"/>
              <a:t>Mr.Wood</a:t>
            </a:r>
            <a:r>
              <a:rPr lang="en-US" altLang="zh-CN" dirty="0" smtClean="0"/>
              <a:t>,</a:t>
            </a:r>
            <a:endParaRPr lang="zh-CN" altLang="zh-CN" dirty="0" smtClean="0"/>
          </a:p>
          <a:p>
            <a:pPr eaLnBrk="1" fontAlgn="auto" hangingPunct="1">
              <a:spcAft>
                <a:spcPts val="0"/>
              </a:spcAft>
              <a:buFont typeface="Wingdings 2" panose="05020102010507070707"/>
              <a:buChar char=""/>
              <a:defRPr/>
            </a:pPr>
            <a:r>
              <a:rPr lang="en-US" altLang="zh-CN" dirty="0" smtClean="0"/>
              <a:t>   Pardon me for my long delay in replying to your kind letter of the 20</a:t>
            </a:r>
            <a:r>
              <a:rPr lang="en-US" altLang="zh-CN" baseline="30000" dirty="0" smtClean="0"/>
              <a:t>th</a:t>
            </a:r>
            <a:r>
              <a:rPr lang="en-US" altLang="zh-CN" dirty="0" smtClean="0"/>
              <a:t> last month. The reason for my delay is that I was out of town about a month on an urgent business tour when your letter arrived. As my family could not forward it to me, it had been lying on my desk during my absence. Now the first thing I hasten to do is to write you these few lines, to express my deep regret.</a:t>
            </a:r>
            <a:endParaRPr lang="zh-CN" altLang="zh-CN" dirty="0" smtClean="0"/>
          </a:p>
          <a:p>
            <a:pPr eaLnBrk="1" fontAlgn="auto" hangingPunct="1">
              <a:spcAft>
                <a:spcPts val="0"/>
              </a:spcAft>
              <a:buFont typeface="Wingdings 2" panose="05020102010507070707"/>
              <a:buChar char=""/>
              <a:defRPr/>
            </a:pPr>
            <a:r>
              <a:rPr lang="en-US" altLang="zh-CN" dirty="0" smtClean="0"/>
              <a:t>   Next week, I shall call on you and we will discuss our thesis which you mentioned in your letter.</a:t>
            </a:r>
            <a:endParaRPr lang="zh-CN" altLang="zh-CN" dirty="0" smtClean="0"/>
          </a:p>
          <a:p>
            <a:pPr eaLnBrk="1" fontAlgn="auto" hangingPunct="1">
              <a:spcAft>
                <a:spcPts val="0"/>
              </a:spcAft>
              <a:buFont typeface="Wingdings 2" panose="05020102010507070707"/>
              <a:buChar char=""/>
              <a:defRPr/>
            </a:pPr>
            <a:r>
              <a:rPr lang="en-US" altLang="zh-CN" dirty="0" smtClean="0"/>
              <a:t>   Looking forward to hearing from you soon and again apologies for the delay.</a:t>
            </a:r>
            <a:endParaRPr lang="zh-CN" altLang="zh-CN" dirty="0" smtClean="0"/>
          </a:p>
          <a:p>
            <a:pPr eaLnBrk="1" fontAlgn="auto" hangingPunct="1">
              <a:spcAft>
                <a:spcPts val="0"/>
              </a:spcAft>
              <a:buFont typeface="Wingdings 2" panose="05020102010507070707"/>
              <a:buChar char=""/>
              <a:defRPr/>
            </a:pPr>
            <a:r>
              <a:rPr lang="en-US" altLang="zh-CN" dirty="0" smtClean="0"/>
              <a:t>   With kind regards,	</a:t>
            </a:r>
            <a:endParaRPr lang="zh-CN" altLang="zh-CN" dirty="0" smtClean="0"/>
          </a:p>
          <a:p>
            <a:pPr eaLnBrk="1" fontAlgn="auto" hangingPunct="1">
              <a:spcAft>
                <a:spcPts val="0"/>
              </a:spcAft>
              <a:buFont typeface="Wingdings 2" panose="05020102010507070707"/>
              <a:buChar char=""/>
              <a:defRPr/>
            </a:pPr>
            <a:r>
              <a:rPr lang="en-US" altLang="zh-CN" dirty="0" smtClean="0"/>
              <a:t>                            Yours truly</a:t>
            </a:r>
            <a:endParaRPr lang="zh-CN" altLang="zh-CN" dirty="0" smtClean="0"/>
          </a:p>
          <a:p>
            <a:pPr eaLnBrk="1" fontAlgn="auto" hangingPunct="1">
              <a:spcAft>
                <a:spcPts val="0"/>
              </a:spcAft>
              <a:buFont typeface="Wingdings 2" panose="05020102010507070707"/>
              <a:buChar char=""/>
              <a:defRPr/>
            </a:pPr>
            <a:r>
              <a:rPr lang="en-US" altLang="zh-CN" dirty="0" smtClean="0"/>
              <a:t>                            Wang </a:t>
            </a:r>
            <a:r>
              <a:rPr lang="en-US" altLang="zh-CN" dirty="0" err="1" smtClean="0"/>
              <a:t>Dahai</a:t>
            </a:r>
            <a:endParaRPr lang="zh-CN" altLang="zh-CN" dirty="0" smtClean="0"/>
          </a:p>
          <a:p>
            <a:pPr eaLnBrk="1" fontAlgn="auto" hangingPunct="1">
              <a:spcAft>
                <a:spcPts val="0"/>
              </a:spcAft>
              <a:buFont typeface="Wingdings 2" panose="05020102010507070707"/>
              <a:buChar char=""/>
              <a:defRPr/>
            </a:pPr>
            <a:endParaRPr lang="zh-CN" altLang="en-US"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4693320" y="2193120"/>
              <a:ext cx="3586680" cy="28800"/>
            </p14:xfrm>
          </p:contentPart>
        </mc:Choice>
        <mc:Fallback xmlns="">
          <p:pic>
            <p:nvPicPr>
              <p:cNvPr id="4" name="墨迹 3"/>
            </p:nvPicPr>
            <p:blipFill>
              <a:blip r:embed="rId2"/>
            </p:blipFill>
            <p:spPr>
              <a:xfrm>
                <a:off x="4693320" y="2193120"/>
                <a:ext cx="3586680" cy="288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828720" y="3057480"/>
              <a:ext cx="993240" cy="50400"/>
            </p14:xfrm>
          </p:contentPart>
        </mc:Choice>
        <mc:Fallback xmlns="">
          <p:pic>
            <p:nvPicPr>
              <p:cNvPr id="5" name="墨迹 4"/>
            </p:nvPicPr>
            <p:blipFill>
              <a:blip r:embed="rId4"/>
            </p:blipFill>
            <p:spPr>
              <a:xfrm>
                <a:off x="828720" y="3057480"/>
                <a:ext cx="993240" cy="504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3550320" y="4086000"/>
              <a:ext cx="593280" cy="7560"/>
            </p14:xfrm>
          </p:contentPart>
        </mc:Choice>
        <mc:Fallback xmlns="">
          <p:pic>
            <p:nvPicPr>
              <p:cNvPr id="6" name="墨迹 5"/>
            </p:nvPicPr>
            <p:blipFill>
              <a:blip r:embed="rId6"/>
            </p:blipFill>
            <p:spPr>
              <a:xfrm>
                <a:off x="3550320" y="4086000"/>
                <a:ext cx="593280" cy="75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3714840" y="4643280"/>
              <a:ext cx="1014840" cy="128880"/>
            </p14:xfrm>
          </p:contentPart>
        </mc:Choice>
        <mc:Fallback xmlns="">
          <p:pic>
            <p:nvPicPr>
              <p:cNvPr id="7" name="墨迹 6"/>
            </p:nvPicPr>
            <p:blipFill>
              <a:blip r:embed="rId8"/>
            </p:blipFill>
            <p:spPr>
              <a:xfrm>
                <a:off x="3714840" y="4643280"/>
                <a:ext cx="1014840" cy="128880"/>
              </a:xfrm>
              <a:prstGeom prst="rect"/>
            </p:spPr>
          </p:pic>
        </mc:Fallback>
      </mc:AlternateContent>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468313" y="333375"/>
            <a:ext cx="8229600" cy="649288"/>
          </a:xfrm>
        </p:spPr>
        <p:txBody>
          <a:bodyPr/>
          <a:lstStyle/>
          <a:p>
            <a:pPr eaLnBrk="1" hangingPunct="1"/>
            <a:r>
              <a:rPr lang="en-US" altLang="zh-CN" sz="3600" b="1" smtClean="0">
                <a:latin typeface="Arial" panose="020B0604020202020204" pitchFamily="34" charset="0"/>
                <a:ea typeface="华文隶书" panose="02010800040101010101" pitchFamily="2" charset="-122"/>
              </a:rPr>
              <a:t> </a:t>
            </a:r>
            <a:r>
              <a:rPr lang="zh-CN" altLang="en-US" sz="3600" b="1" smtClean="0">
                <a:latin typeface="华文隶书" panose="02010800040101010101" pitchFamily="2" charset="-122"/>
                <a:ea typeface="华文隶书" panose="02010800040101010101" pitchFamily="2" charset="-122"/>
              </a:rPr>
              <a:t>各种信函类型</a:t>
            </a:r>
            <a:r>
              <a:rPr lang="en-US" altLang="zh-CN" sz="3600" b="1" smtClean="0">
                <a:latin typeface="华文隶书" panose="02010800040101010101" pitchFamily="2" charset="-122"/>
                <a:ea typeface="华文隶书" panose="02010800040101010101" pitchFamily="2" charset="-122"/>
              </a:rPr>
              <a:t>:</a:t>
            </a:r>
            <a:endParaRPr lang="en-US" altLang="zh-CN" sz="3600" smtClean="0">
              <a:latin typeface="华文隶书" panose="02010800040101010101" pitchFamily="2" charset="-122"/>
              <a:ea typeface="华文隶书" panose="02010800040101010101" pitchFamily="2" charset="-122"/>
            </a:endParaRPr>
          </a:p>
        </p:txBody>
      </p:sp>
      <p:sp>
        <p:nvSpPr>
          <p:cNvPr id="89091" name="Rectangle 3"/>
          <p:cNvSpPr>
            <a:spLocks noGrp="1" noChangeArrowheads="1"/>
          </p:cNvSpPr>
          <p:nvPr>
            <p:ph type="body" idx="1"/>
          </p:nvPr>
        </p:nvSpPr>
        <p:spPr>
          <a:xfrm>
            <a:off x="457200" y="981075"/>
            <a:ext cx="8229600" cy="4886325"/>
          </a:xfrm>
        </p:spPr>
        <p:txBody>
          <a:bodyPr rtlCol="0">
            <a:normAutofit fontScale="92500" lnSpcReduction="20000"/>
          </a:bodyPr>
          <a:lstStyle/>
          <a:p>
            <a:pPr eaLnBrk="1" fontAlgn="auto" hangingPunct="1">
              <a:lnSpc>
                <a:spcPct val="80000"/>
              </a:lnSpc>
              <a:spcAft>
                <a:spcPts val="0"/>
              </a:spcAft>
              <a:buFont typeface="Wingdings" panose="05000000000000000000" pitchFamily="2" charset="2"/>
              <a:buNone/>
              <a:defRPr/>
            </a:pPr>
            <a:r>
              <a:rPr lang="zh-CN" altLang="en-US" sz="2400" b="1"/>
              <a:t>一、 </a:t>
            </a:r>
            <a:r>
              <a:rPr lang="zh-CN" altLang="en-US" sz="2400" b="1">
                <a:ea typeface="楷体_GB2312" pitchFamily="49" charset="-122"/>
              </a:rPr>
              <a:t>邀请信</a:t>
            </a:r>
            <a:r>
              <a:rPr lang="zh-CN" altLang="en-US" sz="2400" b="1"/>
              <a:t> </a:t>
            </a:r>
            <a:r>
              <a:rPr lang="en-US" altLang="zh-CN" sz="2400" b="1"/>
              <a:t>(A Letter of Invitation)</a:t>
            </a:r>
            <a:br>
              <a:rPr lang="en-US" altLang="zh-CN" sz="2400"/>
            </a:br>
            <a:endParaRPr lang="en-US" altLang="zh-CN" sz="2400"/>
          </a:p>
          <a:p>
            <a:pPr eaLnBrk="1" fontAlgn="auto" hangingPunct="1">
              <a:lnSpc>
                <a:spcPct val="80000"/>
              </a:lnSpc>
              <a:spcAft>
                <a:spcPts val="0"/>
              </a:spcAft>
              <a:buFont typeface="Wingdings" panose="05000000000000000000" pitchFamily="2" charset="2"/>
              <a:buNone/>
              <a:defRPr/>
            </a:pPr>
            <a:r>
              <a:rPr lang="en-US" altLang="zh-CN" sz="2800">
                <a:latin typeface="华文隶书" panose="02010800040101010101" pitchFamily="2" charset="-122"/>
                <a:ea typeface="华文隶书" panose="02010800040101010101" pitchFamily="2" charset="-122"/>
              </a:rPr>
              <a:t>(</a:t>
            </a:r>
            <a:r>
              <a:rPr lang="zh-CN" altLang="en-US" sz="2800">
                <a:latin typeface="华文隶书" panose="02010800040101010101" pitchFamily="2" charset="-122"/>
                <a:ea typeface="华文隶书" panose="02010800040101010101" pitchFamily="2" charset="-122"/>
              </a:rPr>
              <a:t>一</a:t>
            </a:r>
            <a:r>
              <a:rPr lang="en-US" altLang="zh-CN" sz="2800">
                <a:latin typeface="华文隶书" panose="02010800040101010101" pitchFamily="2" charset="-122"/>
                <a:ea typeface="华文隶书" panose="02010800040101010101" pitchFamily="2" charset="-122"/>
              </a:rPr>
              <a:t>) </a:t>
            </a:r>
            <a:r>
              <a:rPr lang="zh-CN" altLang="en-US" sz="2800">
                <a:latin typeface="华文隶书" panose="02010800040101010101" pitchFamily="2" charset="-122"/>
                <a:ea typeface="华文隶书" panose="02010800040101010101" pitchFamily="2" charset="-122"/>
              </a:rPr>
              <a:t>邀请信的种类</a:t>
            </a:r>
            <a:endParaRPr lang="zh-CN" altLang="en-US" sz="2800">
              <a:latin typeface="华文隶书" panose="02010800040101010101" pitchFamily="2" charset="-122"/>
              <a:ea typeface="华文隶书" panose="02010800040101010101" pitchFamily="2" charset="-122"/>
            </a:endParaRPr>
          </a:p>
          <a:p>
            <a:pPr eaLnBrk="1" fontAlgn="auto" hangingPunct="1">
              <a:lnSpc>
                <a:spcPct val="80000"/>
              </a:lnSpc>
              <a:spcAft>
                <a:spcPts val="0"/>
              </a:spcAft>
              <a:buFont typeface="Wingdings" panose="05000000000000000000" pitchFamily="2" charset="2"/>
              <a:buNone/>
              <a:defRPr/>
            </a:pPr>
            <a:r>
              <a:rPr lang="zh-CN" altLang="en-US" sz="2400"/>
              <a:t>   英文邀请信可分为两种。一种是请柬</a:t>
            </a:r>
            <a:r>
              <a:rPr lang="en-US" altLang="zh-CN" sz="2400"/>
              <a:t>(invitation card)</a:t>
            </a:r>
            <a:r>
              <a:rPr lang="zh-CN" altLang="en-US" sz="2400"/>
              <a:t>，这</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是一种正规的邀请信，格式严谨而固定，一般适用于较庄重</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严肃的场合。另一种是一般的邀请信，适用于一些平常的事</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情的邀请，通常邀请人同被邀请人之间比较熟悉，这种邀请</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信具有简短、热情的特点。</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800">
                <a:ea typeface="华文隶书" panose="02010800040101010101" pitchFamily="2" charset="-122"/>
              </a:rPr>
              <a:t>（二）邀请信的写法</a:t>
            </a:r>
            <a:endParaRPr lang="zh-CN" altLang="en-US" sz="2800">
              <a:ea typeface="华文隶书" panose="02010800040101010101" pitchFamily="2" charset="-122"/>
            </a:endParaRPr>
          </a:p>
          <a:p>
            <a:pPr eaLnBrk="1" fontAlgn="auto" hangingPunct="1">
              <a:lnSpc>
                <a:spcPct val="80000"/>
              </a:lnSpc>
              <a:spcAft>
                <a:spcPts val="0"/>
              </a:spcAft>
              <a:buFont typeface="Wingdings" panose="05000000000000000000" pitchFamily="2" charset="2"/>
              <a:buNone/>
              <a:defRPr/>
            </a:pPr>
            <a:r>
              <a:rPr lang="en-US" altLang="zh-CN" sz="2400"/>
              <a:t>1.</a:t>
            </a:r>
            <a:r>
              <a:rPr lang="zh-CN" altLang="en-US" sz="2400">
                <a:latin typeface="宋体" panose="02010600030101010101" pitchFamily="2" charset="-122"/>
              </a:rPr>
              <a:t>活动名称及目的</a:t>
            </a:r>
            <a:endParaRPr lang="zh-CN" altLang="en-US" sz="2400">
              <a:latin typeface="宋体" panose="02010600030101010101" pitchFamily="2" charset="-122"/>
            </a:endParaRPr>
          </a:p>
          <a:p>
            <a:pPr eaLnBrk="1" fontAlgn="auto" hangingPunct="1">
              <a:lnSpc>
                <a:spcPct val="80000"/>
              </a:lnSpc>
              <a:spcAft>
                <a:spcPts val="0"/>
              </a:spcAft>
              <a:buFont typeface="Wingdings" panose="05000000000000000000" pitchFamily="2" charset="2"/>
              <a:buNone/>
              <a:defRPr/>
            </a:pPr>
            <a:r>
              <a:rPr lang="zh-CN" altLang="en-US" sz="2400">
                <a:latin typeface="宋体" panose="02010600030101010101" pitchFamily="2" charset="-122"/>
              </a:rPr>
              <a:t>   写明邀请对方参加什么活动，以及邀请的原因和目的等。</a:t>
            </a:r>
            <a:endParaRPr lang="zh-CN" altLang="en-US" sz="2400">
              <a:latin typeface="宋体" panose="02010600030101010101" pitchFamily="2" charset="-122"/>
            </a:endParaRPr>
          </a:p>
          <a:p>
            <a:pPr eaLnBrk="1" fontAlgn="auto" hangingPunct="1">
              <a:lnSpc>
                <a:spcPct val="80000"/>
              </a:lnSpc>
              <a:spcAft>
                <a:spcPts val="0"/>
              </a:spcAft>
              <a:buFont typeface="Wingdings" panose="05000000000000000000" pitchFamily="2" charset="2"/>
              <a:buNone/>
              <a:defRPr/>
            </a:pPr>
            <a:r>
              <a:rPr lang="en-US" altLang="zh-CN" sz="2400">
                <a:latin typeface="宋体" panose="02010600030101010101" pitchFamily="2" charset="-122"/>
              </a:rPr>
              <a:t>2.</a:t>
            </a:r>
            <a:r>
              <a:rPr lang="zh-CN" altLang="en-US" sz="2400">
                <a:latin typeface="宋体" panose="02010600030101010101" pitchFamily="2" charset="-122"/>
              </a:rPr>
              <a:t>活动细节及注意事项</a:t>
            </a:r>
            <a:endParaRPr lang="zh-CN" altLang="en-US" sz="2400">
              <a:latin typeface="宋体" panose="02010600030101010101" pitchFamily="2" charset="-122"/>
            </a:endParaRPr>
          </a:p>
          <a:p>
            <a:pPr eaLnBrk="1" fontAlgn="auto" hangingPunct="1">
              <a:lnSpc>
                <a:spcPct val="80000"/>
              </a:lnSpc>
              <a:spcAft>
                <a:spcPts val="0"/>
              </a:spcAft>
              <a:buFont typeface="Wingdings" panose="05000000000000000000" pitchFamily="2" charset="2"/>
              <a:buNone/>
              <a:defRPr/>
            </a:pPr>
            <a:r>
              <a:rPr lang="zh-CN" altLang="en-US" sz="2400">
                <a:latin typeface="宋体" panose="02010600030101010101" pitchFamily="2" charset="-122"/>
              </a:rPr>
              <a:t>  写明活动安排的细节及需要告诉对方的注意事项。诸如时</a:t>
            </a:r>
            <a:endParaRPr lang="zh-CN" altLang="en-US" sz="2400">
              <a:latin typeface="宋体" panose="02010600030101010101" pitchFamily="2" charset="-122"/>
            </a:endParaRPr>
          </a:p>
          <a:p>
            <a:pPr eaLnBrk="1" fontAlgn="auto" hangingPunct="1">
              <a:lnSpc>
                <a:spcPct val="80000"/>
              </a:lnSpc>
              <a:spcAft>
                <a:spcPts val="0"/>
              </a:spcAft>
              <a:buFont typeface="Wingdings" panose="05000000000000000000" pitchFamily="2" charset="2"/>
              <a:buNone/>
              <a:defRPr/>
            </a:pPr>
            <a:r>
              <a:rPr lang="zh-CN" altLang="en-US" sz="2400">
                <a:latin typeface="宋体" panose="02010600030101010101" pitchFamily="2" charset="-122"/>
              </a:rPr>
              <a:t>间、地点、参加人员、人数，需要做些什么样的准备以及需</a:t>
            </a:r>
            <a:endParaRPr lang="zh-CN" altLang="en-US" sz="2400">
              <a:latin typeface="宋体" panose="02010600030101010101" pitchFamily="2" charset="-122"/>
            </a:endParaRPr>
          </a:p>
          <a:p>
            <a:pPr eaLnBrk="1" fontAlgn="auto" hangingPunct="1">
              <a:lnSpc>
                <a:spcPct val="80000"/>
              </a:lnSpc>
              <a:spcAft>
                <a:spcPts val="0"/>
              </a:spcAft>
              <a:buFont typeface="Wingdings" panose="05000000000000000000" pitchFamily="2" charset="2"/>
              <a:buNone/>
              <a:defRPr/>
            </a:pPr>
            <a:r>
              <a:rPr lang="zh-CN" altLang="en-US" sz="2400">
                <a:latin typeface="宋体" panose="02010600030101010101" pitchFamily="2" charset="-122"/>
              </a:rPr>
              <a:t>要穿着什么的服饰。要求穿礼服时，须在请柬的右下角注明</a:t>
            </a:r>
            <a:endParaRPr lang="zh-CN" altLang="en-US" sz="2400">
              <a:latin typeface="宋体" panose="02010600030101010101" pitchFamily="2" charset="-122"/>
            </a:endParaRPr>
          </a:p>
          <a:p>
            <a:pPr eaLnBrk="1" fontAlgn="auto" hangingPunct="1">
              <a:lnSpc>
                <a:spcPct val="80000"/>
              </a:lnSpc>
              <a:spcAft>
                <a:spcPts val="0"/>
              </a:spcAft>
              <a:buFont typeface="Wingdings" panose="05000000000000000000" pitchFamily="2" charset="2"/>
              <a:buNone/>
              <a:defRPr/>
            </a:pPr>
            <a:r>
              <a:rPr lang="en-US" altLang="zh-CN" sz="2400">
                <a:latin typeface="宋体" panose="02010600030101010101" pitchFamily="2" charset="-122"/>
              </a:rPr>
              <a:t>dress</a:t>
            </a:r>
            <a:r>
              <a:rPr lang="zh-CN" altLang="en-US" sz="2400">
                <a:latin typeface="宋体" panose="02010600030101010101" pitchFamily="2" charset="-122"/>
              </a:rPr>
              <a:t>：</a:t>
            </a:r>
            <a:r>
              <a:rPr lang="en-US" altLang="zh-CN" sz="2400">
                <a:latin typeface="宋体" panose="02010600030101010101" pitchFamily="2" charset="-122"/>
              </a:rPr>
              <a:t>formal</a:t>
            </a:r>
            <a:r>
              <a:rPr lang="zh-CN" altLang="en-US" sz="2400">
                <a:latin typeface="宋体" panose="02010600030101010101" pitchFamily="2" charset="-122"/>
              </a:rPr>
              <a:t>；较随意时可用：</a:t>
            </a:r>
            <a:r>
              <a:rPr lang="en-US" altLang="zh-CN" sz="2400">
                <a:latin typeface="宋体" panose="02010600030101010101" pitchFamily="2" charset="-122"/>
              </a:rPr>
              <a:t>dress</a:t>
            </a:r>
            <a:r>
              <a:rPr lang="zh-CN" altLang="en-US" sz="2400">
                <a:latin typeface="宋体" panose="02010600030101010101" pitchFamily="2" charset="-122"/>
              </a:rPr>
              <a:t>：</a:t>
            </a:r>
            <a:r>
              <a:rPr lang="en-US" altLang="zh-CN" sz="2400">
                <a:latin typeface="宋体" panose="02010600030101010101" pitchFamily="2" charset="-122"/>
              </a:rPr>
              <a:t>informal</a:t>
            </a:r>
            <a:r>
              <a:rPr lang="zh-CN" altLang="en-US" sz="2400">
                <a:latin typeface="宋体" panose="02010600030101010101" pitchFamily="2" charset="-122"/>
              </a:rPr>
              <a:t>。</a:t>
            </a:r>
            <a:endParaRPr lang="zh-CN" altLang="en-US" sz="2400">
              <a:latin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900520" y="1871640"/>
              <a:ext cx="543240" cy="36000"/>
            </p14:xfrm>
          </p:contentPart>
        </mc:Choice>
        <mc:Fallback xmlns="">
          <p:pic>
            <p:nvPicPr>
              <p:cNvPr id="2" name="墨迹 1"/>
            </p:nvPicPr>
            <p:blipFill>
              <a:blip r:embed="rId2"/>
            </p:blipFill>
            <p:spPr>
              <a:xfrm>
                <a:off x="2900520" y="1871640"/>
                <a:ext cx="543240" cy="360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722120" y="1885680"/>
              <a:ext cx="400320" cy="29160"/>
            </p14:xfrm>
          </p:contentPart>
        </mc:Choice>
        <mc:Fallback xmlns="">
          <p:pic>
            <p:nvPicPr>
              <p:cNvPr id="3" name="墨迹 2"/>
            </p:nvPicPr>
            <p:blipFill>
              <a:blip r:embed="rId4"/>
            </p:blipFill>
            <p:spPr>
              <a:xfrm>
                <a:off x="4722120" y="1885680"/>
                <a:ext cx="400320" cy="291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278960" y="2421720"/>
              <a:ext cx="722160" cy="28800"/>
            </p14:xfrm>
          </p:contentPart>
        </mc:Choice>
        <mc:Fallback xmlns="">
          <p:pic>
            <p:nvPicPr>
              <p:cNvPr id="4" name="墨迹 3"/>
            </p:nvPicPr>
            <p:blipFill>
              <a:blip r:embed="rId6"/>
            </p:blipFill>
            <p:spPr>
              <a:xfrm>
                <a:off x="4278960" y="2421720"/>
                <a:ext cx="722160" cy="288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7551000" y="4314600"/>
              <a:ext cx="228960" cy="7560"/>
            </p14:xfrm>
          </p:contentPart>
        </mc:Choice>
        <mc:Fallback xmlns="">
          <p:pic>
            <p:nvPicPr>
              <p:cNvPr id="5" name="墨迹 4"/>
            </p:nvPicPr>
            <p:blipFill>
              <a:blip r:embed="rId8"/>
            </p:blipFill>
            <p:spPr>
              <a:xfrm>
                <a:off x="7551000" y="4314600"/>
                <a:ext cx="228960" cy="75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557280" y="4586040"/>
              <a:ext cx="7144200" cy="164880"/>
            </p14:xfrm>
          </p:contentPart>
        </mc:Choice>
        <mc:Fallback xmlns="">
          <p:pic>
            <p:nvPicPr>
              <p:cNvPr id="6" name="墨迹 5"/>
            </p:nvPicPr>
            <p:blipFill>
              <a:blip r:embed="rId10"/>
            </p:blipFill>
            <p:spPr>
              <a:xfrm>
                <a:off x="557280" y="4586040"/>
                <a:ext cx="7144200" cy="1648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657360" y="4907520"/>
              <a:ext cx="1736280" cy="79200"/>
            </p14:xfrm>
          </p:contentPart>
        </mc:Choice>
        <mc:Fallback xmlns="">
          <p:pic>
            <p:nvPicPr>
              <p:cNvPr id="7" name="墨迹 6"/>
            </p:nvPicPr>
            <p:blipFill>
              <a:blip r:embed="rId12"/>
            </p:blipFill>
            <p:spPr>
              <a:xfrm>
                <a:off x="657360" y="4907520"/>
                <a:ext cx="1736280" cy="792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421560" y="5129280"/>
              <a:ext cx="1864800" cy="93240"/>
            </p14:xfrm>
          </p:contentPart>
        </mc:Choice>
        <mc:Fallback xmlns="">
          <p:pic>
            <p:nvPicPr>
              <p:cNvPr id="8" name="墨迹 7"/>
            </p:nvPicPr>
            <p:blipFill>
              <a:blip r:embed="rId14"/>
            </p:blipFill>
            <p:spPr>
              <a:xfrm>
                <a:off x="421560" y="5129280"/>
                <a:ext cx="1864800" cy="932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4600440" y="5200560"/>
              <a:ext cx="2307960" cy="78840"/>
            </p14:xfrm>
          </p:contentPart>
        </mc:Choice>
        <mc:Fallback xmlns="">
          <p:pic>
            <p:nvPicPr>
              <p:cNvPr id="9" name="墨迹 8"/>
            </p:nvPicPr>
            <p:blipFill>
              <a:blip r:embed="rId16"/>
            </p:blipFill>
            <p:spPr>
              <a:xfrm>
                <a:off x="4600440" y="5200560"/>
                <a:ext cx="2307960" cy="788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2728800" y="3786120"/>
              <a:ext cx="1315080" cy="100440"/>
            </p14:xfrm>
          </p:contentPart>
        </mc:Choice>
        <mc:Fallback xmlns="">
          <p:pic>
            <p:nvPicPr>
              <p:cNvPr id="10" name="墨迹 9"/>
            </p:nvPicPr>
            <p:blipFill>
              <a:blip r:embed="rId18"/>
            </p:blipFill>
            <p:spPr>
              <a:xfrm>
                <a:off x="2728800" y="3786120"/>
                <a:ext cx="1315080" cy="10044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6079320" y="3850560"/>
              <a:ext cx="1493280" cy="14400"/>
            </p14:xfrm>
          </p:contentPart>
        </mc:Choice>
        <mc:Fallback xmlns="">
          <p:pic>
            <p:nvPicPr>
              <p:cNvPr id="11" name="墨迹 10"/>
            </p:nvPicPr>
            <p:blipFill>
              <a:blip r:embed="rId20"/>
            </p:blipFill>
            <p:spPr>
              <a:xfrm>
                <a:off x="6079320" y="3850560"/>
                <a:ext cx="1493280" cy="14400"/>
              </a:xfrm>
              <a:prstGeom prst="rect"/>
            </p:spPr>
          </p:pic>
        </mc:Fallback>
      </mc:AlternateContent>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p:cNvSpPr>
            <a:spLocks noGrp="1" noChangeArrowheads="1"/>
          </p:cNvSpPr>
          <p:nvPr>
            <p:ph type="body" idx="1"/>
          </p:nvPr>
        </p:nvSpPr>
        <p:spPr>
          <a:xfrm>
            <a:off x="395288" y="549275"/>
            <a:ext cx="8291512" cy="5543550"/>
          </a:xfrm>
        </p:spPr>
        <p:txBody>
          <a:bodyPr rtlCol="0">
            <a:normAutofit fontScale="92500" lnSpcReduction="10000"/>
          </a:bodyPr>
          <a:lstStyle/>
          <a:p>
            <a:pPr eaLnBrk="1" fontAlgn="auto" hangingPunct="1">
              <a:lnSpc>
                <a:spcPct val="80000"/>
              </a:lnSpc>
              <a:spcAft>
                <a:spcPts val="0"/>
              </a:spcAft>
              <a:buFont typeface="Wingdings" panose="05000000000000000000" pitchFamily="2" charset="2"/>
              <a:buNone/>
              <a:defRPr/>
            </a:pPr>
            <a:r>
              <a:rPr lang="en-US" altLang="zh-CN" sz="2400"/>
              <a:t>Dear Mr. Harrison:</a:t>
            </a:r>
            <a:endParaRPr lang="en-US" altLang="zh-CN" sz="2400"/>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t>Our new factory will be commencing production on [April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10] and we should like to invite [you and your wife] to be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present at a celebration to mark the occasion.</a:t>
            </a:r>
            <a:endParaRPr lang="en-US" altLang="zh-CN" sz="2400"/>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t>As you will appreciate this is an important milestone for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this organization, and is the result of continued demand for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our products, both at home and overseas. We are inviting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all those individuals and trust that you will pay us the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compliments of accepting.</a:t>
            </a:r>
            <a:endParaRPr lang="en-US" altLang="zh-CN" sz="2400"/>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t>Please confirm that you will be able to attend by advising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us of your time —— we can arrange for you to be met. All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arrangements for your stay [overnight on April 10] will, of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course, be made by us at our expense.</a:t>
            </a:r>
            <a:endParaRPr lang="en-US" altLang="zh-CN" sz="2400"/>
          </a:p>
          <a:p>
            <a:pPr eaLnBrk="1" fontAlgn="auto" hangingPunct="1">
              <a:lnSpc>
                <a:spcPct val="80000"/>
              </a:lnSpc>
              <a:spcAft>
                <a:spcPts val="0"/>
              </a:spcAft>
              <a:buFont typeface="Wingdings" panose="05000000000000000000" pitchFamily="2" charset="2"/>
              <a:buNone/>
              <a:defRPr/>
            </a:pPr>
            <a:r>
              <a:rPr lang="zh-CN" altLang="en-US" sz="2400"/>
              <a:t>　</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t>Yours sincerely,</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                                                     Li Ming</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                                                                  </a:t>
            </a:r>
            <a:r>
              <a:rPr lang="zh-CN" altLang="en-US" sz="2400"/>
              <a:t>　                                                </a:t>
            </a:r>
            <a:endParaRPr lang="zh-CN" altLang="en-US" sz="240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6652080" y="1302840"/>
              <a:ext cx="712080" cy="43560"/>
            </p14:xfrm>
          </p:contentPart>
        </mc:Choice>
        <mc:Fallback xmlns="">
          <p:pic>
            <p:nvPicPr>
              <p:cNvPr id="2" name="墨迹 1"/>
            </p:nvPicPr>
            <p:blipFill>
              <a:blip r:embed="rId2"/>
            </p:blipFill>
            <p:spPr>
              <a:xfrm>
                <a:off x="6652080" y="1302840"/>
                <a:ext cx="712080" cy="435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19760" y="1542960"/>
              <a:ext cx="952200" cy="94680"/>
            </p14:xfrm>
          </p:contentPart>
        </mc:Choice>
        <mc:Fallback xmlns="">
          <p:pic>
            <p:nvPicPr>
              <p:cNvPr id="3" name="墨迹 2"/>
            </p:nvPicPr>
            <p:blipFill>
              <a:blip r:embed="rId4"/>
            </p:blipFill>
            <p:spPr>
              <a:xfrm>
                <a:off x="419760" y="1542960"/>
                <a:ext cx="952200" cy="946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3686040" y="1585800"/>
              <a:ext cx="2152080" cy="43200"/>
            </p14:xfrm>
          </p:contentPart>
        </mc:Choice>
        <mc:Fallback xmlns="">
          <p:pic>
            <p:nvPicPr>
              <p:cNvPr id="4" name="墨迹 3"/>
            </p:nvPicPr>
            <p:blipFill>
              <a:blip r:embed="rId6"/>
            </p:blipFill>
            <p:spPr>
              <a:xfrm>
                <a:off x="3686040" y="1585800"/>
                <a:ext cx="2152080" cy="43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851480" y="951480"/>
              <a:ext cx="5281200" cy="94680"/>
            </p14:xfrm>
          </p:contentPart>
        </mc:Choice>
        <mc:Fallback xmlns="">
          <p:pic>
            <p:nvPicPr>
              <p:cNvPr id="5" name="墨迹 4"/>
            </p:nvPicPr>
            <p:blipFill>
              <a:blip r:embed="rId8"/>
            </p:blipFill>
            <p:spPr>
              <a:xfrm>
                <a:off x="1851480" y="951480"/>
                <a:ext cx="5281200" cy="946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5837760" y="1902960"/>
              <a:ext cx="1243440" cy="26280"/>
            </p14:xfrm>
          </p:contentPart>
        </mc:Choice>
        <mc:Fallback xmlns="">
          <p:pic>
            <p:nvPicPr>
              <p:cNvPr id="6" name="墨迹 5"/>
            </p:nvPicPr>
            <p:blipFill>
              <a:blip r:embed="rId10"/>
            </p:blipFill>
            <p:spPr>
              <a:xfrm>
                <a:off x="5837760" y="1902960"/>
                <a:ext cx="1243440" cy="262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5734800" y="2734560"/>
              <a:ext cx="1183320" cy="111960"/>
            </p14:xfrm>
          </p:contentPart>
        </mc:Choice>
        <mc:Fallback xmlns="">
          <p:pic>
            <p:nvPicPr>
              <p:cNvPr id="7" name="墨迹 6"/>
            </p:nvPicPr>
            <p:blipFill>
              <a:blip r:embed="rId12"/>
            </p:blipFill>
            <p:spPr>
              <a:xfrm>
                <a:off x="5734800" y="2734560"/>
                <a:ext cx="1183320" cy="1119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454320" y="3103200"/>
              <a:ext cx="2991960" cy="51840"/>
            </p14:xfrm>
          </p:contentPart>
        </mc:Choice>
        <mc:Fallback xmlns="">
          <p:pic>
            <p:nvPicPr>
              <p:cNvPr id="8" name="墨迹 7"/>
            </p:nvPicPr>
            <p:blipFill>
              <a:blip r:embed="rId14"/>
            </p:blipFill>
            <p:spPr>
              <a:xfrm>
                <a:off x="454320" y="3103200"/>
                <a:ext cx="2991960" cy="518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1542960" y="3351960"/>
              <a:ext cx="866160" cy="68760"/>
            </p14:xfrm>
          </p:contentPart>
        </mc:Choice>
        <mc:Fallback xmlns="">
          <p:pic>
            <p:nvPicPr>
              <p:cNvPr id="9" name="墨迹 8"/>
            </p:nvPicPr>
            <p:blipFill>
              <a:blip r:embed="rId16"/>
            </p:blipFill>
            <p:spPr>
              <a:xfrm>
                <a:off x="1542960" y="3351960"/>
                <a:ext cx="866160" cy="687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6643440" y="3394800"/>
              <a:ext cx="969120" cy="25920"/>
            </p14:xfrm>
          </p:contentPart>
        </mc:Choice>
        <mc:Fallback xmlns="">
          <p:pic>
            <p:nvPicPr>
              <p:cNvPr id="10" name="墨迹 9"/>
            </p:nvPicPr>
            <p:blipFill>
              <a:blip r:embed="rId18"/>
            </p:blipFill>
            <p:spPr>
              <a:xfrm>
                <a:off x="6643440" y="3394800"/>
                <a:ext cx="969120" cy="2592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882720" y="3677760"/>
              <a:ext cx="189000" cy="17280"/>
            </p14:xfrm>
          </p:contentPart>
        </mc:Choice>
        <mc:Fallback xmlns="">
          <p:pic>
            <p:nvPicPr>
              <p:cNvPr id="11" name="墨迹 10"/>
            </p:nvPicPr>
            <p:blipFill>
              <a:blip r:embed="rId20"/>
            </p:blipFill>
            <p:spPr>
              <a:xfrm>
                <a:off x="882720" y="3677760"/>
                <a:ext cx="189000" cy="1728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6420600" y="3686040"/>
              <a:ext cx="471960" cy="26280"/>
            </p14:xfrm>
          </p:contentPart>
        </mc:Choice>
        <mc:Fallback xmlns="">
          <p:pic>
            <p:nvPicPr>
              <p:cNvPr id="12" name="墨迹 11"/>
            </p:nvPicPr>
            <p:blipFill>
              <a:blip r:embed="rId22"/>
            </p:blipFill>
            <p:spPr>
              <a:xfrm>
                <a:off x="6420600" y="3686040"/>
                <a:ext cx="471960" cy="2628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3162960" y="4329000"/>
              <a:ext cx="1877760" cy="17640"/>
            </p14:xfrm>
          </p:contentPart>
        </mc:Choice>
        <mc:Fallback xmlns="">
          <p:pic>
            <p:nvPicPr>
              <p:cNvPr id="13" name="墨迹 12"/>
            </p:nvPicPr>
            <p:blipFill>
              <a:blip r:embed="rId24"/>
            </p:blipFill>
            <p:spPr>
              <a:xfrm>
                <a:off x="3162960" y="4329000"/>
                <a:ext cx="1877760" cy="17640"/>
              </a:xfrm>
              <a:prstGeom prst="rect"/>
            </p:spPr>
          </p:pic>
        </mc:Fallback>
      </mc:AlternateContent>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body" idx="1"/>
          </p:nvPr>
        </p:nvSpPr>
        <p:spPr>
          <a:xfrm>
            <a:off x="468313" y="549275"/>
            <a:ext cx="8229600" cy="5903913"/>
          </a:xfrm>
        </p:spPr>
        <p:txBody>
          <a:bodyPr/>
          <a:lstStyle/>
          <a:p>
            <a:pPr eaLnBrk="1" hangingPunct="1">
              <a:lnSpc>
                <a:spcPct val="80000"/>
              </a:lnSpc>
              <a:buFont typeface="Wingdings" panose="05000000000000000000" pitchFamily="2" charset="2"/>
              <a:buNone/>
            </a:pPr>
            <a:r>
              <a:rPr lang="zh-CN" altLang="en-US" sz="2800" smtClean="0">
                <a:ea typeface="华文隶书" panose="02010800040101010101" pitchFamily="2" charset="-122"/>
              </a:rPr>
              <a:t>常用</a:t>
            </a:r>
            <a:r>
              <a:rPr lang="zh-CN" altLang="en-US" sz="2800" b="1" smtClean="0">
                <a:ea typeface="华文隶书" panose="02010800040101010101" pitchFamily="2" charset="-122"/>
              </a:rPr>
              <a:t>开头用语</a:t>
            </a:r>
            <a:r>
              <a:rPr lang="zh-CN" altLang="en-US" sz="2400" smtClean="0"/>
              <a:t> </a:t>
            </a:r>
            <a:br>
              <a:rPr lang="zh-CN" altLang="en-US" sz="2400" smtClean="0"/>
            </a:br>
            <a:r>
              <a:rPr lang="en-US" altLang="zh-CN" sz="2400" smtClean="0"/>
              <a:t>I am writing to invite you to…</a:t>
            </a:r>
            <a:br>
              <a:rPr lang="en-US" altLang="zh-CN" sz="2400" smtClean="0"/>
            </a:br>
            <a:r>
              <a:rPr lang="en-US" altLang="zh-CN" sz="2400" smtClean="0"/>
              <a:t>I would like to see your presence at… </a:t>
            </a:r>
            <a:br>
              <a:rPr lang="en-US" altLang="zh-CN" sz="2400" smtClean="0"/>
            </a:br>
            <a:r>
              <a:rPr lang="en-US" altLang="zh-CN" sz="2400" smtClean="0"/>
              <a:t>I think it would be a good idea if you could participate in…</a:t>
            </a:r>
            <a:br>
              <a:rPr lang="en-US" altLang="zh-CN" sz="2400" smtClean="0"/>
            </a:br>
            <a:r>
              <a:rPr lang="en-US" altLang="zh-CN" sz="2400" smtClean="0"/>
              <a:t>I wonder if you could come…</a:t>
            </a:r>
            <a:br>
              <a:rPr lang="en-US" altLang="zh-CN" sz="2400" smtClean="0"/>
            </a:br>
            <a:r>
              <a:rPr lang="en-US" altLang="zh-CN" sz="2400" smtClean="0"/>
              <a:t>I would like you to come…  </a:t>
            </a:r>
            <a:br>
              <a:rPr lang="en-US" altLang="zh-CN" sz="2400" smtClean="0"/>
            </a:br>
            <a:r>
              <a:rPr lang="en-US" altLang="zh-CN" sz="2400" smtClean="0"/>
              <a:t>How would you like to join us in…? </a:t>
            </a:r>
            <a:br>
              <a:rPr lang="en-US" altLang="zh-CN" sz="2400" smtClean="0"/>
            </a:br>
            <a:endParaRPr lang="en-US" altLang="zh-CN" sz="2400" smtClean="0"/>
          </a:p>
          <a:p>
            <a:pPr eaLnBrk="1" hangingPunct="1">
              <a:lnSpc>
                <a:spcPct val="80000"/>
              </a:lnSpc>
              <a:buFont typeface="Wingdings" panose="05000000000000000000" pitchFamily="2" charset="2"/>
              <a:buNone/>
            </a:pPr>
            <a:r>
              <a:rPr lang="zh-CN" altLang="en-US" sz="2800" smtClean="0">
                <a:latin typeface="华文隶书" panose="02010800040101010101" pitchFamily="2" charset="-122"/>
                <a:ea typeface="华文隶书" panose="02010800040101010101" pitchFamily="2" charset="-122"/>
              </a:rPr>
              <a:t>常用</a:t>
            </a:r>
            <a:r>
              <a:rPr lang="zh-CN" altLang="en-US" sz="2800" b="1" smtClean="0">
                <a:latin typeface="华文隶书" panose="02010800040101010101" pitchFamily="2" charset="-122"/>
                <a:ea typeface="华文隶书" panose="02010800040101010101" pitchFamily="2" charset="-122"/>
              </a:rPr>
              <a:t>结尾用语 </a:t>
            </a:r>
            <a:r>
              <a:rPr lang="zh-CN" altLang="en-US" sz="2800" smtClean="0">
                <a:latin typeface="Arial" panose="020B0604020202020204" pitchFamily="34" charset="0"/>
                <a:ea typeface="华文隶书" panose="02010800040101010101" pitchFamily="2" charset="-122"/>
              </a:rPr>
              <a:t> </a:t>
            </a:r>
            <a:br>
              <a:rPr lang="zh-CN" altLang="en-US" sz="2400" smtClean="0"/>
            </a:br>
            <a:r>
              <a:rPr lang="en-US" altLang="zh-CN" sz="2400" smtClean="0"/>
              <a:t>My family and I would feel honored if you could come. </a:t>
            </a:r>
            <a:br>
              <a:rPr lang="en-US" altLang="zh-CN" sz="2400" smtClean="0"/>
            </a:br>
            <a:r>
              <a:rPr lang="en-US" altLang="zh-CN" sz="2400" smtClean="0"/>
              <a:t>We would be looking forward to your participation in the party. </a:t>
            </a:r>
            <a:br>
              <a:rPr lang="en-US" altLang="zh-CN" sz="2400" smtClean="0"/>
            </a:br>
            <a:r>
              <a:rPr lang="en-US" altLang="zh-CN" sz="2400" smtClean="0"/>
              <a:t>I would like to meet you there and please let me know your decision. </a:t>
            </a:r>
            <a:br>
              <a:rPr lang="en-US" altLang="zh-CN" sz="2400" smtClean="0"/>
            </a:br>
            <a:r>
              <a:rPr lang="en-US" altLang="zh-CN" sz="2400" smtClean="0"/>
              <a:t>I really hope you can make it.</a:t>
            </a:r>
            <a:r>
              <a:rPr lang="zh-CN" altLang="en-US" sz="2400" smtClean="0"/>
              <a:t>　</a:t>
            </a:r>
            <a:endParaRPr lang="zh-CN" altLang="en-US" sz="2400" smtClean="0"/>
          </a:p>
          <a:p>
            <a:pPr eaLnBrk="1" hangingPunct="1">
              <a:lnSpc>
                <a:spcPct val="80000"/>
              </a:lnSpc>
              <a:buFont typeface="Wingdings" panose="05000000000000000000" pitchFamily="2" charset="2"/>
              <a:buNone/>
            </a:pPr>
            <a:r>
              <a:rPr lang="zh-CN" altLang="en-US" sz="2400" smtClean="0"/>
              <a:t>    </a:t>
            </a:r>
            <a:r>
              <a:rPr lang="en-US" altLang="zh-CN" sz="2400" smtClean="0"/>
              <a:t>Would you please drop me a line to let me know if you can come? </a:t>
            </a:r>
            <a:r>
              <a:rPr lang="en-US" altLang="zh-CN" sz="2400" b="1" smtClean="0"/>
              <a:t> </a:t>
            </a:r>
            <a:r>
              <a:rPr lang="en-US" altLang="zh-CN" sz="2400" smtClean="0"/>
              <a:t> </a:t>
            </a:r>
            <a:endParaRPr lang="en-US" altLang="zh-CN" sz="2400" smtClean="0"/>
          </a:p>
          <a:p>
            <a:pPr eaLnBrk="1" hangingPunct="1">
              <a:lnSpc>
                <a:spcPct val="80000"/>
              </a:lnSpc>
            </a:pPr>
            <a:endParaRPr lang="en-US" altLang="zh-CN" sz="240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969000" y="1328760"/>
              <a:ext cx="1157760" cy="51840"/>
            </p14:xfrm>
          </p:contentPart>
        </mc:Choice>
        <mc:Fallback xmlns="">
          <p:pic>
            <p:nvPicPr>
              <p:cNvPr id="2" name="墨迹 1"/>
            </p:nvPicPr>
            <p:blipFill>
              <a:blip r:embed="rId2"/>
            </p:blipFill>
            <p:spPr>
              <a:xfrm>
                <a:off x="3969000" y="1328760"/>
                <a:ext cx="1157760" cy="518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498000" y="1688760"/>
              <a:ext cx="1706040" cy="34560"/>
            </p14:xfrm>
          </p:contentPart>
        </mc:Choice>
        <mc:Fallback xmlns="">
          <p:pic>
            <p:nvPicPr>
              <p:cNvPr id="3" name="墨迹 2"/>
            </p:nvPicPr>
            <p:blipFill>
              <a:blip r:embed="rId4"/>
            </p:blipFill>
            <p:spPr>
              <a:xfrm>
                <a:off x="6498000" y="1688760"/>
                <a:ext cx="1706040" cy="345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3926160" y="2588760"/>
              <a:ext cx="994680" cy="26280"/>
            </p14:xfrm>
          </p:contentPart>
        </mc:Choice>
        <mc:Fallback xmlns="">
          <p:pic>
            <p:nvPicPr>
              <p:cNvPr id="4" name="墨迹 3"/>
            </p:nvPicPr>
            <p:blipFill>
              <a:blip r:embed="rId6"/>
            </p:blipFill>
            <p:spPr>
              <a:xfrm>
                <a:off x="3926160" y="2588760"/>
                <a:ext cx="994680" cy="262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3908880" y="3548880"/>
              <a:ext cx="1620720" cy="17640"/>
            </p14:xfrm>
          </p:contentPart>
        </mc:Choice>
        <mc:Fallback xmlns="">
          <p:pic>
            <p:nvPicPr>
              <p:cNvPr id="5" name="墨迹 4"/>
            </p:nvPicPr>
            <p:blipFill>
              <a:blip r:embed="rId8"/>
            </p:blipFill>
            <p:spPr>
              <a:xfrm>
                <a:off x="3908880" y="3548880"/>
                <a:ext cx="1620720" cy="1764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5846400" y="3908880"/>
              <a:ext cx="1663200" cy="360"/>
            </p14:xfrm>
          </p:contentPart>
        </mc:Choice>
        <mc:Fallback xmlns="">
          <p:pic>
            <p:nvPicPr>
              <p:cNvPr id="6" name="墨迹 5"/>
            </p:nvPicPr>
            <p:blipFill>
              <a:blip r:embed="rId10"/>
            </p:blipFill>
            <p:spPr>
              <a:xfrm>
                <a:off x="5846400" y="3908880"/>
                <a:ext cx="1663200"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3249000" y="5400720"/>
              <a:ext cx="1937520" cy="34560"/>
            </p14:xfrm>
          </p:contentPart>
        </mc:Choice>
        <mc:Fallback xmlns="">
          <p:pic>
            <p:nvPicPr>
              <p:cNvPr id="7" name="墨迹 6"/>
            </p:nvPicPr>
            <p:blipFill>
              <a:blip r:embed="rId12"/>
            </p:blipFill>
            <p:spPr>
              <a:xfrm>
                <a:off x="3249000" y="5400720"/>
                <a:ext cx="1937520" cy="34560"/>
              </a:xfrm>
              <a:prstGeom prst="rect"/>
            </p:spPr>
          </p:pic>
        </mc:Fallback>
      </mc:AlternateContent>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3"/>
          <p:cNvSpPr>
            <a:spLocks noGrp="1" noChangeArrowheads="1"/>
          </p:cNvSpPr>
          <p:nvPr>
            <p:ph type="body" idx="1"/>
          </p:nvPr>
        </p:nvSpPr>
        <p:spPr>
          <a:xfrm>
            <a:off x="457200" y="765175"/>
            <a:ext cx="8229600" cy="5102225"/>
          </a:xfrm>
        </p:spPr>
        <p:txBody>
          <a:bodyPr/>
          <a:lstStyle/>
          <a:p>
            <a:pPr eaLnBrk="1" hangingPunct="1">
              <a:lnSpc>
                <a:spcPct val="80000"/>
              </a:lnSpc>
              <a:buFont typeface="Wingdings" panose="05000000000000000000" pitchFamily="2" charset="2"/>
              <a:buNone/>
            </a:pPr>
            <a:r>
              <a:rPr lang="zh-CN" altLang="en-US" sz="2800" b="1" smtClean="0">
                <a:latin typeface="楷体_GB2312" pitchFamily="49" charset="-122"/>
                <a:ea typeface="楷体_GB2312" pitchFamily="49" charset="-122"/>
              </a:rPr>
              <a:t>邀请信的回复</a:t>
            </a:r>
            <a:br>
              <a:rPr lang="zh-CN" altLang="en-US" sz="2800" smtClean="0">
                <a:latin typeface="楷体_GB2312" pitchFamily="49" charset="-122"/>
                <a:ea typeface="楷体_GB2312" pitchFamily="49" charset="-122"/>
              </a:rPr>
            </a:br>
            <a:br>
              <a:rPr lang="zh-CN" altLang="en-US" sz="2800" smtClean="0">
                <a:latin typeface="楷体_GB2312" pitchFamily="49" charset="-122"/>
                <a:ea typeface="楷体_GB2312" pitchFamily="49" charset="-122"/>
              </a:rPr>
            </a:br>
            <a:r>
              <a:rPr lang="zh-CN" altLang="en-US" sz="2400" smtClean="0">
                <a:latin typeface="楷体_GB2312" pitchFamily="49" charset="-122"/>
                <a:ea typeface="楷体_GB2312" pitchFamily="49" charset="-122"/>
              </a:rPr>
              <a:t>邀请信的复信要求简明扼要，在书写时应注意以下几点：</a:t>
            </a:r>
            <a:br>
              <a:rPr lang="zh-CN" altLang="en-US" sz="2400" smtClean="0">
                <a:latin typeface="楷体_GB2312" pitchFamily="49" charset="-122"/>
                <a:ea typeface="楷体_GB2312" pitchFamily="49" charset="-122"/>
              </a:rPr>
            </a:br>
            <a:br>
              <a:rPr lang="zh-CN" altLang="en-US" sz="2400" smtClean="0">
                <a:latin typeface="楷体_GB2312" pitchFamily="49" charset="-122"/>
                <a:ea typeface="楷体_GB2312" pitchFamily="49" charset="-122"/>
              </a:rPr>
            </a:br>
            <a:r>
              <a:rPr lang="en-US" altLang="zh-CN" sz="2400" smtClean="0">
                <a:latin typeface="楷体_GB2312" pitchFamily="49" charset="-122"/>
                <a:ea typeface="楷体_GB2312" pitchFamily="49" charset="-122"/>
              </a:rPr>
              <a:t>1</a:t>
            </a:r>
            <a:r>
              <a:rPr lang="en-US" altLang="zh-CN" sz="2400" smtClean="0">
                <a:latin typeface="Arial" panose="020B0604020202020204" pitchFamily="34" charset="0"/>
                <a:ea typeface="楷体_GB2312" pitchFamily="49" charset="-122"/>
              </a:rPr>
              <a:t> </a:t>
            </a:r>
            <a:r>
              <a:rPr lang="zh-CN" altLang="en-US" sz="2400" smtClean="0">
                <a:latin typeface="楷体_GB2312" pitchFamily="49" charset="-122"/>
                <a:ea typeface="楷体_GB2312" pitchFamily="49" charset="-122"/>
              </a:rPr>
              <a:t>接受邀请的复信中应重复写上邀请信中的某些内容，如</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邀请年、月、日，星期几、几点钟等，如</a:t>
            </a:r>
            <a:r>
              <a:rPr lang="en-US" altLang="zh-CN" sz="2400" smtClean="0">
                <a:latin typeface="楷体_GB2312" pitchFamily="49" charset="-122"/>
                <a:ea typeface="楷体_GB2312" pitchFamily="49" charset="-122"/>
              </a:rPr>
              <a:t>"I</a:t>
            </a:r>
            <a:r>
              <a:rPr lang="en-US" altLang="zh-CN" sz="2400" smtClean="0">
                <a:latin typeface="Arial" panose="020B0604020202020204" pitchFamily="34" charset="0"/>
                <a:ea typeface="楷体_GB2312" pitchFamily="49" charset="-122"/>
              </a:rPr>
              <a:t>’</a:t>
            </a:r>
            <a:r>
              <a:rPr lang="en-US" altLang="zh-CN" sz="2400" smtClean="0">
                <a:latin typeface="楷体_GB2312" pitchFamily="49" charset="-122"/>
                <a:ea typeface="楷体_GB2312" pitchFamily="49" charset="-122"/>
              </a:rPr>
              <a:t>ll be </a:t>
            </a:r>
            <a:endParaRPr lang="en-US" altLang="zh-CN"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2400" smtClean="0">
                <a:latin typeface="楷体_GB2312" pitchFamily="49" charset="-122"/>
                <a:ea typeface="楷体_GB2312" pitchFamily="49" charset="-122"/>
              </a:rPr>
              <a:t>delighted to attend your luncheon next Friday, May </a:t>
            </a:r>
            <a:endParaRPr lang="en-US" altLang="zh-CN"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2400" smtClean="0">
                <a:latin typeface="楷体_GB2312" pitchFamily="49" charset="-122"/>
                <a:ea typeface="楷体_GB2312" pitchFamily="49" charset="-122"/>
              </a:rPr>
              <a:t>the fifth, at twelve o</a:t>
            </a:r>
            <a:r>
              <a:rPr lang="en-US" altLang="zh-CN" sz="2400" smtClean="0">
                <a:latin typeface="Arial" panose="020B0604020202020204" pitchFamily="34" charset="0"/>
                <a:ea typeface="楷体_GB2312" pitchFamily="49" charset="-122"/>
              </a:rPr>
              <a:t>’</a:t>
            </a:r>
            <a:r>
              <a:rPr lang="en-US" altLang="zh-CN" sz="2400" smtClean="0">
                <a:latin typeface="楷体_GB2312" pitchFamily="49" charset="-122"/>
                <a:ea typeface="楷体_GB2312" pitchFamily="49" charset="-122"/>
              </a:rPr>
              <a:t>clock.</a:t>
            </a:r>
            <a:r>
              <a:rPr lang="en-US" altLang="zh-CN" sz="2400" smtClean="0">
                <a:latin typeface="Arial" panose="020B0604020202020204" pitchFamily="34" charset="0"/>
                <a:ea typeface="楷体_GB2312" pitchFamily="49" charset="-122"/>
              </a:rPr>
              <a:t>“</a:t>
            </a:r>
            <a:r>
              <a:rPr lang="zh-CN" altLang="en-US" sz="2400" smtClean="0">
                <a:latin typeface="楷体_GB2312" pitchFamily="49" charset="-122"/>
                <a:ea typeface="楷体_GB2312" pitchFamily="49" charset="-122"/>
              </a:rPr>
              <a:t>。</a:t>
            </a:r>
            <a:br>
              <a:rPr lang="zh-CN" altLang="en-US" sz="2400" smtClean="0">
                <a:latin typeface="楷体_GB2312" pitchFamily="49" charset="-122"/>
                <a:ea typeface="楷体_GB2312" pitchFamily="49" charset="-122"/>
              </a:rPr>
            </a:br>
            <a:br>
              <a:rPr lang="zh-CN" altLang="en-US" sz="2400" smtClean="0">
                <a:latin typeface="楷体_GB2312" pitchFamily="49" charset="-122"/>
                <a:ea typeface="楷体_GB2312" pitchFamily="49" charset="-122"/>
              </a:rPr>
            </a:br>
            <a:r>
              <a:rPr lang="en-US" altLang="zh-CN" sz="2400" smtClean="0">
                <a:latin typeface="楷体_GB2312" pitchFamily="49" charset="-122"/>
                <a:ea typeface="楷体_GB2312" pitchFamily="49" charset="-122"/>
              </a:rPr>
              <a:t>2</a:t>
            </a:r>
            <a:r>
              <a:rPr lang="en-US" altLang="zh-CN" sz="2400" smtClean="0">
                <a:latin typeface="Arial" panose="020B0604020202020204" pitchFamily="34" charset="0"/>
                <a:ea typeface="楷体_GB2312" pitchFamily="49" charset="-122"/>
              </a:rPr>
              <a:t> </a:t>
            </a:r>
            <a:r>
              <a:rPr lang="zh-CN" altLang="en-US" sz="2400" smtClean="0">
                <a:latin typeface="楷体_GB2312" pitchFamily="49" charset="-122"/>
                <a:ea typeface="楷体_GB2312" pitchFamily="49" charset="-122"/>
              </a:rPr>
              <a:t>邀请信的复信中应明确表明接受邀请还是不接受邀请，</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不能含乎其词，如不能写</a:t>
            </a:r>
            <a:r>
              <a:rPr lang="zh-CN" altLang="en-US" sz="2400" smtClean="0">
                <a:latin typeface="Arial" panose="020B0604020202020204" pitchFamily="34" charset="0"/>
                <a:ea typeface="楷体_GB2312" pitchFamily="49" charset="-122"/>
              </a:rPr>
              <a:t>“</a:t>
            </a:r>
            <a:r>
              <a:rPr lang="en-US" altLang="zh-CN" sz="2400" smtClean="0">
                <a:latin typeface="楷体_GB2312" pitchFamily="49" charset="-122"/>
                <a:ea typeface="楷体_GB2312" pitchFamily="49" charset="-122"/>
              </a:rPr>
              <a:t>I</a:t>
            </a:r>
            <a:r>
              <a:rPr lang="en-US" altLang="zh-CN" sz="2400" smtClean="0">
                <a:latin typeface="Arial" panose="020B0604020202020204" pitchFamily="34" charset="0"/>
                <a:ea typeface="楷体_GB2312" pitchFamily="49" charset="-122"/>
              </a:rPr>
              <a:t>’</a:t>
            </a:r>
            <a:r>
              <a:rPr lang="en-US" altLang="zh-CN" sz="2400" smtClean="0">
                <a:latin typeface="楷体_GB2312" pitchFamily="49" charset="-122"/>
                <a:ea typeface="楷体_GB2312" pitchFamily="49" charset="-122"/>
              </a:rPr>
              <a:t>ll</a:t>
            </a:r>
            <a:r>
              <a:rPr lang="en-US" altLang="zh-CN" sz="2400" smtClean="0">
                <a:latin typeface="Arial" panose="020B0604020202020204" pitchFamily="34" charset="0"/>
                <a:ea typeface="楷体_GB2312" pitchFamily="49" charset="-122"/>
              </a:rPr>
              <a:t> </a:t>
            </a:r>
            <a:r>
              <a:rPr lang="en-US" altLang="zh-CN" sz="2400" smtClean="0">
                <a:latin typeface="楷体_GB2312" pitchFamily="49" charset="-122"/>
                <a:ea typeface="楷体_GB2312" pitchFamily="49" charset="-122"/>
              </a:rPr>
              <a:t>come</a:t>
            </a:r>
            <a:r>
              <a:rPr lang="en-US" altLang="zh-CN" sz="2400" smtClean="0">
                <a:latin typeface="Arial" panose="020B0604020202020204" pitchFamily="34" charset="0"/>
                <a:ea typeface="楷体_GB2312" pitchFamily="49" charset="-122"/>
              </a:rPr>
              <a:t> </a:t>
            </a:r>
            <a:r>
              <a:rPr lang="en-US" altLang="zh-CN" sz="2400" smtClean="0">
                <a:latin typeface="楷体_GB2312" pitchFamily="49" charset="-122"/>
                <a:ea typeface="楷体_GB2312" pitchFamily="49" charset="-122"/>
              </a:rPr>
              <a:t>if</a:t>
            </a:r>
            <a:r>
              <a:rPr lang="en-US" altLang="zh-CN" sz="2400" smtClean="0">
                <a:latin typeface="Arial" panose="020B0604020202020204" pitchFamily="34" charset="0"/>
                <a:ea typeface="楷体_GB2312" pitchFamily="49" charset="-122"/>
              </a:rPr>
              <a:t> </a:t>
            </a:r>
            <a:r>
              <a:rPr lang="en-US" altLang="zh-CN" sz="2400" smtClean="0">
                <a:latin typeface="楷体_GB2312" pitchFamily="49" charset="-122"/>
                <a:ea typeface="楷体_GB2312" pitchFamily="49" charset="-122"/>
              </a:rPr>
              <a:t>I</a:t>
            </a:r>
            <a:r>
              <a:rPr lang="en-US" altLang="zh-CN" sz="2400" smtClean="0">
                <a:latin typeface="Arial" panose="020B0604020202020204" pitchFamily="34" charset="0"/>
                <a:ea typeface="楷体_GB2312" pitchFamily="49" charset="-122"/>
              </a:rPr>
              <a:t>’</a:t>
            </a:r>
            <a:r>
              <a:rPr lang="en-US" altLang="zh-CN" sz="2400" smtClean="0">
                <a:latin typeface="楷体_GB2312" pitchFamily="49" charset="-122"/>
                <a:ea typeface="楷体_GB2312" pitchFamily="49" charset="-122"/>
              </a:rPr>
              <a:t>m</a:t>
            </a:r>
            <a:r>
              <a:rPr lang="en-US" altLang="zh-CN" sz="2400" smtClean="0">
                <a:latin typeface="Arial" panose="020B0604020202020204" pitchFamily="34" charset="0"/>
                <a:ea typeface="楷体_GB2312" pitchFamily="49" charset="-122"/>
              </a:rPr>
              <a:t> </a:t>
            </a:r>
            <a:r>
              <a:rPr lang="en-US" altLang="zh-CN" sz="2400" smtClean="0">
                <a:latin typeface="楷体_GB2312" pitchFamily="49" charset="-122"/>
                <a:ea typeface="楷体_GB2312" pitchFamily="49" charset="-122"/>
              </a:rPr>
              <a:t>in</a:t>
            </a:r>
            <a:r>
              <a:rPr lang="en-US" altLang="zh-CN" sz="2400" smtClean="0">
                <a:latin typeface="Arial" panose="020B0604020202020204" pitchFamily="34" charset="0"/>
                <a:ea typeface="楷体_GB2312" pitchFamily="49" charset="-122"/>
              </a:rPr>
              <a:t> </a:t>
            </a:r>
            <a:r>
              <a:rPr lang="en-US" altLang="zh-CN" sz="2400" smtClean="0">
                <a:latin typeface="楷体_GB2312" pitchFamily="49" charset="-122"/>
                <a:ea typeface="楷体_GB2312" pitchFamily="49" charset="-122"/>
              </a:rPr>
              <a:t>town.</a:t>
            </a:r>
            <a:r>
              <a:rPr lang="en-US" altLang="zh-CN" sz="2400" smtClean="0">
                <a:latin typeface="Arial" panose="020B0604020202020204" pitchFamily="34" charset="0"/>
                <a:ea typeface="楷体_GB2312" pitchFamily="49" charset="-122"/>
              </a:rPr>
              <a:t> ”</a:t>
            </a:r>
            <a:r>
              <a:rPr lang="zh-CN" altLang="en-US" sz="2400" smtClean="0">
                <a:latin typeface="楷体_GB2312" pitchFamily="49" charset="-122"/>
                <a:ea typeface="楷体_GB2312" pitchFamily="49" charset="-122"/>
              </a:rPr>
              <a:t>这类的</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话，以使得对方无法作出安排。在接受邀请的复信中，应对</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受到邀请表示高兴。谢却的复信中应阐明不能应邀的原由。</a:t>
            </a:r>
            <a:br>
              <a:rPr lang="zh-CN" altLang="en-US" sz="2400" smtClean="0">
                <a:latin typeface="楷体_GB2312" pitchFamily="49" charset="-122"/>
                <a:ea typeface="楷体_GB2312" pitchFamily="49" charset="-122"/>
              </a:rPr>
            </a:br>
            <a:r>
              <a:rPr lang="zh-CN" altLang="en-US" sz="2800" smtClean="0">
                <a:latin typeface="楷体_GB2312" pitchFamily="49" charset="-122"/>
                <a:ea typeface="楷体_GB2312" pitchFamily="49" charset="-122"/>
              </a:rPr>
              <a:t> </a:t>
            </a:r>
            <a:endParaRPr lang="zh-CN" altLang="en-US" sz="2800" smtClean="0">
              <a:latin typeface="楷体_GB2312" pitchFamily="49" charset="-122"/>
              <a:ea typeface="楷体_GB2312" pitchFamily="49" charset="-122"/>
            </a:endParaRPr>
          </a:p>
          <a:p>
            <a:pPr eaLnBrk="1" hangingPunct="1">
              <a:lnSpc>
                <a:spcPct val="80000"/>
              </a:lnSpc>
            </a:pPr>
            <a:endParaRPr lang="en-US" altLang="zh-CN" sz="2800" smtClean="0">
              <a:latin typeface="楷体_GB2312" pitchFamily="49" charset="-122"/>
              <a:ea typeface="楷体_GB2312" pitchFamily="49"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625920" y="3883320"/>
              <a:ext cx="1852200" cy="25920"/>
            </p14:xfrm>
          </p:contentPart>
        </mc:Choice>
        <mc:Fallback xmlns="">
          <p:pic>
            <p:nvPicPr>
              <p:cNvPr id="2" name="墨迹 1"/>
            </p:nvPicPr>
            <p:blipFill>
              <a:blip r:embed="rId2"/>
            </p:blipFill>
            <p:spPr>
              <a:xfrm>
                <a:off x="3625920" y="3883320"/>
                <a:ext cx="1852200" cy="259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330720" y="5241600"/>
              <a:ext cx="1473840" cy="81000"/>
            </p14:xfrm>
          </p:contentPart>
        </mc:Choice>
        <mc:Fallback xmlns="">
          <p:pic>
            <p:nvPicPr>
              <p:cNvPr id="3" name="墨迹 2"/>
            </p:nvPicPr>
            <p:blipFill>
              <a:blip r:embed="rId4"/>
            </p:blipFill>
            <p:spPr>
              <a:xfrm>
                <a:off x="3330720" y="5241600"/>
                <a:ext cx="1473840" cy="810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5081040" y="5232960"/>
              <a:ext cx="2964960" cy="169920"/>
            </p14:xfrm>
          </p:contentPart>
        </mc:Choice>
        <mc:Fallback xmlns="">
          <p:pic>
            <p:nvPicPr>
              <p:cNvPr id="4" name="墨迹 3"/>
            </p:nvPicPr>
            <p:blipFill>
              <a:blip r:embed="rId6"/>
            </p:blipFill>
            <p:spPr>
              <a:xfrm>
                <a:off x="5081040" y="5232960"/>
                <a:ext cx="2964960" cy="1699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3938040" y="2187720"/>
              <a:ext cx="1045080" cy="63000"/>
            </p14:xfrm>
          </p:contentPart>
        </mc:Choice>
        <mc:Fallback xmlns="">
          <p:pic>
            <p:nvPicPr>
              <p:cNvPr id="5" name="墨迹 4"/>
            </p:nvPicPr>
            <p:blipFill>
              <a:blip r:embed="rId8"/>
            </p:blipFill>
            <p:spPr>
              <a:xfrm>
                <a:off x="3938040" y="2187720"/>
                <a:ext cx="1045080" cy="630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035720" y="2562840"/>
              <a:ext cx="982800" cy="27000"/>
            </p14:xfrm>
          </p:contentPart>
        </mc:Choice>
        <mc:Fallback xmlns="">
          <p:pic>
            <p:nvPicPr>
              <p:cNvPr id="6" name="墨迹 5"/>
            </p:nvPicPr>
            <p:blipFill>
              <a:blip r:embed="rId10"/>
            </p:blipFill>
            <p:spPr>
              <a:xfrm>
                <a:off x="1035720" y="2562840"/>
                <a:ext cx="982800" cy="27000"/>
              </a:xfrm>
              <a:prstGeom prst="rect"/>
            </p:spPr>
          </p:pic>
        </mc:Fallback>
      </mc:AlternateContent>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ext Box 4"/>
          <p:cNvSpPr txBox="1">
            <a:spLocks noChangeArrowheads="1"/>
          </p:cNvSpPr>
          <p:nvPr/>
        </p:nvSpPr>
        <p:spPr bwMode="auto">
          <a:xfrm>
            <a:off x="250825" y="620713"/>
            <a:ext cx="8569325" cy="5816977"/>
          </a:xfrm>
          <a:prstGeom prst="rect">
            <a:avLst/>
          </a:prstGeom>
          <a:noFill/>
          <a:ln w="9525">
            <a:noFill/>
            <a:miter lim="800000"/>
          </a:ln>
        </p:spPr>
        <p:txBody>
          <a:bodyPr>
            <a:spAutoFit/>
          </a:bodyPr>
          <a:lstStyle/>
          <a:p>
            <a:r>
              <a:rPr lang="zh-CN" altLang="en-US" sz="2400" b="1" dirty="0">
                <a:latin typeface="Cambria" panose="02040503050406030204" charset="0"/>
                <a:ea typeface="华文楷体" panose="02010600040101010101" charset="-122"/>
              </a:rPr>
              <a:t>你是一家公司的总经理，王志明。当地的一所技术学院</a:t>
            </a:r>
            <a:r>
              <a:rPr lang="zh-CN" altLang="zh-CN" sz="2400" b="1" dirty="0">
                <a:latin typeface="Cambria" panose="02040503050406030204" charset="0"/>
                <a:ea typeface="华文楷体" panose="02010600040101010101" charset="-122"/>
              </a:rPr>
              <a:t>6</a:t>
            </a:r>
            <a:r>
              <a:rPr lang="zh-CN" altLang="en-US" sz="2400" b="1" dirty="0">
                <a:latin typeface="Cambria" panose="02040503050406030204" charset="0"/>
                <a:ea typeface="华文楷体" panose="02010600040101010101" charset="-122"/>
              </a:rPr>
              <a:t>月</a:t>
            </a:r>
            <a:r>
              <a:rPr lang="zh-CN" altLang="zh-CN" sz="2400" b="1" dirty="0">
                <a:latin typeface="Cambria" panose="02040503050406030204" charset="0"/>
                <a:ea typeface="华文楷体" panose="02010600040101010101" charset="-122"/>
              </a:rPr>
              <a:t>18</a:t>
            </a:r>
            <a:r>
              <a:rPr lang="zh-CN" altLang="en-US" sz="2400" b="1" dirty="0">
                <a:latin typeface="Cambria" panose="02040503050406030204" charset="0"/>
                <a:ea typeface="华文楷体" panose="02010600040101010101" charset="-122"/>
              </a:rPr>
              <a:t>日给你部门写信，询问是否能考虑赞助他们将在今年夏天举办的为期一周的艺术节。今天</a:t>
            </a:r>
            <a:r>
              <a:rPr lang="zh-CN" altLang="zh-CN" sz="2400" b="1" dirty="0">
                <a:latin typeface="Cambria" panose="02040503050406030204" charset="0"/>
                <a:ea typeface="华文楷体" panose="02010600040101010101" charset="-122"/>
              </a:rPr>
              <a:t>(20</a:t>
            </a:r>
            <a:r>
              <a:rPr lang="en-US" altLang="zh-CN" sz="2400" b="1" dirty="0">
                <a:latin typeface="Cambria" panose="02040503050406030204" charset="0"/>
                <a:ea typeface="华文楷体" panose="02010600040101010101" charset="-122"/>
              </a:rPr>
              <a:t>11</a:t>
            </a:r>
            <a:r>
              <a:rPr lang="zh-CN" altLang="en-US" sz="2400" b="1" dirty="0">
                <a:latin typeface="Cambria" panose="02040503050406030204" charset="0"/>
                <a:ea typeface="华文楷体" panose="02010600040101010101" charset="-122"/>
              </a:rPr>
              <a:t>年</a:t>
            </a:r>
            <a:r>
              <a:rPr lang="zh-CN" altLang="zh-CN" sz="2400" b="1" dirty="0">
                <a:latin typeface="Cambria" panose="02040503050406030204" charset="0"/>
                <a:ea typeface="华文楷体" panose="02010600040101010101" charset="-122"/>
              </a:rPr>
              <a:t>6</a:t>
            </a:r>
            <a:r>
              <a:rPr lang="zh-CN" altLang="en-US" sz="2400" b="1" dirty="0">
                <a:latin typeface="Cambria" panose="02040503050406030204" charset="0"/>
                <a:ea typeface="华文楷体" panose="02010600040101010101" charset="-122"/>
              </a:rPr>
              <a:t>月</a:t>
            </a:r>
            <a:r>
              <a:rPr lang="zh-CN" altLang="zh-CN" sz="2400" b="1" dirty="0">
                <a:latin typeface="Cambria" panose="02040503050406030204" charset="0"/>
                <a:ea typeface="华文楷体" panose="02010600040101010101" charset="-122"/>
              </a:rPr>
              <a:t>20</a:t>
            </a:r>
            <a:r>
              <a:rPr lang="zh-CN" altLang="en-US" sz="2400" b="1" dirty="0">
                <a:latin typeface="Cambria" panose="02040503050406030204" charset="0"/>
                <a:ea typeface="华文楷体" panose="02010600040101010101" charset="-122"/>
              </a:rPr>
              <a:t>日</a:t>
            </a:r>
            <a:r>
              <a:rPr lang="zh-CN" altLang="zh-CN" sz="2400" b="1" dirty="0">
                <a:latin typeface="Cambria" panose="02040503050406030204" charset="0"/>
                <a:ea typeface="华文楷体" panose="02010600040101010101" charset="-122"/>
              </a:rPr>
              <a:t>)</a:t>
            </a:r>
            <a:r>
              <a:rPr lang="zh-CN" altLang="en-US" sz="2400" b="1" dirty="0">
                <a:latin typeface="Cambria" panose="02040503050406030204" charset="0"/>
                <a:ea typeface="华文楷体" panose="02010600040101010101" charset="-122"/>
              </a:rPr>
              <a:t>你给该校的校长写封回信，对他们的艺术节表示感兴趣并理解他们的需要，但是因为你们有固定的赞助预算，到明年才能考虑。建议明年再来信联系。最后预祝艺术节成功。</a:t>
            </a:r>
            <a:endParaRPr lang="zh-CN" altLang="en-US" sz="2400" b="1" dirty="0">
              <a:latin typeface="Cambria" panose="02040503050406030204" charset="0"/>
              <a:ea typeface="华文楷体" panose="02010600040101010101" charset="-122"/>
            </a:endParaRPr>
          </a:p>
          <a:p>
            <a:r>
              <a:rPr lang="zh-CN" altLang="en-US" sz="2400" b="1" dirty="0">
                <a:latin typeface="Cambria" panose="02040503050406030204" charset="0"/>
                <a:ea typeface="华文楷体" panose="02010600040101010101" charset="-122"/>
              </a:rPr>
              <a:t>注意</a:t>
            </a:r>
            <a:r>
              <a:rPr lang="zh-CN" altLang="zh-CN" sz="2400" b="1" dirty="0">
                <a:latin typeface="Cambria" panose="02040503050406030204" charset="0"/>
                <a:ea typeface="华文楷体" panose="02010600040101010101" charset="-122"/>
              </a:rPr>
              <a:t>:</a:t>
            </a:r>
            <a:r>
              <a:rPr lang="zh-CN" altLang="en-US" sz="2400" b="1" dirty="0">
                <a:latin typeface="Cambria" panose="02040503050406030204" charset="0"/>
                <a:ea typeface="华文楷体" panose="02010600040101010101" charset="-122"/>
              </a:rPr>
              <a:t>必须包括对收信的称谓、写信日期、发信人的签名等基本格式。 </a:t>
            </a:r>
            <a:endParaRPr lang="zh-CN" altLang="en-US"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Words for reference:</a:t>
            </a:r>
            <a:endParaRPr lang="zh-CN" altLang="zh-CN" sz="2400" b="1" dirty="0">
              <a:latin typeface="Cambria" panose="02040503050406030204" charset="0"/>
              <a:ea typeface="华文楷体" panose="02010600040101010101" charset="-122"/>
            </a:endParaRPr>
          </a:p>
          <a:p>
            <a:r>
              <a:rPr lang="zh-CN" altLang="en-US" sz="2400" b="1" dirty="0">
                <a:latin typeface="Cambria" panose="02040503050406030204" charset="0"/>
                <a:ea typeface="华文楷体" panose="02010600040101010101" charset="-122"/>
              </a:rPr>
              <a:t>总经理 </a:t>
            </a:r>
            <a:r>
              <a:rPr lang="zh-CN" altLang="zh-CN" sz="2400" b="1" dirty="0">
                <a:latin typeface="Cambria" panose="02040503050406030204" charset="0"/>
                <a:ea typeface="华文楷体" panose="02010600040101010101" charset="-122"/>
              </a:rPr>
              <a:t>General Manager;</a:t>
            </a:r>
            <a:r>
              <a:rPr lang="zh-CN" altLang="en-US" sz="2400" b="1" dirty="0">
                <a:latin typeface="Cambria" panose="02040503050406030204" charset="0"/>
                <a:ea typeface="华文楷体" panose="02010600040101010101" charset="-122"/>
              </a:rPr>
              <a:t>为期一周的艺术节 </a:t>
            </a:r>
            <a:r>
              <a:rPr lang="zh-CN" altLang="zh-CN" sz="2400" b="1" dirty="0">
                <a:latin typeface="Cambria" panose="02040503050406030204" charset="0"/>
                <a:ea typeface="华文楷体" panose="02010600040101010101" charset="-122"/>
              </a:rPr>
              <a:t>one-week Art Festival;</a:t>
            </a:r>
            <a:endParaRPr lang="zh-CN" altLang="zh-CN" sz="2400" b="1" dirty="0">
              <a:latin typeface="Cambria" panose="02040503050406030204" charset="0"/>
              <a:ea typeface="华文楷体" panose="02010600040101010101" charset="-122"/>
            </a:endParaRPr>
          </a:p>
          <a:p>
            <a:r>
              <a:rPr lang="zh-CN" altLang="en-US" sz="2400" b="1" dirty="0">
                <a:latin typeface="Cambria" panose="02040503050406030204" charset="0"/>
                <a:ea typeface="华文楷体" panose="02010600040101010101" charset="-122"/>
              </a:rPr>
              <a:t>固定的赞助预算 </a:t>
            </a:r>
            <a:r>
              <a:rPr lang="zh-CN" altLang="zh-CN" sz="2400" b="1" dirty="0">
                <a:latin typeface="Cambria" panose="02040503050406030204" charset="0"/>
                <a:ea typeface="华文楷体" panose="02010600040101010101" charset="-122"/>
              </a:rPr>
              <a:t>a fixed budget for sponsorship;</a:t>
            </a:r>
            <a:endParaRPr lang="en-US" altLang="zh-CN" sz="2400" b="1" dirty="0">
              <a:latin typeface="Cambria" panose="02040503050406030204" charset="0"/>
              <a:ea typeface="华文楷体" panose="02010600040101010101" charset="-122"/>
            </a:endParaRPr>
          </a:p>
          <a:p>
            <a:r>
              <a:rPr lang="zh-CN" altLang="en-US" sz="2400" b="1" dirty="0">
                <a:latin typeface="Cambria" panose="02040503050406030204" charset="0"/>
                <a:ea typeface="华文楷体" panose="02010600040101010101" charset="-122"/>
              </a:rPr>
              <a:t>校长 </a:t>
            </a:r>
            <a:r>
              <a:rPr lang="zh-CN" altLang="zh-CN" sz="2400" b="1" dirty="0">
                <a:latin typeface="Cambria" panose="02040503050406030204" charset="0"/>
                <a:ea typeface="华文楷体" panose="02010600040101010101" charset="-122"/>
              </a:rPr>
              <a:t>principal;</a:t>
            </a:r>
            <a:endParaRPr lang="zh-CN" altLang="zh-CN" sz="2400" b="1" dirty="0">
              <a:latin typeface="Cambria" panose="02040503050406030204" charset="0"/>
              <a:ea typeface="华文楷体" panose="02010600040101010101" charset="-122"/>
            </a:endParaRPr>
          </a:p>
          <a:p>
            <a:r>
              <a:rPr lang="zh-CN" altLang="en-US" sz="2400" b="1">
                <a:latin typeface="Cambria" panose="02040503050406030204" charset="0"/>
                <a:ea typeface="华文楷体" panose="02010600040101010101" charset="-122"/>
              </a:rPr>
              <a:t>赞助 </a:t>
            </a:r>
            <a:r>
              <a:rPr lang="zh-CN" altLang="zh-CN" sz="2400" b="1" smtClean="0">
                <a:latin typeface="Cambria" panose="02040503050406030204" charset="0"/>
                <a:ea typeface="华文楷体" panose="02010600040101010101" charset="-122"/>
              </a:rPr>
              <a:t>sponsorship</a:t>
            </a:r>
            <a:r>
              <a:rPr lang="zh-CN" altLang="en-US" sz="2400" b="1">
                <a:latin typeface="Cambria" panose="02040503050406030204" charset="0"/>
                <a:ea typeface="华文楷体" panose="02010600040101010101" charset="-122"/>
              </a:rPr>
              <a:t>。 </a:t>
            </a:r>
            <a:endParaRPr lang="zh-CN" altLang="en-US" sz="2400" b="1">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ext Box 4"/>
          <p:cNvSpPr txBox="1">
            <a:spLocks noChangeArrowheads="1"/>
          </p:cNvSpPr>
          <p:nvPr/>
        </p:nvSpPr>
        <p:spPr bwMode="auto">
          <a:xfrm>
            <a:off x="468313" y="549275"/>
            <a:ext cx="8424862" cy="6002338"/>
          </a:xfrm>
          <a:prstGeom prst="rect">
            <a:avLst/>
          </a:prstGeom>
          <a:noFill/>
          <a:ln w="9525">
            <a:noFill/>
            <a:miter lim="800000"/>
          </a:ln>
        </p:spPr>
        <p:txBody>
          <a:bodyPr>
            <a:spAutoFit/>
          </a:bodyPr>
          <a:lstStyle/>
          <a:p>
            <a:pPr algn="ctr">
              <a:spcBef>
                <a:spcPct val="50000"/>
              </a:spcBef>
            </a:pPr>
            <a:r>
              <a:rPr lang="en-US" altLang="zh-CN" sz="2400" b="1" dirty="0">
                <a:latin typeface="Cambria" panose="02040503050406030204" charset="0"/>
                <a:ea typeface="华文楷体" panose="02010600040101010101" charset="-122"/>
              </a:rPr>
              <a:t>Response to An</a:t>
            </a:r>
            <a:r>
              <a:rPr lang="zh-CN" altLang="zh-CN" sz="2400" b="1" dirty="0">
                <a:latin typeface="Cambria" panose="02040503050406030204" charset="0"/>
                <a:ea typeface="华文楷体" panose="02010600040101010101" charset="-122"/>
              </a:rPr>
              <a:t> Invitation</a:t>
            </a:r>
            <a:endParaRPr lang="en-US" altLang="zh-CN" sz="2400" b="1" dirty="0">
              <a:latin typeface="Cambria" panose="02040503050406030204" charset="0"/>
              <a:ea typeface="华文楷体" panose="02010600040101010101" charset="-122"/>
            </a:endParaRPr>
          </a:p>
          <a:p>
            <a:pPr algn="r"/>
            <a:r>
              <a:rPr lang="en-US" altLang="zh-CN"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20th June,20</a:t>
            </a:r>
            <a:r>
              <a:rPr lang="en-US" altLang="zh-CN" sz="2400" b="1" dirty="0">
                <a:latin typeface="Cambria" panose="02040503050406030204" charset="0"/>
                <a:ea typeface="华文楷体" panose="02010600040101010101" charset="-122"/>
              </a:rPr>
              <a:t>11</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Dear Principal,</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     We have received your letter of June 18 asking if we can sponsor the one-week art festival you are going to hold this summer. We are</a:t>
            </a:r>
            <a:r>
              <a:rPr lang="en-US" altLang="zh-CN"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very interested in the art festival and fully understand your needs. Unfortunately, as our company has a fixed budget for sponsorship</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this year, we are unable to help you, and new items will not </a:t>
            </a:r>
            <a:r>
              <a:rPr lang="zh-CN" altLang="zh-CN" sz="2400" b="1" dirty="0" smtClean="0">
                <a:latin typeface="Cambria" panose="02040503050406030204" charset="0"/>
                <a:ea typeface="华文楷体" panose="02010600040101010101" charset="-122"/>
              </a:rPr>
              <a:t>be</a:t>
            </a:r>
            <a:r>
              <a:rPr lang="en-US" altLang="zh-CN" sz="2400" b="1" smtClean="0">
                <a:latin typeface="Cambria" panose="02040503050406030204" charset="0"/>
                <a:ea typeface="华文楷体" panose="02010600040101010101" charset="-122"/>
              </a:rPr>
              <a:t> </a:t>
            </a:r>
            <a:r>
              <a:rPr lang="zh-CN" altLang="zh-CN" sz="2400" b="1" smtClean="0">
                <a:latin typeface="Cambria" panose="02040503050406030204" charset="0"/>
                <a:ea typeface="华文楷体" panose="02010600040101010101" charset="-122"/>
              </a:rPr>
              <a:t>considered </a:t>
            </a:r>
            <a:r>
              <a:rPr lang="zh-CN" altLang="zh-CN" sz="2400" b="1">
                <a:latin typeface="Cambria" panose="02040503050406030204" charset="0"/>
                <a:ea typeface="华文楷体" panose="02010600040101010101" charset="-122"/>
              </a:rPr>
              <a:t>until next year. </a:t>
            </a:r>
            <a:r>
              <a:rPr lang="zh-CN" altLang="zh-CN" sz="2400" b="1" dirty="0">
                <a:latin typeface="Cambria" panose="02040503050406030204" charset="0"/>
                <a:ea typeface="华文楷体" panose="02010600040101010101" charset="-122"/>
              </a:rPr>
              <a:t>So, we suggest you contact us again in the coming year. Still, we wish your festival a great success!                       </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                                                               Yours sincerely,                                            </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                                                                 Wang Zhiming </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                                                                 General Manager</a:t>
            </a:r>
            <a:endParaRPr lang="en-US" altLang="zh-CN" sz="2400" b="1"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05800" y="2631600"/>
              <a:ext cx="1140480" cy="17640"/>
            </p14:xfrm>
          </p:contentPart>
        </mc:Choice>
        <mc:Fallback xmlns="">
          <p:pic>
            <p:nvPicPr>
              <p:cNvPr id="2" name="墨迹 1"/>
            </p:nvPicPr>
            <p:blipFill>
              <a:blip r:embed="rId2"/>
            </p:blipFill>
            <p:spPr>
              <a:xfrm>
                <a:off x="505800" y="2631600"/>
                <a:ext cx="1140480" cy="17640"/>
              </a:xfrm>
              <a:prstGeom prst="rect"/>
            </p:spPr>
          </p:pic>
        </mc:Fallback>
      </mc:AlternateContent>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24790" y="240665"/>
            <a:ext cx="8595995" cy="4799965"/>
          </a:xfrm>
          <a:prstGeom prst="rect">
            <a:avLst/>
          </a:prstGeom>
          <a:noFill/>
        </p:spPr>
        <p:txBody>
          <a:bodyPr wrap="square" rtlCol="0">
            <a:spAutoFit/>
          </a:bodyPr>
          <a:lstStyle/>
          <a:p>
            <a:pPr algn="ctr"/>
            <a:r>
              <a:rPr lang="en-US" altLang="zh-CN"/>
              <a:t>       </a:t>
            </a:r>
            <a:r>
              <a:rPr lang="zh-CN" altLang="en-US"/>
              <a:t>Mr. and Mrs. Oliver Barrett III </a:t>
            </a:r>
            <a:endParaRPr lang="zh-CN" altLang="en-US"/>
          </a:p>
          <a:p>
            <a:pPr algn="ctr"/>
            <a:r>
              <a:rPr lang="zh-CN" altLang="en-US"/>
              <a:t>               request the pleasure of your company </a:t>
            </a:r>
            <a:endParaRPr lang="zh-CN" altLang="en-US"/>
          </a:p>
          <a:p>
            <a:pPr algn="ctr"/>
            <a:r>
              <a:rPr lang="zh-CN" altLang="en-US"/>
              <a:t>                  at a dinner in celebration of   </a:t>
            </a:r>
            <a:endParaRPr lang="zh-CN" altLang="en-US"/>
          </a:p>
          <a:p>
            <a:pPr algn="ctr"/>
            <a:r>
              <a:rPr lang="zh-CN" altLang="en-US"/>
              <a:t>                 Mr. Barrett’s sixtieth birthday</a:t>
            </a:r>
            <a:endParaRPr lang="zh-CN" altLang="en-US"/>
          </a:p>
          <a:p>
            <a:pPr algn="ctr"/>
            <a:r>
              <a:rPr lang="zh-CN" altLang="en-US"/>
              <a:t>                  Saturday, the sixth of March</a:t>
            </a:r>
            <a:endParaRPr lang="zh-CN" altLang="en-US"/>
          </a:p>
          <a:p>
            <a:pPr algn="ctr"/>
            <a:r>
              <a:rPr lang="zh-CN" altLang="en-US"/>
              <a:t>                        at seven o’clock</a:t>
            </a:r>
            <a:endParaRPr lang="zh-CN" altLang="en-US"/>
          </a:p>
          <a:p>
            <a:pPr algn="ctr"/>
            <a:r>
              <a:rPr lang="zh-CN" altLang="en-US"/>
              <a:t>              Dover House, Ipswich, Massachusetts  </a:t>
            </a:r>
            <a:endParaRPr lang="zh-CN" altLang="en-US"/>
          </a:p>
          <a:p>
            <a:pPr algn="ctr"/>
            <a:r>
              <a:rPr lang="zh-CN" altLang="en-US"/>
              <a:t> R.S.V.P.2  </a:t>
            </a:r>
            <a:endParaRPr lang="zh-CN" altLang="en-US"/>
          </a:p>
          <a:p>
            <a:pPr algn="ctr"/>
            <a:endParaRPr lang="zh-CN" altLang="en-US"/>
          </a:p>
          <a:p>
            <a:pPr algn="ctr"/>
            <a:r>
              <a:rPr lang="zh-CN" altLang="en-US"/>
              <a:t>	</a:t>
            </a:r>
            <a:endParaRPr lang="zh-CN" altLang="en-US"/>
          </a:p>
          <a:p>
            <a:pPr algn="ctr"/>
            <a:r>
              <a:rPr lang="zh-CN" altLang="en-US"/>
              <a:t>Mr. and Mrs. George Smith</a:t>
            </a:r>
            <a:endParaRPr lang="zh-CN" altLang="en-US"/>
          </a:p>
          <a:p>
            <a:pPr algn="ctr"/>
            <a:r>
              <a:rPr lang="zh-CN" altLang="en-US"/>
              <a:t>regret that a previous engagement</a:t>
            </a:r>
            <a:endParaRPr lang="zh-CN" altLang="en-US"/>
          </a:p>
          <a:p>
            <a:pPr algn="ctr"/>
            <a:r>
              <a:rPr lang="zh-CN" altLang="en-US"/>
              <a:t>prevents their acceptance of</a:t>
            </a:r>
            <a:endParaRPr lang="zh-CN" altLang="en-US"/>
          </a:p>
          <a:p>
            <a:pPr algn="ctr"/>
            <a:r>
              <a:rPr lang="zh-CN" altLang="en-US"/>
              <a:t>Mr. and Mrs. Henry King’s kind invitation to dinner</a:t>
            </a:r>
            <a:endParaRPr lang="zh-CN" altLang="en-US"/>
          </a:p>
          <a:p>
            <a:pPr algn="ctr"/>
            <a:r>
              <a:rPr lang="zh-CN" altLang="en-US"/>
              <a:t>on Wednesday, July the first</a:t>
            </a:r>
            <a:endParaRPr lang="zh-CN" altLang="en-US"/>
          </a:p>
          <a:p>
            <a:pPr algn="ctr"/>
            <a:r>
              <a:rPr lang="zh-CN" altLang="en-US"/>
              <a:t>at five o’clock p.m.</a:t>
            </a:r>
            <a:endParaRPr lang="zh-CN" altLang="en-US"/>
          </a:p>
          <a:p>
            <a:pPr algn="ctr"/>
            <a:r>
              <a:rPr lang="zh-CN" altLang="en-US"/>
              <a:t>Lotus Hotel </a:t>
            </a:r>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6" name="Text Box 4"/>
          <p:cNvSpPr txBox="1">
            <a:spLocks noChangeArrowheads="1"/>
          </p:cNvSpPr>
          <p:nvPr/>
        </p:nvSpPr>
        <p:spPr bwMode="auto">
          <a:xfrm>
            <a:off x="468313" y="476250"/>
            <a:ext cx="8064500" cy="457200"/>
          </a:xfrm>
          <a:prstGeom prst="rect">
            <a:avLst/>
          </a:prstGeom>
          <a:noFill/>
          <a:ln w="9525">
            <a:noFill/>
            <a:miter lim="800000"/>
          </a:ln>
          <a:effectLst/>
        </p:spPr>
        <p:txBody>
          <a:bodyPr>
            <a:spAutoFit/>
          </a:bodyPr>
          <a:lstStyle/>
          <a:p>
            <a:pPr fontAlgn="auto">
              <a:spcBef>
                <a:spcPts val="0"/>
              </a:spcBef>
              <a:spcAft>
                <a:spcPts val="0"/>
              </a:spcAft>
              <a:defRPr/>
            </a:pPr>
            <a:r>
              <a:rPr lang="zh-CN" altLang="zh-CN" sz="2400" b="1" i="1">
                <a:effectLst>
                  <a:outerShdw blurRad="38100" dist="38100" dir="2700000" algn="tl">
                    <a:srgbClr val="C0C0C0"/>
                  </a:outerShdw>
                </a:effectLst>
                <a:latin typeface="+mn-lt"/>
                <a:ea typeface="+mn-ea"/>
              </a:rPr>
              <a:t>Example </a:t>
            </a:r>
            <a:r>
              <a:rPr lang="en-US" altLang="zh-CN" sz="2400" b="1" i="1">
                <a:effectLst>
                  <a:outerShdw blurRad="38100" dist="38100" dir="2700000" algn="tl">
                    <a:srgbClr val="C0C0C0"/>
                  </a:outerShdw>
                </a:effectLst>
                <a:latin typeface="+mn-lt"/>
                <a:ea typeface="+mn-ea"/>
              </a:rPr>
              <a:t>1</a:t>
            </a:r>
            <a:r>
              <a:rPr lang="zh-CN" altLang="zh-CN" sz="2400" b="1" i="1">
                <a:effectLst>
                  <a:outerShdw blurRad="38100" dist="38100" dir="2700000" algn="tl">
                    <a:srgbClr val="C0C0C0"/>
                  </a:outerShdw>
                </a:effectLst>
                <a:latin typeface="+mn-lt"/>
                <a:ea typeface="+mn-ea"/>
              </a:rPr>
              <a:t>   Formal Reply    (Acceptance)</a:t>
            </a:r>
            <a:endParaRPr lang="en-US" altLang="zh-CN" sz="2400">
              <a:latin typeface="+mn-lt"/>
              <a:ea typeface="+mn-ea"/>
            </a:endParaRPr>
          </a:p>
        </p:txBody>
      </p:sp>
      <p:sp>
        <p:nvSpPr>
          <p:cNvPr id="55298" name="Text Box 5"/>
          <p:cNvSpPr txBox="1">
            <a:spLocks noChangeArrowheads="1"/>
          </p:cNvSpPr>
          <p:nvPr/>
        </p:nvSpPr>
        <p:spPr bwMode="auto">
          <a:xfrm>
            <a:off x="323850" y="908050"/>
            <a:ext cx="8820150" cy="2862322"/>
          </a:xfrm>
          <a:prstGeom prst="rect">
            <a:avLst/>
          </a:prstGeom>
          <a:noFill/>
          <a:ln w="9525">
            <a:noFill/>
            <a:miter lim="800000"/>
          </a:ln>
        </p:spPr>
        <p:txBody>
          <a:bodyPr>
            <a:spAutoFit/>
          </a:bodyPr>
          <a:lstStyle/>
          <a:p>
            <a:pPr algn="ctr"/>
            <a:r>
              <a:rPr lang="zh-CN" altLang="zh-CN" sz="2400" b="1" dirty="0">
                <a:latin typeface="Cambria" panose="02040503050406030204" charset="0"/>
                <a:ea typeface="华文楷体" panose="02010600040101010101" charset="-122"/>
              </a:rPr>
              <a:t>Mr. and Mrs. George Mailer</a:t>
            </a:r>
            <a:endParaRPr lang="zh-CN" altLang="zh-CN" sz="2400" b="1" dirty="0">
              <a:latin typeface="Cambria" panose="02040503050406030204" charset="0"/>
              <a:ea typeface="华文楷体" panose="02010600040101010101" charset="-122"/>
            </a:endParaRPr>
          </a:p>
          <a:p>
            <a:pPr algn="ctr"/>
            <a:r>
              <a:rPr lang="zh-CN" altLang="zh-CN" sz="2400" b="1" dirty="0">
                <a:latin typeface="Cambria" panose="02040503050406030204" charset="0"/>
                <a:ea typeface="华文楷体" panose="02010600040101010101" charset="-122"/>
              </a:rPr>
              <a:t>accept with pleasure </a:t>
            </a:r>
            <a:endParaRPr lang="en-US" altLang="zh-CN" sz="2400" b="1" dirty="0" smtClean="0">
              <a:latin typeface="Cambria" panose="02040503050406030204" charset="0"/>
              <a:ea typeface="华文楷体" panose="02010600040101010101" charset="-122"/>
            </a:endParaRPr>
          </a:p>
          <a:p>
            <a:pPr algn="ctr"/>
            <a:r>
              <a:rPr lang="zh-CN" altLang="zh-CN" sz="2400" b="1" dirty="0" smtClean="0">
                <a:latin typeface="Cambria" panose="02040503050406030204" charset="0"/>
                <a:ea typeface="华文楷体" panose="02010600040101010101" charset="-122"/>
              </a:rPr>
              <a:t>Mr</a:t>
            </a:r>
            <a:r>
              <a:rPr lang="zh-CN" altLang="zh-CN" sz="2400" b="1" dirty="0">
                <a:latin typeface="Cambria" panose="02040503050406030204" charset="0"/>
                <a:ea typeface="华文楷体" panose="02010600040101010101" charset="-122"/>
              </a:rPr>
              <a:t>. and Mrs. Robert Smith’s kind invitation to </a:t>
            </a:r>
            <a:r>
              <a:rPr lang="zh-CN" altLang="zh-CN" sz="2400" b="1" dirty="0" smtClean="0">
                <a:latin typeface="Cambria" panose="02040503050406030204" charset="0"/>
                <a:ea typeface="华文楷体" panose="02010600040101010101" charset="-122"/>
              </a:rPr>
              <a:t>dinner</a:t>
            </a:r>
            <a:endParaRPr lang="en-US" altLang="zh-CN" sz="2400" b="1" dirty="0" smtClean="0">
              <a:latin typeface="Cambria" panose="02040503050406030204" charset="0"/>
              <a:ea typeface="华文楷体" panose="02010600040101010101" charset="-122"/>
            </a:endParaRPr>
          </a:p>
          <a:p>
            <a:pPr algn="ctr"/>
            <a:r>
              <a:rPr lang="zh-CN" altLang="zh-CN" sz="2400" b="1" dirty="0" smtClean="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on Friday, March 26th, at seven o’clock</a:t>
            </a:r>
            <a:r>
              <a:rPr lang="zh-CN" altLang="zh-CN" sz="2400" b="1" dirty="0" smtClean="0">
                <a:latin typeface="Cambria" panose="02040503050406030204" charset="0"/>
                <a:ea typeface="华文楷体" panose="02010600040101010101" charset="-122"/>
              </a:rPr>
              <a:t>.</a:t>
            </a:r>
            <a:endParaRPr lang="en-US" altLang="zh-CN" sz="2400" b="1" dirty="0" smtClean="0">
              <a:latin typeface="Cambria" panose="02040503050406030204" charset="0"/>
              <a:ea typeface="华文楷体" panose="02010600040101010101" charset="-122"/>
            </a:endParaRPr>
          </a:p>
          <a:p>
            <a:pPr algn="ctr"/>
            <a:r>
              <a:rPr lang="zh-CN" altLang="zh-CN" sz="2400" b="1" dirty="0" smtClean="0">
                <a:latin typeface="Cambria" panose="02040503050406030204" charset="0"/>
                <a:ea typeface="华文楷体" panose="02010600040101010101" charset="-122"/>
              </a:rPr>
              <a:t>17 </a:t>
            </a:r>
            <a:r>
              <a:rPr lang="zh-CN" altLang="zh-CN" sz="2400" b="1" dirty="0">
                <a:latin typeface="Cambria" panose="02040503050406030204" charset="0"/>
                <a:ea typeface="华文楷体" panose="02010600040101010101" charset="-122"/>
              </a:rPr>
              <a:t>Butter </a:t>
            </a:r>
            <a:r>
              <a:rPr lang="zh-CN" altLang="zh-CN" sz="2400" b="1" dirty="0" smtClean="0">
                <a:latin typeface="Cambria" panose="02040503050406030204" charset="0"/>
                <a:ea typeface="华文楷体" panose="02010600040101010101" charset="-122"/>
              </a:rPr>
              <a:t>Place</a:t>
            </a:r>
            <a:endParaRPr lang="zh-CN" altLang="zh-CN" sz="2400" b="1" dirty="0" smtClean="0">
              <a:latin typeface="Cambria" panose="02040503050406030204" charset="0"/>
              <a:ea typeface="华文楷体" panose="02010600040101010101" charset="-122"/>
            </a:endParaRPr>
          </a:p>
          <a:p>
            <a:pPr algn="ctr"/>
            <a:r>
              <a:rPr lang="zh-CN" altLang="zh-CN" sz="2400" b="1" dirty="0" smtClean="0">
                <a:latin typeface="Cambria" panose="02040503050406030204" charset="0"/>
                <a:ea typeface="华文楷体" panose="02010600040101010101" charset="-122"/>
              </a:rPr>
              <a:t>	                                    March 22nd</a:t>
            </a:r>
            <a:endParaRPr lang="en-US" altLang="zh-CN" sz="2400" b="1" dirty="0" smtClean="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p:sp>
        <p:nvSpPr>
          <p:cNvPr id="248838" name="Text Box 6"/>
          <p:cNvSpPr txBox="1">
            <a:spLocks noChangeArrowheads="1"/>
          </p:cNvSpPr>
          <p:nvPr/>
        </p:nvSpPr>
        <p:spPr bwMode="auto">
          <a:xfrm>
            <a:off x="250825" y="3068638"/>
            <a:ext cx="7993063" cy="457200"/>
          </a:xfrm>
          <a:prstGeom prst="rect">
            <a:avLst/>
          </a:prstGeom>
          <a:noFill/>
          <a:ln w="9525">
            <a:noFill/>
            <a:miter lim="800000"/>
          </a:ln>
          <a:effectLst/>
        </p:spPr>
        <p:txBody>
          <a:bodyPr>
            <a:spAutoFit/>
          </a:bodyPr>
          <a:lstStyle/>
          <a:p>
            <a:pPr fontAlgn="auto">
              <a:spcBef>
                <a:spcPct val="40000"/>
              </a:spcBef>
              <a:spcAft>
                <a:spcPts val="0"/>
              </a:spcAft>
              <a:defRPr/>
            </a:pPr>
            <a:r>
              <a:rPr lang="zh-CN" altLang="zh-CN" sz="2400" b="1" i="1">
                <a:effectLst>
                  <a:outerShdw blurRad="38100" dist="38100" dir="2700000" algn="tl">
                    <a:srgbClr val="C0C0C0"/>
                  </a:outerShdw>
                </a:effectLst>
                <a:latin typeface="+mn-lt"/>
                <a:ea typeface="+mn-ea"/>
              </a:rPr>
              <a:t>Example </a:t>
            </a:r>
            <a:r>
              <a:rPr lang="en-US" altLang="zh-CN" sz="2400" b="1" i="1">
                <a:effectLst>
                  <a:outerShdw blurRad="38100" dist="38100" dir="2700000" algn="tl">
                    <a:srgbClr val="C0C0C0"/>
                  </a:outerShdw>
                </a:effectLst>
                <a:latin typeface="+mn-lt"/>
                <a:ea typeface="+mn-ea"/>
              </a:rPr>
              <a:t>2</a:t>
            </a:r>
            <a:r>
              <a:rPr lang="zh-CN" altLang="zh-CN" sz="2400" b="1" i="1">
                <a:effectLst>
                  <a:outerShdw blurRad="38100" dist="38100" dir="2700000" algn="tl">
                    <a:srgbClr val="C0C0C0"/>
                  </a:outerShdw>
                </a:effectLst>
                <a:latin typeface="+mn-lt"/>
                <a:ea typeface="+mn-ea"/>
              </a:rPr>
              <a:t>    Formal Reply    ( Decline )</a:t>
            </a:r>
            <a:r>
              <a:rPr lang="zh-CN" altLang="en-US" sz="2400">
                <a:effectLst>
                  <a:outerShdw blurRad="38100" dist="38100" dir="2700000" algn="tl">
                    <a:srgbClr val="C0C0C0"/>
                  </a:outerShdw>
                </a:effectLst>
                <a:latin typeface="+mn-lt"/>
                <a:ea typeface="+mn-ea"/>
              </a:rPr>
              <a:t>谢绝</a:t>
            </a:r>
            <a:endParaRPr lang="zh-CN" altLang="en-US" sz="2400">
              <a:latin typeface="+mn-lt"/>
              <a:ea typeface="+mn-ea"/>
            </a:endParaRPr>
          </a:p>
        </p:txBody>
      </p:sp>
      <p:sp>
        <p:nvSpPr>
          <p:cNvPr id="55300" name="Text Box 7"/>
          <p:cNvSpPr txBox="1">
            <a:spLocks noChangeArrowheads="1"/>
          </p:cNvSpPr>
          <p:nvPr/>
        </p:nvSpPr>
        <p:spPr bwMode="auto">
          <a:xfrm>
            <a:off x="250825" y="3716338"/>
            <a:ext cx="8785225" cy="3231654"/>
          </a:xfrm>
          <a:prstGeom prst="rect">
            <a:avLst/>
          </a:prstGeom>
          <a:noFill/>
          <a:ln w="9525">
            <a:noFill/>
            <a:miter lim="800000"/>
          </a:ln>
        </p:spPr>
        <p:txBody>
          <a:bodyPr>
            <a:spAutoFit/>
          </a:bodyPr>
          <a:lstStyle/>
          <a:p>
            <a:r>
              <a:rPr lang="en-US" altLang="zh-CN" sz="2400" b="1" i="1" smtClean="0">
                <a:latin typeface="Cambria" panose="02040503050406030204" charset="0"/>
                <a:ea typeface="华文楷体" panose="02010600040101010101" charset="-122"/>
              </a:rPr>
              <a:t>                                  </a:t>
            </a:r>
            <a:r>
              <a:rPr lang="zh-CN" altLang="zh-CN" sz="2400" b="1" i="1" smtClean="0">
                <a:latin typeface="Cambria" panose="02040503050406030204" charset="0"/>
                <a:ea typeface="华文楷体" panose="02010600040101010101" charset="-122"/>
              </a:rPr>
              <a:t>Mr</a:t>
            </a:r>
            <a:r>
              <a:rPr lang="zh-CN" altLang="zh-CN" sz="2400" b="1" i="1" dirty="0">
                <a:latin typeface="Cambria" panose="02040503050406030204" charset="0"/>
                <a:ea typeface="华文楷体" panose="02010600040101010101" charset="-122"/>
              </a:rPr>
              <a:t>. and Mrs. George Mailer</a:t>
            </a:r>
            <a:endParaRPr lang="zh-CN" altLang="zh-CN" sz="2400" b="1" i="1" dirty="0">
              <a:latin typeface="Cambria" panose="02040503050406030204" charset="0"/>
              <a:ea typeface="华文楷体" panose="02010600040101010101" charset="-122"/>
            </a:endParaRPr>
          </a:p>
          <a:p>
            <a:r>
              <a:rPr lang="zh-CN" altLang="zh-CN" sz="2400" b="1" i="1" dirty="0">
                <a:latin typeface="Cambria" panose="02040503050406030204" charset="0"/>
                <a:ea typeface="华文楷体" panose="02010600040101010101" charset="-122"/>
              </a:rPr>
              <a:t>       present their compliments to Mr. and Mrs. Robert, and regret that a previous engagement prevents them from accepting the kind invitation to dinner on Friday, March 26th.</a:t>
            </a:r>
            <a:endParaRPr lang="zh-CN" altLang="zh-CN" sz="2400" b="1" i="1" dirty="0">
              <a:latin typeface="Cambria" panose="02040503050406030204" charset="0"/>
              <a:ea typeface="华文楷体" panose="02010600040101010101" charset="-122"/>
            </a:endParaRPr>
          </a:p>
          <a:p>
            <a:r>
              <a:rPr lang="zh-CN" altLang="zh-CN" sz="2400" b="1" i="1" dirty="0">
                <a:latin typeface="Cambria" panose="02040503050406030204" charset="0"/>
                <a:ea typeface="华文楷体" panose="02010600040101010101" charset="-122"/>
              </a:rPr>
              <a:t>                                                  17 Butter Place</a:t>
            </a:r>
            <a:endParaRPr lang="zh-CN" altLang="zh-CN" sz="2400" b="1" i="1" dirty="0">
              <a:latin typeface="Cambria" panose="02040503050406030204" charset="0"/>
              <a:ea typeface="华文楷体" panose="02010600040101010101" charset="-122"/>
            </a:endParaRPr>
          </a:p>
          <a:p>
            <a:r>
              <a:rPr lang="zh-CN" altLang="zh-CN" sz="2400" b="1" i="1" dirty="0">
                <a:latin typeface="Cambria" panose="02040503050406030204" charset="0"/>
                <a:ea typeface="华文楷体" panose="02010600040101010101" charset="-122"/>
              </a:rPr>
              <a:t>	                                     March 22nd</a:t>
            </a:r>
            <a:endParaRPr lang="zh-CN" altLang="zh-CN" sz="2400" b="1" i="1" dirty="0">
              <a:latin typeface="Cambria" panose="02040503050406030204" charset="0"/>
              <a:ea typeface="华文楷体" panose="02010600040101010101" charset="-122"/>
            </a:endParaRPr>
          </a:p>
          <a:p>
            <a:endParaRPr lang="en-US" altLang="zh-CN" sz="2400" b="1" i="1"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65560" y="1174320"/>
              <a:ext cx="360" cy="360"/>
            </p14:xfrm>
          </p:contentPart>
        </mc:Choice>
        <mc:Fallback xmlns="">
          <p:pic>
            <p:nvPicPr>
              <p:cNvPr id="2" name="墨迹 1"/>
            </p:nvPicPr>
            <p:blipFill>
              <a:blip r:embed="rId2"/>
            </p:blipFill>
            <p:spPr>
              <a:xfrm>
                <a:off x="565560" y="1174320"/>
                <a:ext cx="360" cy="360"/>
              </a:xfrm>
              <a:prstGeom prst="rect"/>
            </p:spPr>
          </p:pic>
        </mc:Fallback>
      </mc:AlternateContent>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539750" y="260350"/>
            <a:ext cx="8207375" cy="895350"/>
          </a:xfrm>
        </p:spPr>
        <p:txBody>
          <a:bodyPr/>
          <a:lstStyle/>
          <a:p>
            <a:pPr eaLnBrk="1" hangingPunct="1"/>
            <a:r>
              <a:rPr lang="zh-CN" altLang="en-US" sz="2800" b="1" smtClean="0">
                <a:latin typeface="华文隶书" panose="02010800040101010101" pitchFamily="2" charset="-122"/>
                <a:ea typeface="华文隶书" panose="02010800040101010101" pitchFamily="2" charset="-122"/>
              </a:rPr>
              <a:t>二</a:t>
            </a:r>
            <a:r>
              <a:rPr lang="zh-CN" altLang="en-US" sz="2800" b="1" smtClean="0">
                <a:latin typeface="Arial" panose="020B0604020202020204" pitchFamily="34" charset="0"/>
                <a:ea typeface="华文隶书" panose="02010800040101010101" pitchFamily="2" charset="-122"/>
              </a:rPr>
              <a:t> </a:t>
            </a:r>
            <a:r>
              <a:rPr lang="zh-CN" altLang="en-US" sz="2800" b="1" smtClean="0">
                <a:latin typeface="华文隶书" panose="02010800040101010101" pitchFamily="2" charset="-122"/>
                <a:ea typeface="华文隶书" panose="02010800040101010101" pitchFamily="2" charset="-122"/>
              </a:rPr>
              <a:t>申请信</a:t>
            </a:r>
            <a:r>
              <a:rPr lang="zh-CN" altLang="en-US" sz="2800" b="1" smtClean="0">
                <a:latin typeface="Arial" panose="020B0604020202020204" pitchFamily="34" charset="0"/>
                <a:ea typeface="华文隶书" panose="02010800040101010101" pitchFamily="2" charset="-122"/>
              </a:rPr>
              <a:t> </a:t>
            </a:r>
            <a:r>
              <a:rPr lang="en-US" altLang="zh-CN" sz="2800" b="1" smtClean="0">
                <a:latin typeface="Times New Roman" panose="02020603050405020304" pitchFamily="18" charset="0"/>
                <a:ea typeface="华文隶书" panose="02010800040101010101" pitchFamily="2" charset="-122"/>
              </a:rPr>
              <a:t>(A Letter of Application)</a:t>
            </a:r>
            <a:endParaRPr lang="en-US" altLang="zh-CN" sz="2800" smtClean="0">
              <a:latin typeface="Times New Roman" panose="02020603050405020304" pitchFamily="18" charset="0"/>
              <a:ea typeface="华文隶书" panose="02010800040101010101" pitchFamily="2" charset="-122"/>
            </a:endParaRPr>
          </a:p>
        </p:txBody>
      </p:sp>
      <p:sp>
        <p:nvSpPr>
          <p:cNvPr id="56322" name="Rectangle 3"/>
          <p:cNvSpPr>
            <a:spLocks noGrp="1" noChangeArrowheads="1"/>
          </p:cNvSpPr>
          <p:nvPr>
            <p:ph type="body" idx="1"/>
          </p:nvPr>
        </p:nvSpPr>
        <p:spPr>
          <a:xfrm>
            <a:off x="755650" y="1096963"/>
            <a:ext cx="7777163" cy="5761037"/>
          </a:xfrm>
        </p:spPr>
        <p:txBody>
          <a:bodyPr/>
          <a:lstStyle/>
          <a:p>
            <a:pPr eaLnBrk="1" hangingPunct="1">
              <a:lnSpc>
                <a:spcPct val="80000"/>
              </a:lnSpc>
              <a:buFont typeface="Wingdings" panose="05000000000000000000" pitchFamily="2" charset="2"/>
              <a:buNone/>
            </a:pPr>
            <a:r>
              <a:rPr lang="en-US" altLang="zh-CN" sz="2400" smtClean="0"/>
              <a:t>  </a:t>
            </a:r>
            <a:endParaRPr lang="en-US" altLang="zh-CN" sz="2400" smtClean="0"/>
          </a:p>
          <a:p>
            <a:pPr eaLnBrk="1" hangingPunct="1">
              <a:lnSpc>
                <a:spcPct val="80000"/>
              </a:lnSpc>
              <a:buFont typeface="Wingdings" panose="05000000000000000000" pitchFamily="2" charset="2"/>
              <a:buNone/>
            </a:pPr>
            <a:r>
              <a:rPr lang="en-US" altLang="zh-CN" sz="2400" smtClean="0">
                <a:latin typeface="楷体_GB2312" pitchFamily="49" charset="-122"/>
                <a:ea typeface="楷体_GB2312" pitchFamily="49" charset="-122"/>
              </a:rPr>
              <a:t>   </a:t>
            </a:r>
            <a:r>
              <a:rPr lang="zh-CN" altLang="en-US" sz="2400" smtClean="0">
                <a:latin typeface="楷体_GB2312" pitchFamily="49" charset="-122"/>
                <a:ea typeface="楷体_GB2312" pitchFamily="49" charset="-122"/>
              </a:rPr>
              <a:t>申请信主要用于求职或求学</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目的是要对方充分了</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解自己的目的和资格</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因此</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申请信必须简明扼要</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突</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出重点</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申请信可以是针对招聘广告写的</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也可以市</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直接递交给某个单位的</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申请信要求语言规范</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信息</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正式</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既不能夸张</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也不必过于谦虚</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申请信的结构一</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般包括</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申请目标</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自述理由</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介绍资格</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请求面试和</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期待回音等</a:t>
            </a:r>
            <a:r>
              <a:rPr lang="en-US" altLang="zh-CN" sz="2400" smtClean="0">
                <a:latin typeface="楷体_GB2312" pitchFamily="49" charset="-122"/>
                <a:ea typeface="楷体_GB2312" pitchFamily="49" charset="-122"/>
              </a:rPr>
              <a:t>. </a:t>
            </a:r>
            <a:r>
              <a:rPr lang="zh-CN" altLang="en-US" sz="2400" smtClean="0">
                <a:latin typeface="楷体_GB2312" pitchFamily="49" charset="-122"/>
                <a:ea typeface="楷体_GB2312" pitchFamily="49" charset="-122"/>
              </a:rPr>
              <a:t>语言注意点申请信开篇应点明主题，</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语言简练。接着说明做此申请的原因，即自己所具</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备的申请条件，这一部分需重点明确，论述充分。</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最后请求回复并表示感谢时，应采用礼貌、诚恳的</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措辞。</a:t>
            </a:r>
            <a:endParaRPr lang="zh-CN" altLang="en-US" sz="2400" smtClean="0">
              <a:latin typeface="楷体_GB2312" pitchFamily="49" charset="-122"/>
              <a:ea typeface="楷体_GB2312" pitchFamily="49" charset="-122"/>
            </a:endParaRPr>
          </a:p>
        </p:txBody>
      </p:sp>
      <mc:AlternateContent xmlns:mc="http://schemas.openxmlformats.org/markup-compatibility/2006" xmlns:p14="http://schemas.microsoft.com/office/powerpoint/2010/main">
        <mc:Choice Requires="p14">
          <p:contentPart r:id="rId1" p14:bwMode="auto">
            <p14:nvContentPartPr>
              <p14:cNvPr id="1026" name="Ink 2"/>
              <p14:cNvContentPartPr/>
              <p14:nvPr/>
            </p14:nvContentPartPr>
            <p14:xfrm>
              <a:off x="1911350" y="3402013"/>
              <a:ext cx="5768975" cy="98425"/>
            </p14:xfrm>
          </p:contentPart>
        </mc:Choice>
        <mc:Fallback xmlns="">
          <p:pic>
            <p:nvPicPr>
              <p:cNvPr id="1026" name="Ink 2"/>
            </p:nvPicPr>
            <p:blipFill>
              <a:blip r:embed="rId2"/>
            </p:blipFill>
            <p:spPr>
              <a:xfrm>
                <a:off x="1911350" y="3402013"/>
                <a:ext cx="5768975" cy="9842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027" name="Ink 3"/>
              <p14:cNvContentPartPr/>
              <p14:nvPr/>
            </p14:nvContentPartPr>
            <p14:xfrm>
              <a:off x="839788" y="3724275"/>
              <a:ext cx="1276350" cy="150813"/>
            </p14:xfrm>
          </p:contentPart>
        </mc:Choice>
        <mc:Fallback xmlns="">
          <p:pic>
            <p:nvPicPr>
              <p:cNvPr id="1027" name="Ink 3"/>
            </p:nvPicPr>
            <p:blipFill>
              <a:blip r:embed="rId4"/>
            </p:blipFill>
            <p:spPr>
              <a:xfrm>
                <a:off x="839788" y="3724275"/>
                <a:ext cx="1276350" cy="150813"/>
              </a:xfrm>
              <a:prstGeom prst="rect"/>
            </p:spPr>
          </p:pic>
        </mc:Fallback>
      </mc:AlternateContent>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p:cNvSpPr>
            <a:spLocks noGrp="1" noChangeArrowheads="1"/>
          </p:cNvSpPr>
          <p:nvPr>
            <p:ph type="body" idx="1"/>
          </p:nvPr>
        </p:nvSpPr>
        <p:spPr>
          <a:xfrm>
            <a:off x="457200" y="620713"/>
            <a:ext cx="8229600" cy="5246687"/>
          </a:xfrm>
        </p:spPr>
        <p:txBody>
          <a:bodyPr rtlCol="0">
            <a:normAutofit fontScale="92500" lnSpcReduction="10000"/>
          </a:bodyPr>
          <a:lstStyle/>
          <a:p>
            <a:pPr eaLnBrk="1" fontAlgn="auto" hangingPunct="1">
              <a:lnSpc>
                <a:spcPct val="80000"/>
              </a:lnSpc>
              <a:spcAft>
                <a:spcPts val="0"/>
              </a:spcAft>
              <a:buFont typeface="Wingdings" panose="05000000000000000000" pitchFamily="2" charset="2"/>
              <a:buNone/>
              <a:defRPr/>
            </a:pPr>
            <a:r>
              <a:rPr lang="zh-CN" altLang="en-US" sz="2400"/>
              <a:t>这类信件的主要结构是</a:t>
            </a:r>
            <a:r>
              <a:rPr lang="en-US" altLang="zh-CN" sz="2400"/>
              <a:t>: </a:t>
            </a:r>
            <a:br>
              <a:rPr lang="en-US" altLang="zh-CN" sz="2400"/>
            </a:br>
            <a:br>
              <a:rPr lang="en-US" altLang="zh-CN" sz="2400"/>
            </a:br>
            <a:r>
              <a:rPr lang="en-US" altLang="zh-CN" sz="2400"/>
              <a:t>1) </a:t>
            </a:r>
            <a:r>
              <a:rPr lang="zh-CN" altLang="en-US" sz="2400"/>
              <a:t>说明写作目的表明想要获得什么工作或学位，介绍自</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己，为什么写信若是应聘工作则还需说明何时何地从哪里获</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得该职位的招聘信息（对公司评估广告效应非常重要</a:t>
            </a:r>
            <a:r>
              <a:rPr lang="en-US" altLang="zh-CN" sz="2400"/>
              <a:t>)</a:t>
            </a:r>
            <a:r>
              <a:rPr lang="zh-CN" altLang="en-US" sz="2400"/>
              <a:t>所有这</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些可以用一句话概括 </a:t>
            </a:r>
            <a:br>
              <a:rPr lang="zh-CN" altLang="en-US" sz="2400"/>
            </a:br>
            <a:br>
              <a:rPr lang="zh-CN" altLang="en-US" sz="2400"/>
            </a:br>
            <a:r>
              <a:rPr lang="en-US" altLang="zh-CN" sz="2400"/>
              <a:t>2) </a:t>
            </a:r>
            <a:r>
              <a:rPr lang="zh-CN" altLang="en-US" sz="2400"/>
              <a:t>介绍相关工作经历及本人个性，以表明你可以胜任这个</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职位包括教育背景、工作经历、个人能力及成就还可根据情</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况简单介绍个人爱好和兴趣注意：所有这些内容均应与应聘</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工作或学位有关系介绍背景时，选词遣字既不过分渲染，又</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不过分谦虚要给人留下既充满信心又态度诚恳的印象 </a:t>
            </a:r>
            <a:br>
              <a:rPr lang="zh-CN" altLang="en-US" sz="2400"/>
            </a:b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t>3) </a:t>
            </a:r>
            <a:r>
              <a:rPr lang="zh-CN" altLang="en-US" sz="2400"/>
              <a:t>表示感谢和期待，恳请招聘单位对自己的申请给予优先</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考虑，留下联络方式及对对方表示感谢</a:t>
            </a:r>
            <a:endParaRPr lang="zh-CN" altLang="en-US" sz="2400"/>
          </a:p>
          <a:p>
            <a:pPr eaLnBrk="1" fontAlgn="auto" hangingPunct="1">
              <a:lnSpc>
                <a:spcPct val="80000"/>
              </a:lnSpc>
              <a:spcAft>
                <a:spcPts val="0"/>
              </a:spcAft>
              <a:buFont typeface="Wingdings" panose="05000000000000000000" pitchFamily="2" charset="2"/>
              <a:buNone/>
              <a:defRPr/>
            </a:pPr>
            <a:br>
              <a:rPr lang="zh-CN" altLang="en-US" sz="2400"/>
            </a:br>
            <a:br>
              <a:rPr lang="zh-CN" altLang="en-US" sz="2400"/>
            </a:br>
            <a:endParaRPr lang="zh-CN" altLang="en-US" sz="240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Grp="1" noChangeArrowheads="1"/>
          </p:cNvSpPr>
          <p:nvPr>
            <p:ph type="body" idx="1"/>
          </p:nvPr>
        </p:nvSpPr>
        <p:spPr>
          <a:xfrm>
            <a:off x="395288" y="404813"/>
            <a:ext cx="8229600" cy="5976937"/>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zh-CN" altLang="en-US" sz="2400"/>
              <a:t>范文：</a:t>
            </a:r>
            <a:r>
              <a:rPr lang="zh-CN" altLang="en-US" sz="2000"/>
              <a:t> </a:t>
            </a:r>
            <a:br>
              <a:rPr lang="zh-CN" altLang="en-US" sz="2000"/>
            </a:br>
            <a:br>
              <a:rPr lang="zh-CN" altLang="en-US" sz="2000"/>
            </a:br>
            <a:r>
              <a:rPr lang="en-US" altLang="zh-CN" sz="2400">
                <a:latin typeface="Times New Roman" panose="02020603050405020304" pitchFamily="18" charset="0"/>
              </a:rPr>
              <a:t>Dear Mr. Moore, </a:t>
            </a:r>
            <a:br>
              <a:rPr lang="en-US" altLang="zh-CN" sz="2400">
                <a:latin typeface="Times New Roman" panose="02020603050405020304" pitchFamily="18" charset="0"/>
              </a:rPr>
            </a:br>
            <a:br>
              <a:rPr lang="en-US" altLang="zh-CN" sz="2400">
                <a:latin typeface="Times New Roman" panose="02020603050405020304" pitchFamily="18" charset="0"/>
              </a:rPr>
            </a:br>
            <a:r>
              <a:rPr lang="en-US" altLang="zh-CN" sz="2400">
                <a:latin typeface="Times New Roman" panose="02020603050405020304" pitchFamily="18" charset="0"/>
              </a:rPr>
              <a:t>      I would like to express my interest in your recently advertised position for a waitress. I am enclosing my resume, which further details my previous work experience and qualifications. </a:t>
            </a:r>
            <a:br>
              <a:rPr lang="en-US" altLang="zh-CN" sz="2400">
                <a:latin typeface="Times New Roman" panose="02020603050405020304" pitchFamily="18" charset="0"/>
              </a:rPr>
            </a:br>
            <a:r>
              <a:rPr lang="en-US" altLang="zh-CN" sz="2400">
                <a:latin typeface="Times New Roman" panose="02020603050405020304" pitchFamily="18" charset="0"/>
              </a:rPr>
              <a:t>      Not only do I have the qualifications and work experience for this job, but I also have the right personality for a waitress. I am a friendly person who can quickly establish a rapport with people of all ages. The fast-paced environment of waiting on tables suits me, because I enjoy working under pressure. My former boss was surprised at my efficiency in dealing with customers’ orders. </a:t>
            </a:r>
            <a:br>
              <a:rPr lang="en-US" altLang="zh-CN" sz="2400">
                <a:latin typeface="Times New Roman" panose="02020603050405020304" pitchFamily="18" charset="0"/>
              </a:rPr>
            </a:br>
            <a:r>
              <a:rPr lang="en-US" altLang="zh-CN" sz="2400">
                <a:latin typeface="Times New Roman" panose="02020603050405020304" pitchFamily="18" charset="0"/>
              </a:rPr>
              <a:t>     I hope to meet with you to discuss the possibility of working at your restaurant. I can be reached at 4639234 during the days and 924,6868 after 6 p.m. </a:t>
            </a:r>
            <a:br>
              <a:rPr lang="en-US" altLang="zh-CN" sz="2400">
                <a:latin typeface="Times New Roman" panose="02020603050405020304" pitchFamily="18" charset="0"/>
              </a:rPr>
            </a:br>
            <a:r>
              <a:rPr lang="en-US" altLang="zh-CN" sz="2400">
                <a:latin typeface="Times New Roman" panose="02020603050405020304" pitchFamily="18" charset="0"/>
              </a:rPr>
              <a:t>    Thank you for considering my application. I look forward to    you in the near future. </a:t>
            </a:r>
            <a:br>
              <a:rPr lang="en-US" altLang="zh-CN" sz="2400">
                <a:latin typeface="Times New Roman" panose="02020603050405020304" pitchFamily="18" charset="0"/>
              </a:rPr>
            </a:br>
            <a:r>
              <a:rPr lang="en-US" altLang="zh-CN" sz="2400">
                <a:latin typeface="Times New Roman" panose="02020603050405020304" pitchFamily="18" charset="0"/>
              </a:rPr>
              <a:t>                                                        Yours sincerely  </a:t>
            </a:r>
            <a:endParaRPr lang="en-US" altLang="zh-CN" sz="2400">
              <a:latin typeface="Times New Roman" panose="02020603050405020304" pitchFamily="18" charset="0"/>
            </a:endParaRPr>
          </a:p>
          <a:p>
            <a:pPr eaLnBrk="1" fontAlgn="auto" hangingPunct="1">
              <a:lnSpc>
                <a:spcPct val="80000"/>
              </a:lnSpc>
              <a:spcAft>
                <a:spcPts val="0"/>
              </a:spcAft>
              <a:buFont typeface="Wingdings" panose="05000000000000000000" pitchFamily="2" charset="2"/>
              <a:buNone/>
              <a:defRPr/>
            </a:pPr>
            <a:r>
              <a:rPr lang="en-US" altLang="zh-CN" sz="2400">
                <a:latin typeface="Times New Roman" panose="02020603050405020304" pitchFamily="18" charset="0"/>
              </a:rPr>
              <a:t>                                                              Li Ming </a:t>
            </a:r>
            <a:endParaRPr lang="en-US" altLang="zh-CN" sz="2400">
              <a:latin typeface="Times New Roman" panose="02020603050405020304" pitchFamily="18" charset="0"/>
            </a:endParaRPr>
          </a:p>
        </p:txBody>
      </p:sp>
      <mc:AlternateContent xmlns:mc="http://schemas.openxmlformats.org/markup-compatibility/2006" xmlns:p14="http://schemas.microsoft.com/office/powerpoint/2010/main">
        <mc:Choice Requires="p14">
          <p:contentPart r:id="rId1" p14:bwMode="auto">
            <p14:nvContentPartPr>
              <p14:cNvPr id="2061" name="Ink 13"/>
              <p14:cNvContentPartPr/>
              <p14:nvPr/>
            </p14:nvContentPartPr>
            <p14:xfrm>
              <a:off x="6715125" y="1820863"/>
              <a:ext cx="142875" cy="9525"/>
            </p14:xfrm>
          </p:contentPart>
        </mc:Choice>
        <mc:Fallback xmlns="">
          <p:pic>
            <p:nvPicPr>
              <p:cNvPr id="2061" name="Ink 13"/>
            </p:nvPicPr>
            <p:blipFill>
              <a:blip r:embed="rId2"/>
            </p:blipFill>
            <p:spPr>
              <a:xfrm>
                <a:off x="6715125" y="1820863"/>
                <a:ext cx="142875" cy="952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814320" y="4629240"/>
              <a:ext cx="7655400" cy="360360"/>
            </p14:xfrm>
          </p:contentPart>
        </mc:Choice>
        <mc:Fallback xmlns="">
          <p:pic>
            <p:nvPicPr>
              <p:cNvPr id="2" name="墨迹 1"/>
            </p:nvPicPr>
            <p:blipFill>
              <a:blip r:embed="rId4"/>
            </p:blipFill>
            <p:spPr>
              <a:xfrm>
                <a:off x="814320" y="4629240"/>
                <a:ext cx="7655400" cy="360360"/>
              </a:xfrm>
              <a:prstGeom prst="rect"/>
            </p:spPr>
          </p:pic>
        </mc:Fallback>
      </mc:AlternateContent>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3"/>
          <p:cNvSpPr>
            <a:spLocks noGrp="1" noChangeArrowheads="1"/>
          </p:cNvSpPr>
          <p:nvPr>
            <p:ph type="body" idx="1"/>
          </p:nvPr>
        </p:nvSpPr>
        <p:spPr>
          <a:xfrm>
            <a:off x="250825" y="333375"/>
            <a:ext cx="8642350" cy="6524625"/>
          </a:xfrm>
        </p:spPr>
        <p:txBody>
          <a:bodyPr/>
          <a:lstStyle/>
          <a:p>
            <a:pPr eaLnBrk="1" hangingPunct="1">
              <a:lnSpc>
                <a:spcPct val="80000"/>
              </a:lnSpc>
              <a:buFont typeface="Wingdings" panose="05000000000000000000" pitchFamily="2" charset="2"/>
              <a:buNone/>
            </a:pPr>
            <a:r>
              <a:rPr lang="zh-CN" altLang="en-US" sz="2400" dirty="0" smtClean="0"/>
              <a:t>常见求职及申请信的导语句型： </a:t>
            </a:r>
            <a:endParaRPr lang="zh-CN" altLang="en-US" sz="2400" dirty="0" smtClean="0"/>
          </a:p>
          <a:p>
            <a:pPr eaLnBrk="1" hangingPunct="1">
              <a:lnSpc>
                <a:spcPct val="80000"/>
              </a:lnSpc>
              <a:buFont typeface="Wingdings" panose="05000000000000000000" pitchFamily="2" charset="2"/>
              <a:buNone/>
            </a:pPr>
            <a:r>
              <a:rPr lang="en-US" altLang="zh-CN" sz="2400" dirty="0" smtClean="0"/>
              <a:t>I am writing to apply for ... </a:t>
            </a:r>
            <a:endParaRPr lang="en-US" altLang="zh-CN" sz="2400" dirty="0" smtClean="0"/>
          </a:p>
          <a:p>
            <a:pPr eaLnBrk="1" hangingPunct="1">
              <a:lnSpc>
                <a:spcPct val="80000"/>
              </a:lnSpc>
              <a:buFont typeface="Wingdings" panose="05000000000000000000" pitchFamily="2" charset="2"/>
              <a:buNone/>
            </a:pPr>
            <a:endParaRPr lang="en-US" altLang="zh-CN" sz="2400" dirty="0" smtClean="0"/>
          </a:p>
          <a:p>
            <a:pPr eaLnBrk="1" hangingPunct="1">
              <a:lnSpc>
                <a:spcPct val="80000"/>
              </a:lnSpc>
              <a:buFont typeface="Wingdings" panose="05000000000000000000" pitchFamily="2" charset="2"/>
              <a:buNone/>
            </a:pPr>
            <a:r>
              <a:rPr lang="en-US" altLang="zh-CN" sz="2400" dirty="0" smtClean="0"/>
              <a:t>I wish to apply for the post mentioned in your advertisement in Beijing Daily of March 21. </a:t>
            </a:r>
            <a:br>
              <a:rPr lang="en-US" altLang="zh-CN" sz="2400" dirty="0" smtClean="0"/>
            </a:br>
            <a:endParaRPr lang="en-US" altLang="zh-CN" sz="2400" dirty="0" smtClean="0"/>
          </a:p>
          <a:p>
            <a:pPr eaLnBrk="1" hangingPunct="1">
              <a:lnSpc>
                <a:spcPct val="80000"/>
              </a:lnSpc>
              <a:buFont typeface="Wingdings" panose="05000000000000000000" pitchFamily="2" charset="2"/>
              <a:buNone/>
            </a:pPr>
            <a:r>
              <a:rPr lang="en-US" altLang="zh-CN" sz="2400" dirty="0" smtClean="0"/>
              <a:t>I am writing to express my interest in ... </a:t>
            </a:r>
            <a:br>
              <a:rPr lang="en-US" altLang="zh-CN" sz="2400" dirty="0" smtClean="0"/>
            </a:br>
            <a:r>
              <a:rPr lang="zh-CN" altLang="en-US" sz="2400" dirty="0" smtClean="0"/>
              <a:t>　　</a:t>
            </a:r>
            <a:endParaRPr lang="zh-CN" altLang="en-US" sz="2400" dirty="0" smtClean="0"/>
          </a:p>
          <a:p>
            <a:pPr eaLnBrk="1" hangingPunct="1">
              <a:lnSpc>
                <a:spcPct val="80000"/>
              </a:lnSpc>
              <a:buFont typeface="Wingdings" panose="05000000000000000000" pitchFamily="2" charset="2"/>
              <a:buNone/>
            </a:pPr>
            <a:r>
              <a:rPr lang="en-US" altLang="zh-CN" sz="2400" dirty="0" smtClean="0"/>
              <a:t>I am writing to formally request ... </a:t>
            </a:r>
            <a:br>
              <a:rPr lang="en-US" altLang="zh-CN" sz="2400" dirty="0" smtClean="0"/>
            </a:br>
            <a:endParaRPr lang="en-US" altLang="zh-CN" sz="2400" dirty="0" smtClean="0"/>
          </a:p>
          <a:p>
            <a:pPr eaLnBrk="1" hangingPunct="1">
              <a:lnSpc>
                <a:spcPct val="80000"/>
              </a:lnSpc>
              <a:buFont typeface="Wingdings" panose="05000000000000000000" pitchFamily="2" charset="2"/>
              <a:buNone/>
            </a:pPr>
            <a:r>
              <a:rPr lang="en-US" altLang="zh-CN" sz="2400" dirty="0" smtClean="0"/>
              <a:t>I should like to apply for the job advertised in yesterday’s newspaper. </a:t>
            </a:r>
            <a:br>
              <a:rPr lang="en-US" altLang="zh-CN" sz="2400" dirty="0" smtClean="0"/>
            </a:br>
            <a:endParaRPr lang="en-US" altLang="zh-CN" sz="2400" dirty="0" smtClean="0"/>
          </a:p>
          <a:p>
            <a:pPr eaLnBrk="1" hangingPunct="1">
              <a:lnSpc>
                <a:spcPct val="80000"/>
              </a:lnSpc>
              <a:buFont typeface="Wingdings" panose="05000000000000000000" pitchFamily="2" charset="2"/>
              <a:buNone/>
            </a:pPr>
            <a:r>
              <a:rPr lang="en-US" altLang="zh-CN" sz="2400" dirty="0" smtClean="0"/>
              <a:t>Your advertisement for a sales manager in … has impressed me. I feel I can fill that vacancy … </a:t>
            </a:r>
            <a:br>
              <a:rPr lang="en-US" altLang="zh-CN" sz="2400" dirty="0" smtClean="0"/>
            </a:br>
            <a:endParaRPr lang="en-US" altLang="zh-CN" sz="2400" dirty="0" smtClean="0"/>
          </a:p>
          <a:p>
            <a:pPr eaLnBrk="1" hangingPunct="1">
              <a:lnSpc>
                <a:spcPct val="80000"/>
              </a:lnSpc>
              <a:buFont typeface="Wingdings" panose="05000000000000000000" pitchFamily="2" charset="2"/>
              <a:buNone/>
            </a:pPr>
            <a:r>
              <a:rPr lang="en-US" altLang="zh-CN" sz="2400" dirty="0" smtClean="0"/>
              <a:t>I am writing in response to your advertisement for the position of … </a:t>
            </a:r>
            <a:br>
              <a:rPr lang="en-US" altLang="zh-CN" sz="2400" dirty="0" smtClean="0"/>
            </a:br>
            <a:endParaRPr lang="en-US" altLang="zh-CN" sz="2400" dirty="0" smtClean="0"/>
          </a:p>
        </p:txBody>
      </p:sp>
      <mc:AlternateContent xmlns:mc="http://schemas.openxmlformats.org/markup-compatibility/2006" xmlns:p14="http://schemas.microsoft.com/office/powerpoint/2010/main">
        <mc:Choice Requires="p14">
          <p:contentPart r:id="rId1" p14:bwMode="auto">
            <p14:nvContentPartPr>
              <p14:cNvPr id="3074" name="Ink 2"/>
              <p14:cNvContentPartPr/>
              <p14:nvPr/>
            </p14:nvContentPartPr>
            <p14:xfrm>
              <a:off x="3133725" y="1660525"/>
              <a:ext cx="965200" cy="9525"/>
            </p14:xfrm>
          </p:contentPart>
        </mc:Choice>
        <mc:Fallback xmlns="">
          <p:pic>
            <p:nvPicPr>
              <p:cNvPr id="3074" name="Ink 2"/>
            </p:nvPicPr>
            <p:blipFill>
              <a:blip r:embed="rId2"/>
            </p:blipFill>
            <p:spPr>
              <a:xfrm>
                <a:off x="3133725" y="1660525"/>
                <a:ext cx="965200" cy="952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075" name="Ink 3"/>
              <p14:cNvContentPartPr/>
              <p14:nvPr/>
            </p14:nvContentPartPr>
            <p14:xfrm>
              <a:off x="3956050" y="946150"/>
              <a:ext cx="204788" cy="260350"/>
            </p14:xfrm>
          </p:contentPart>
        </mc:Choice>
        <mc:Fallback xmlns="">
          <p:pic>
            <p:nvPicPr>
              <p:cNvPr id="3075" name="Ink 3"/>
            </p:nvPicPr>
            <p:blipFill>
              <a:blip r:embed="rId4"/>
            </p:blipFill>
            <p:spPr>
              <a:xfrm>
                <a:off x="3956050" y="946150"/>
                <a:ext cx="204788" cy="2603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3076" name="Ink 4"/>
              <p14:cNvContentPartPr/>
              <p14:nvPr/>
            </p14:nvContentPartPr>
            <p14:xfrm>
              <a:off x="4313238" y="660400"/>
              <a:ext cx="536575" cy="777875"/>
            </p14:xfrm>
          </p:contentPart>
        </mc:Choice>
        <mc:Fallback xmlns="">
          <p:pic>
            <p:nvPicPr>
              <p:cNvPr id="3076" name="Ink 4"/>
            </p:nvPicPr>
            <p:blipFill>
              <a:blip r:embed="rId6"/>
            </p:blipFill>
            <p:spPr>
              <a:xfrm>
                <a:off x="4313238" y="660400"/>
                <a:ext cx="536575" cy="77787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3077" name="Ink 5"/>
              <p14:cNvContentPartPr/>
              <p14:nvPr/>
            </p14:nvContentPartPr>
            <p14:xfrm>
              <a:off x="4313238" y="866775"/>
              <a:ext cx="366712" cy="44450"/>
            </p14:xfrm>
          </p:contentPart>
        </mc:Choice>
        <mc:Fallback xmlns="">
          <p:pic>
            <p:nvPicPr>
              <p:cNvPr id="3077" name="Ink 5"/>
            </p:nvPicPr>
            <p:blipFill>
              <a:blip r:embed="rId8"/>
            </p:blipFill>
            <p:spPr>
              <a:xfrm>
                <a:off x="4313238" y="866775"/>
                <a:ext cx="366712" cy="444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3078" name="Ink 6"/>
              <p14:cNvContentPartPr/>
              <p14:nvPr/>
            </p14:nvContentPartPr>
            <p14:xfrm>
              <a:off x="4054475" y="3848100"/>
              <a:ext cx="366713" cy="36513"/>
            </p14:xfrm>
          </p:contentPart>
        </mc:Choice>
        <mc:Fallback xmlns="">
          <p:pic>
            <p:nvPicPr>
              <p:cNvPr id="3078" name="Ink 6"/>
            </p:nvPicPr>
            <p:blipFill>
              <a:blip r:embed="rId10"/>
            </p:blipFill>
            <p:spPr>
              <a:xfrm>
                <a:off x="4054475" y="3848100"/>
                <a:ext cx="366713" cy="36513"/>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3079" name="Ink 7"/>
              <p14:cNvContentPartPr/>
              <p14:nvPr/>
            </p14:nvContentPartPr>
            <p14:xfrm>
              <a:off x="4419600" y="3589338"/>
              <a:ext cx="420688" cy="241300"/>
            </p14:xfrm>
          </p:contentPart>
        </mc:Choice>
        <mc:Fallback xmlns="">
          <p:pic>
            <p:nvPicPr>
              <p:cNvPr id="3079" name="Ink 7"/>
            </p:nvPicPr>
            <p:blipFill>
              <a:blip r:embed="rId12"/>
            </p:blipFill>
            <p:spPr>
              <a:xfrm>
                <a:off x="4419600" y="3589338"/>
                <a:ext cx="420688" cy="2413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3080" name="Ink 8"/>
              <p14:cNvContentPartPr/>
              <p14:nvPr/>
            </p14:nvContentPartPr>
            <p14:xfrm>
              <a:off x="6384925" y="3821113"/>
              <a:ext cx="1339850" cy="100012"/>
            </p14:xfrm>
          </p:contentPart>
        </mc:Choice>
        <mc:Fallback xmlns="">
          <p:pic>
            <p:nvPicPr>
              <p:cNvPr id="3080" name="Ink 8"/>
            </p:nvPicPr>
            <p:blipFill>
              <a:blip r:embed="rId14"/>
            </p:blipFill>
            <p:spPr>
              <a:xfrm>
                <a:off x="6384925" y="3821113"/>
                <a:ext cx="1339850" cy="100012"/>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3081" name="Ink 9"/>
              <p14:cNvContentPartPr/>
              <p14:nvPr/>
            </p14:nvContentPartPr>
            <p14:xfrm>
              <a:off x="768350" y="4170363"/>
              <a:ext cx="1231900" cy="134937"/>
            </p14:xfrm>
          </p:contentPart>
        </mc:Choice>
        <mc:Fallback xmlns="">
          <p:pic>
            <p:nvPicPr>
              <p:cNvPr id="3081" name="Ink 9"/>
            </p:nvPicPr>
            <p:blipFill>
              <a:blip r:embed="rId16"/>
            </p:blipFill>
            <p:spPr>
              <a:xfrm>
                <a:off x="768350" y="4170363"/>
                <a:ext cx="1231900" cy="134937"/>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3082" name="Ink 10"/>
              <p14:cNvContentPartPr/>
              <p14:nvPr/>
            </p14:nvContentPartPr>
            <p14:xfrm>
              <a:off x="5768975" y="4803775"/>
              <a:ext cx="142875" cy="26988"/>
            </p14:xfrm>
          </p:contentPart>
        </mc:Choice>
        <mc:Fallback xmlns="">
          <p:pic>
            <p:nvPicPr>
              <p:cNvPr id="3082" name="Ink 10"/>
            </p:nvPicPr>
            <p:blipFill>
              <a:blip r:embed="rId18"/>
            </p:blipFill>
            <p:spPr>
              <a:xfrm>
                <a:off x="5768975" y="4803775"/>
                <a:ext cx="142875" cy="26988"/>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3083" name="Ink 11"/>
              <p14:cNvContentPartPr/>
              <p14:nvPr/>
            </p14:nvContentPartPr>
            <p14:xfrm>
              <a:off x="2813050" y="5072063"/>
              <a:ext cx="53975" cy="1587"/>
            </p14:xfrm>
          </p:contentPart>
        </mc:Choice>
        <mc:Fallback xmlns="">
          <p:pic>
            <p:nvPicPr>
              <p:cNvPr id="3083" name="Ink 11"/>
            </p:nvPicPr>
            <p:blipFill>
              <a:blip r:embed="rId20"/>
            </p:blipFill>
            <p:spPr>
              <a:xfrm>
                <a:off x="2813050" y="5072063"/>
                <a:ext cx="53975" cy="1587"/>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2" name="墨迹 1"/>
              <p14:cNvContentPartPr/>
              <p14:nvPr/>
            </p14:nvContentPartPr>
            <p14:xfrm>
              <a:off x="6874920" y="3703320"/>
              <a:ext cx="1363320" cy="394560"/>
            </p14:xfrm>
          </p:contentPart>
        </mc:Choice>
        <mc:Fallback xmlns="">
          <p:pic>
            <p:nvPicPr>
              <p:cNvPr id="2" name="墨迹 1"/>
            </p:nvPicPr>
            <p:blipFill>
              <a:blip r:embed="rId22"/>
            </p:blipFill>
            <p:spPr>
              <a:xfrm>
                <a:off x="6874920" y="3703320"/>
                <a:ext cx="1363320" cy="394560"/>
              </a:xfrm>
              <a:prstGeom prst="rect"/>
            </p:spPr>
          </p:pic>
        </mc:Fallback>
      </mc:AlternateContent>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214282" y="214290"/>
            <a:ext cx="8472518" cy="5911873"/>
          </a:xfrm>
        </p:spPr>
        <p:txBody>
          <a:bodyPr/>
          <a:lstStyle/>
          <a:p>
            <a:pPr>
              <a:buNone/>
            </a:pPr>
            <a:r>
              <a:rPr lang="en-US" altLang="zh-CN" sz="2000" dirty="0" smtClean="0"/>
              <a:t>      Dear Sir:</a:t>
            </a:r>
            <a:endParaRPr lang="en-US" altLang="zh-CN" sz="2000" dirty="0" smtClean="0"/>
          </a:p>
          <a:p>
            <a:pPr>
              <a:buNone/>
            </a:pPr>
            <a:r>
              <a:rPr lang="en-US" altLang="zh-CN" sz="2000" dirty="0" smtClean="0"/>
              <a:t>             My qualifications as described below seem to fit me for the position  </a:t>
            </a:r>
            <a:endParaRPr lang="en-US" altLang="zh-CN" sz="2000" dirty="0" smtClean="0"/>
          </a:p>
          <a:p>
            <a:pPr>
              <a:buNone/>
            </a:pPr>
            <a:r>
              <a:rPr lang="en-US" altLang="zh-CN" sz="2000" dirty="0" smtClean="0"/>
              <a:t>       advertised  in today‘s China Daily.  </a:t>
            </a:r>
            <a:endParaRPr lang="en-US" altLang="zh-CN" sz="2000" dirty="0" smtClean="0"/>
          </a:p>
          <a:p>
            <a:pPr>
              <a:buNone/>
            </a:pPr>
            <a:r>
              <a:rPr lang="en-US" altLang="zh-CN" sz="2000" dirty="0" smtClean="0"/>
              <a:t>               I graduated from Hubei University last June, having completed the Business Management as one in the top ten percent of the class. I</a:t>
            </a:r>
            <a:br>
              <a:rPr lang="en-US" altLang="zh-CN" sz="2000" dirty="0" smtClean="0"/>
            </a:br>
            <a:r>
              <a:rPr lang="en-US" altLang="zh-CN" sz="2000" dirty="0" smtClean="0"/>
              <a:t>have worked as secretary in the past three summers in the office of the</a:t>
            </a:r>
            <a:br>
              <a:rPr lang="en-US" altLang="zh-CN" sz="2000" dirty="0" smtClean="0"/>
            </a:br>
            <a:r>
              <a:rPr lang="en-US" altLang="zh-CN" sz="2000" dirty="0" err="1" smtClean="0"/>
              <a:t>Huiyou</a:t>
            </a:r>
            <a:r>
              <a:rPr lang="en-US" altLang="zh-CN" sz="2000" dirty="0" smtClean="0"/>
              <a:t> Trading Co Ltd, and am now employed there full time as a</a:t>
            </a:r>
            <a:br>
              <a:rPr lang="en-US" altLang="zh-CN" sz="2000" dirty="0" smtClean="0"/>
            </a:br>
            <a:r>
              <a:rPr lang="en-US" altLang="zh-CN" sz="2000" dirty="0" smtClean="0"/>
              <a:t>secretary and typist.</a:t>
            </a:r>
            <a:br>
              <a:rPr lang="en-US" altLang="zh-CN" sz="2000" dirty="0" smtClean="0"/>
            </a:br>
            <a:r>
              <a:rPr lang="en-US" altLang="zh-CN" sz="2000" dirty="0" smtClean="0"/>
              <a:t>       Since my mother is an overseas Chinese born in America, I am</a:t>
            </a:r>
            <a:br>
              <a:rPr lang="en-US" altLang="zh-CN" sz="2000" dirty="0" smtClean="0"/>
            </a:br>
            <a:r>
              <a:rPr lang="en-US" altLang="zh-CN" sz="2000" dirty="0" smtClean="0"/>
              <a:t>good in spoken English. I often correspond in English with relatives</a:t>
            </a:r>
            <a:br>
              <a:rPr lang="en-US" altLang="zh-CN" sz="2000" dirty="0" smtClean="0"/>
            </a:br>
            <a:r>
              <a:rPr lang="en-US" altLang="zh-CN" sz="2000" dirty="0" smtClean="0"/>
              <a:t>who live in America, and consequently I feel that I have a rather unusual </a:t>
            </a:r>
            <a:endParaRPr lang="en-US" altLang="zh-CN" sz="2000" dirty="0" smtClean="0"/>
          </a:p>
          <a:p>
            <a:pPr>
              <a:buNone/>
            </a:pPr>
            <a:r>
              <a:rPr lang="en-US" altLang="zh-CN" sz="2000" dirty="0" smtClean="0"/>
              <a:t>      command of that language.</a:t>
            </a:r>
            <a:br>
              <a:rPr lang="en-US" altLang="zh-CN" sz="2000" dirty="0" smtClean="0"/>
            </a:br>
            <a:r>
              <a:rPr lang="en-US" altLang="zh-CN" sz="2000" dirty="0" smtClean="0"/>
              <a:t>        I have permission to give the names of the following persons as</a:t>
            </a:r>
            <a:br>
              <a:rPr lang="en-US" altLang="zh-CN" sz="2000" dirty="0" smtClean="0"/>
            </a:br>
            <a:r>
              <a:rPr lang="en-US" altLang="zh-CN" sz="2000" dirty="0" err="1" smtClean="0"/>
              <a:t>references:Professor</a:t>
            </a:r>
            <a:r>
              <a:rPr lang="en-US" altLang="zh-CN" sz="2000" dirty="0" smtClean="0"/>
              <a:t> J.W. Lin, Hubei University, Wuhan</a:t>
            </a:r>
            <a:br>
              <a:rPr lang="en-US" altLang="zh-CN" sz="2000" dirty="0" smtClean="0"/>
            </a:br>
            <a:r>
              <a:rPr lang="en-US" altLang="zh-CN" sz="2000" dirty="0" smtClean="0"/>
              <a:t>Mrs. L.M. Kao, Manager, </a:t>
            </a:r>
            <a:r>
              <a:rPr lang="en-US" altLang="zh-CN" sz="2000" dirty="0" err="1" smtClean="0"/>
              <a:t>Huiyou</a:t>
            </a:r>
            <a:r>
              <a:rPr lang="en-US" altLang="zh-CN" sz="2000" dirty="0" smtClean="0"/>
              <a:t> Trading Co Ltd, 888, </a:t>
            </a:r>
            <a:r>
              <a:rPr lang="en-US" altLang="zh-CN" sz="2000" dirty="0" err="1" smtClean="0"/>
              <a:t>Zhongshan</a:t>
            </a:r>
            <a:br>
              <a:rPr lang="en-US" altLang="zh-CN" sz="2000" dirty="0" smtClean="0"/>
            </a:br>
            <a:r>
              <a:rPr lang="en-US" altLang="zh-CN" sz="2000" dirty="0" smtClean="0"/>
              <a:t>Road, Wuhan</a:t>
            </a:r>
            <a:br>
              <a:rPr lang="en-US" altLang="zh-CN" sz="2000" dirty="0" smtClean="0"/>
            </a:br>
            <a:r>
              <a:rPr lang="en-US" altLang="zh-CN" sz="2000" dirty="0" smtClean="0"/>
              <a:t>        I should appreciate the privilege of an interview. I may be</a:t>
            </a:r>
            <a:br>
              <a:rPr lang="en-US" altLang="zh-CN" sz="2000" dirty="0" smtClean="0"/>
            </a:br>
            <a:r>
              <a:rPr lang="en-US" altLang="zh-CN" sz="2000" dirty="0" smtClean="0"/>
              <a:t>reached by letter at the address given above, or by telephone at</a:t>
            </a:r>
            <a:br>
              <a:rPr lang="en-US" altLang="zh-CN" sz="2000" dirty="0" smtClean="0"/>
            </a:br>
            <a:r>
              <a:rPr lang="en-US" altLang="zh-CN" sz="2000" dirty="0" smtClean="0"/>
              <a:t>5555858.</a:t>
            </a:r>
            <a:br>
              <a:rPr lang="en-US" altLang="zh-CN" sz="2000" dirty="0" smtClean="0"/>
            </a:br>
            <a:r>
              <a:rPr lang="en-US" altLang="zh-CN" sz="2000" dirty="0" smtClean="0"/>
              <a:t>                                                                                       Yours truly,</a:t>
            </a:r>
            <a:br>
              <a:rPr lang="en-US" altLang="zh-CN" sz="2000" dirty="0" smtClean="0"/>
            </a:br>
            <a:r>
              <a:rPr lang="en-US" altLang="zh-CN" sz="2000" dirty="0" smtClean="0"/>
              <a:t>Mary Li</a:t>
            </a:r>
            <a:br>
              <a:rPr lang="en-US" altLang="zh-CN" sz="2000" dirty="0" smtClean="0"/>
            </a:br>
            <a:endParaRPr lang="zh-CN" altLang="en-US" sz="2000" dirty="0" smtClean="0"/>
          </a:p>
          <a:p>
            <a:pPr>
              <a:buNone/>
            </a:pPr>
            <a:endParaRPr lang="zh-CN" altLang="en-US" sz="2000" dirty="0" smtClean="0"/>
          </a:p>
          <a:p>
            <a:pPr algn="just">
              <a:buNone/>
            </a:pPr>
            <a:endParaRPr lang="zh-CN" alt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3"/>
          <p:cNvSpPr>
            <a:spLocks noGrp="1" noChangeArrowheads="1"/>
          </p:cNvSpPr>
          <p:nvPr>
            <p:ph type="body" idx="1"/>
          </p:nvPr>
        </p:nvSpPr>
        <p:spPr>
          <a:xfrm>
            <a:off x="250825" y="333375"/>
            <a:ext cx="8589963" cy="6048375"/>
          </a:xfrm>
        </p:spPr>
        <p:txBody>
          <a:bodyPr/>
          <a:lstStyle/>
          <a:p>
            <a:pPr eaLnBrk="1" hangingPunct="1">
              <a:buFont typeface="Wingdings" panose="05000000000000000000" pitchFamily="2" charset="2"/>
              <a:buNone/>
            </a:pPr>
            <a:r>
              <a:rPr lang="zh-CN" altLang="en-US" sz="2400" b="1" dirty="0" smtClean="0">
                <a:ea typeface="华文隶书" panose="02010800040101010101" pitchFamily="2" charset="-122"/>
              </a:rPr>
              <a:t>表示信心、能力或兴趣的方式：</a:t>
            </a:r>
            <a:r>
              <a:rPr lang="zh-CN" altLang="en-US" sz="2400" dirty="0" smtClean="0"/>
              <a:t> </a:t>
            </a:r>
            <a:br>
              <a:rPr lang="zh-CN" altLang="en-US" sz="2400" dirty="0" smtClean="0"/>
            </a:br>
            <a:endParaRPr lang="zh-CN" altLang="en-US" sz="2400" dirty="0" smtClean="0"/>
          </a:p>
          <a:p>
            <a:pPr eaLnBrk="1" hangingPunct="1">
              <a:buFont typeface="Wingdings" panose="05000000000000000000" pitchFamily="2" charset="2"/>
              <a:buNone/>
            </a:pPr>
            <a:r>
              <a:rPr lang="en-US" altLang="zh-CN" sz="2400" dirty="0" smtClean="0"/>
              <a:t>I feel that similar contributions might be made to your firm as well. </a:t>
            </a:r>
            <a:br>
              <a:rPr lang="en-US" altLang="zh-CN" sz="2400" dirty="0" smtClean="0"/>
            </a:br>
            <a:endParaRPr lang="en-US" altLang="zh-CN" sz="2400" dirty="0" smtClean="0"/>
          </a:p>
          <a:p>
            <a:pPr eaLnBrk="1" hangingPunct="1">
              <a:buFont typeface="Wingdings" panose="05000000000000000000" pitchFamily="2" charset="2"/>
              <a:buNone/>
            </a:pPr>
            <a:r>
              <a:rPr lang="en-US" altLang="zh-CN" sz="2400" dirty="0" smtClean="0"/>
              <a:t>I feel that, with my overall qualifications and desire, I could contribute significantly to your company. </a:t>
            </a:r>
            <a:br>
              <a:rPr lang="en-US" altLang="zh-CN" sz="2400" dirty="0" smtClean="0"/>
            </a:br>
            <a:endParaRPr lang="en-US" altLang="zh-CN" sz="2400" dirty="0" smtClean="0"/>
          </a:p>
          <a:p>
            <a:pPr eaLnBrk="1" hangingPunct="1">
              <a:buFont typeface="Wingdings" panose="05000000000000000000" pitchFamily="2" charset="2"/>
              <a:buNone/>
            </a:pPr>
            <a:r>
              <a:rPr lang="en-US" altLang="zh-CN" sz="2400" dirty="0" smtClean="0"/>
              <a:t>I feel that I can make a strong contribution to your company. </a:t>
            </a:r>
            <a:br>
              <a:rPr lang="en-US" altLang="zh-CN" sz="2400" dirty="0" smtClean="0"/>
            </a:br>
            <a:endParaRPr lang="en-US" altLang="zh-CN" sz="2400" dirty="0" smtClean="0"/>
          </a:p>
          <a:p>
            <a:pPr eaLnBrk="1" hangingPunct="1">
              <a:buFont typeface="Wingdings" panose="05000000000000000000" pitchFamily="2" charset="2"/>
              <a:buNone/>
            </a:pPr>
            <a:r>
              <a:rPr lang="en-US" altLang="zh-CN" sz="2400" dirty="0" smtClean="0"/>
              <a:t>I would appear to have excellent qualifications for this position ... </a:t>
            </a:r>
            <a:br>
              <a:rPr lang="en-US" altLang="zh-CN" sz="2400" dirty="0" smtClean="0"/>
            </a:br>
            <a:endParaRPr lang="en-US" altLang="zh-CN" sz="2400" dirty="0" smtClean="0"/>
          </a:p>
          <a:p>
            <a:pPr eaLnBrk="1" hangingPunct="1">
              <a:buFont typeface="Wingdings" panose="05000000000000000000" pitchFamily="2" charset="2"/>
              <a:buNone/>
            </a:pPr>
            <a:r>
              <a:rPr lang="en-US" altLang="zh-CN" sz="2400" dirty="0" smtClean="0"/>
              <a:t>I feel confident that I can provide the kind of leadership that you are seeking for. </a:t>
            </a:r>
            <a:endParaRPr lang="en-US" altLang="zh-CN" dirty="0" smtClean="0"/>
          </a:p>
        </p:txBody>
      </p:sp>
      <mc:AlternateContent xmlns:mc="http://schemas.openxmlformats.org/markup-compatibility/2006" xmlns:p14="http://schemas.microsoft.com/office/powerpoint/2010/main">
        <mc:Choice Requires="p14">
          <p:contentPart r:id="rId1" p14:bwMode="auto">
            <p14:nvContentPartPr>
              <p14:cNvPr id="4098" name="Ink 2"/>
              <p14:cNvContentPartPr/>
              <p14:nvPr/>
            </p14:nvContentPartPr>
            <p14:xfrm>
              <a:off x="23718838" y="13816013"/>
              <a:ext cx="0" cy="0"/>
            </p14:xfrm>
          </p:contentPart>
        </mc:Choice>
        <mc:Fallback xmlns="">
          <p:pic>
            <p:nvPicPr>
              <p:cNvPr id="4098" name="Ink 2"/>
            </p:nvPicPr>
            <p:blipFill>
              <a:blip r:embed="rId2"/>
            </p:blipFill>
            <p:spPr>
              <a:xfrm>
                <a:off x="23718838" y="13816013"/>
                <a:ext cx="0" cy="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099" name="Ink 3"/>
              <p14:cNvContentPartPr/>
              <p14:nvPr/>
            </p14:nvContentPartPr>
            <p14:xfrm>
              <a:off x="6161088" y="5187950"/>
              <a:ext cx="1260475" cy="304800"/>
            </p14:xfrm>
          </p:contentPart>
        </mc:Choice>
        <mc:Fallback xmlns="">
          <p:pic>
            <p:nvPicPr>
              <p:cNvPr id="4099" name="Ink 3"/>
            </p:nvPicPr>
            <p:blipFill>
              <a:blip r:embed="rId4"/>
            </p:blipFill>
            <p:spPr>
              <a:xfrm>
                <a:off x="6161088" y="5187950"/>
                <a:ext cx="1260475" cy="3048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100" name="Ink 4"/>
              <p14:cNvContentPartPr/>
              <p14:nvPr/>
            </p14:nvContentPartPr>
            <p14:xfrm>
              <a:off x="660400" y="1366838"/>
              <a:ext cx="7456488" cy="115887"/>
            </p14:xfrm>
          </p:contentPart>
        </mc:Choice>
        <mc:Fallback xmlns="">
          <p:pic>
            <p:nvPicPr>
              <p:cNvPr id="4100" name="Ink 4"/>
            </p:nvPicPr>
            <p:blipFill>
              <a:blip r:embed="rId6"/>
            </p:blipFill>
            <p:spPr>
              <a:xfrm>
                <a:off x="660400" y="1366838"/>
                <a:ext cx="7456488" cy="115887"/>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4101" name="Ink 5"/>
              <p14:cNvContentPartPr/>
              <p14:nvPr/>
            </p14:nvContentPartPr>
            <p14:xfrm>
              <a:off x="677863" y="1812925"/>
              <a:ext cx="671512" cy="1588"/>
            </p14:xfrm>
          </p:contentPart>
        </mc:Choice>
        <mc:Fallback xmlns="">
          <p:pic>
            <p:nvPicPr>
              <p:cNvPr id="4101" name="Ink 5"/>
            </p:nvPicPr>
            <p:blipFill>
              <a:blip r:embed="rId8"/>
            </p:blipFill>
            <p:spPr>
              <a:xfrm>
                <a:off x="677863" y="1812925"/>
                <a:ext cx="671512" cy="1588"/>
              </a:xfrm>
              <a:prstGeom prst="rect"/>
            </p:spPr>
          </p:pic>
        </mc:Fallback>
      </mc:AlternateContent>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428596" y="285728"/>
            <a:ext cx="8258204" cy="5840435"/>
          </a:xfrm>
        </p:spPr>
        <p:txBody>
          <a:bodyPr/>
          <a:lstStyle/>
          <a:p>
            <a:pPr>
              <a:buNone/>
            </a:pPr>
            <a:r>
              <a:rPr lang="en-US" sz="2000" dirty="0" smtClean="0"/>
              <a:t>     Dear Sir,</a:t>
            </a:r>
            <a:endParaRPr lang="zh-CN" altLang="en-US" sz="2000" dirty="0" smtClean="0"/>
          </a:p>
          <a:p>
            <a:pPr algn="just">
              <a:buNone/>
            </a:pPr>
            <a:r>
              <a:rPr lang="en-US" sz="2000" dirty="0" smtClean="0"/>
              <a:t>            I am looking for a position as a full-time secretary in your company.</a:t>
            </a:r>
            <a:endParaRPr lang="zh-CN" altLang="en-US" sz="2000" dirty="0" smtClean="0"/>
          </a:p>
          <a:p>
            <a:pPr algn="just">
              <a:buNone/>
            </a:pPr>
            <a:r>
              <a:rPr lang="en-US" sz="2000" dirty="0" smtClean="0"/>
              <a:t>            As a graduate with a B.A. in English literature from Harbin Institute of Technology, I am able to write letters and reports in English for overseas correspondence and briefing purpose. I have also attended several meetings and seminars on behalf of my institute to introduce products to prospective customers.</a:t>
            </a:r>
            <a:endParaRPr lang="zh-CN" altLang="en-US" sz="2000" dirty="0" smtClean="0"/>
          </a:p>
          <a:p>
            <a:pPr algn="just">
              <a:buNone/>
            </a:pPr>
            <a:r>
              <a:rPr lang="en-US" sz="2000" dirty="0" smtClean="0"/>
              <a:t>           I would be pleased to render all my past experiences to your company for improving your present business.</a:t>
            </a:r>
            <a:endParaRPr lang="zh-CN" altLang="en-US" sz="2000" dirty="0" smtClean="0"/>
          </a:p>
          <a:p>
            <a:pPr algn="just">
              <a:buNone/>
            </a:pPr>
            <a:r>
              <a:rPr lang="en-US" sz="2000" dirty="0" smtClean="0"/>
              <a:t>          My references are available and I'm ready to send them to you upon notice.</a:t>
            </a:r>
            <a:endParaRPr lang="zh-CN" altLang="en-US" sz="2000" dirty="0" smtClean="0"/>
          </a:p>
          <a:p>
            <a:pPr algn="just">
              <a:buNone/>
            </a:pPr>
            <a:r>
              <a:rPr lang="en-US" sz="2000" dirty="0" smtClean="0"/>
              <a:t>         I am looking forward to receiving your reply and query in connection with my background of education.</a:t>
            </a:r>
            <a:endParaRPr lang="zh-CN" altLang="en-US" sz="2000" dirty="0" smtClean="0"/>
          </a:p>
          <a:p>
            <a:pPr algn="just">
              <a:buNone/>
            </a:pPr>
            <a:r>
              <a:rPr lang="en-US" sz="2000" dirty="0" smtClean="0"/>
              <a:t>           </a:t>
            </a:r>
            <a:r>
              <a:rPr lang="en-US" sz="2000" smtClean="0"/>
              <a:t>Thank you!</a:t>
            </a:r>
            <a:endParaRPr lang="zh-CN" altLang="en-US" sz="2000" dirty="0" smtClean="0"/>
          </a:p>
          <a:p>
            <a:pPr algn="just">
              <a:buNone/>
            </a:pPr>
            <a:r>
              <a:rPr lang="en-US" sz="2000" dirty="0" smtClean="0"/>
              <a:t>                                                                                      Yours sincerely,</a:t>
            </a:r>
            <a:endParaRPr lang="zh-CN" altLang="en-US" sz="2000" dirty="0" smtClean="0"/>
          </a:p>
          <a:p>
            <a:pPr algn="just">
              <a:buNone/>
            </a:pPr>
            <a:r>
              <a:rPr lang="en-US" sz="2000" dirty="0" smtClean="0"/>
              <a:t>                                                                                           Zhang </a:t>
            </a:r>
            <a:r>
              <a:rPr lang="en-US" sz="2000" dirty="0" err="1" smtClean="0"/>
              <a:t>Hao</a:t>
            </a:r>
            <a:endParaRPr lang="zh-CN" altLang="en-US" sz="2000" dirty="0" smtClean="0"/>
          </a:p>
          <a:p>
            <a:pPr>
              <a:buNone/>
            </a:pPr>
            <a:endParaRPr lang="zh-CN" alt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3"/>
          <p:cNvSpPr>
            <a:spLocks noGrp="1" noChangeArrowheads="1"/>
          </p:cNvSpPr>
          <p:nvPr>
            <p:ph type="body" idx="1"/>
          </p:nvPr>
        </p:nvSpPr>
        <p:spPr>
          <a:xfrm>
            <a:off x="250825" y="404813"/>
            <a:ext cx="8302625" cy="6237287"/>
          </a:xfrm>
        </p:spPr>
        <p:txBody>
          <a:bodyPr/>
          <a:lstStyle/>
          <a:p>
            <a:pPr eaLnBrk="1" hangingPunct="1">
              <a:lnSpc>
                <a:spcPct val="80000"/>
              </a:lnSpc>
              <a:buFont typeface="Wingdings" panose="05000000000000000000" pitchFamily="2" charset="2"/>
              <a:buNone/>
            </a:pPr>
            <a:r>
              <a:rPr lang="zh-CN" altLang="en-US" sz="2400" dirty="0" smtClean="0"/>
              <a:t>在信尾表达进一步联系的愿望，表示感谢的方式： </a:t>
            </a:r>
            <a:br>
              <a:rPr lang="zh-CN" altLang="en-US" sz="2400" dirty="0" smtClean="0"/>
            </a:br>
            <a:endParaRPr lang="zh-CN" altLang="en-US" sz="2400" dirty="0" smtClean="0"/>
          </a:p>
          <a:p>
            <a:pPr eaLnBrk="1" hangingPunct="1">
              <a:lnSpc>
                <a:spcPct val="80000"/>
              </a:lnSpc>
              <a:buFont typeface="Wingdings" panose="05000000000000000000" pitchFamily="2" charset="2"/>
              <a:buNone/>
            </a:pPr>
            <a:r>
              <a:rPr lang="en-US" altLang="zh-CN" sz="2400" dirty="0" smtClean="0"/>
              <a:t>I would be pleased to have the opportunity to interview with ... </a:t>
            </a:r>
            <a:br>
              <a:rPr lang="en-US" altLang="zh-CN" sz="2400" dirty="0" smtClean="0"/>
            </a:br>
            <a:endParaRPr lang="en-US" altLang="zh-CN" sz="2400" dirty="0" smtClean="0"/>
          </a:p>
          <a:p>
            <a:pPr eaLnBrk="1" hangingPunct="1">
              <a:lnSpc>
                <a:spcPct val="80000"/>
              </a:lnSpc>
              <a:buFont typeface="Wingdings" panose="05000000000000000000" pitchFamily="2" charset="2"/>
              <a:buNone/>
            </a:pPr>
            <a:r>
              <a:rPr lang="en-US" altLang="zh-CN" sz="2400" dirty="0" smtClean="0"/>
              <a:t>I would appreciate the opportunity to discuss how I might further contribute to your ... </a:t>
            </a:r>
            <a:br>
              <a:rPr lang="en-US" altLang="zh-CN" sz="2400" dirty="0" smtClean="0"/>
            </a:br>
            <a:endParaRPr lang="en-US" altLang="zh-CN" sz="2400" dirty="0" smtClean="0"/>
          </a:p>
          <a:p>
            <a:pPr eaLnBrk="1" hangingPunct="1">
              <a:lnSpc>
                <a:spcPct val="80000"/>
              </a:lnSpc>
              <a:buFont typeface="Wingdings" panose="05000000000000000000" pitchFamily="2" charset="2"/>
              <a:buNone/>
            </a:pPr>
            <a:r>
              <a:rPr lang="en-US" altLang="zh-CN" sz="2400" dirty="0" smtClean="0"/>
              <a:t>Thank you again and I look forward to hearing from you shortly. </a:t>
            </a:r>
            <a:br>
              <a:rPr lang="en-US" altLang="zh-CN" sz="2400" dirty="0" smtClean="0"/>
            </a:br>
            <a:endParaRPr lang="en-US" altLang="zh-CN" sz="2400" dirty="0" smtClean="0"/>
          </a:p>
          <a:p>
            <a:pPr eaLnBrk="1" hangingPunct="1">
              <a:lnSpc>
                <a:spcPct val="80000"/>
              </a:lnSpc>
              <a:buFont typeface="Wingdings" panose="05000000000000000000" pitchFamily="2" charset="2"/>
              <a:buNone/>
            </a:pPr>
            <a:r>
              <a:rPr lang="en-US" altLang="zh-CN" sz="2400" dirty="0" smtClean="0"/>
              <a:t>I am very interested in this position and would appreciate the opportunity to further discuss during a face-to-face interview. </a:t>
            </a:r>
            <a:br>
              <a:rPr lang="en-US" altLang="zh-CN" sz="2400" dirty="0" smtClean="0"/>
            </a:br>
            <a:endParaRPr lang="en-US" altLang="zh-CN" sz="2400" dirty="0" smtClean="0"/>
          </a:p>
          <a:p>
            <a:pPr eaLnBrk="1" hangingPunct="1">
              <a:lnSpc>
                <a:spcPct val="80000"/>
              </a:lnSpc>
              <a:buFont typeface="Wingdings" panose="05000000000000000000" pitchFamily="2" charset="2"/>
              <a:buNone/>
            </a:pPr>
            <a:r>
              <a:rPr lang="en-US" altLang="zh-CN" sz="2400" smtClean="0"/>
              <a:t>Thank you for your consideration. </a:t>
            </a:r>
            <a:br>
              <a:rPr lang="en-US" altLang="zh-CN" sz="2400" smtClean="0"/>
            </a:br>
            <a:endParaRPr lang="en-US" altLang="zh-CN" sz="2400" smtClean="0"/>
          </a:p>
          <a:p>
            <a:pPr eaLnBrk="1" hangingPunct="1">
              <a:lnSpc>
                <a:spcPct val="80000"/>
              </a:lnSpc>
              <a:buFont typeface="Wingdings" panose="05000000000000000000" pitchFamily="2" charset="2"/>
              <a:buNone/>
            </a:pPr>
            <a:r>
              <a:rPr lang="en-US" altLang="zh-CN" sz="2400" dirty="0" smtClean="0"/>
              <a:t>Thank you again and I am looking forward to hearing from you. </a:t>
            </a:r>
            <a:br>
              <a:rPr lang="en-US" altLang="zh-CN" sz="2400" dirty="0" smtClean="0"/>
            </a:br>
            <a:endParaRPr lang="en-US" altLang="zh-CN" sz="2000" dirty="0" smtClean="0"/>
          </a:p>
        </p:txBody>
      </p:sp>
      <mc:AlternateContent xmlns:mc="http://schemas.openxmlformats.org/markup-compatibility/2006" xmlns:p14="http://schemas.microsoft.com/office/powerpoint/2010/main">
        <mc:Choice Requires="p14">
          <p:contentPart r:id="rId1" p14:bwMode="auto">
            <p14:nvContentPartPr>
              <p14:cNvPr id="5122" name="Ink 2"/>
              <p14:cNvContentPartPr/>
              <p14:nvPr/>
            </p14:nvContentPartPr>
            <p14:xfrm>
              <a:off x="36472813" y="30094238"/>
              <a:ext cx="0" cy="0"/>
            </p14:xfrm>
          </p:contentPart>
        </mc:Choice>
        <mc:Fallback xmlns="">
          <p:pic>
            <p:nvPicPr>
              <p:cNvPr id="5122" name="Ink 2"/>
            </p:nvPicPr>
            <p:blipFill>
              <a:blip r:embed="rId2"/>
            </p:blipFill>
            <p:spPr>
              <a:xfrm>
                <a:off x="36472813" y="30094238"/>
                <a:ext cx="0" cy="0"/>
              </a:xfrm>
              <a:prstGeom prst="rect"/>
            </p:spPr>
          </p:pic>
        </mc:Fallback>
      </mc:AlternateContent>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357158" y="428604"/>
            <a:ext cx="8329642" cy="5697559"/>
          </a:xfrm>
        </p:spPr>
        <p:txBody>
          <a:bodyPr/>
          <a:lstStyle/>
          <a:p>
            <a:r>
              <a:rPr lang="en-US" sz="2400" dirty="0" smtClean="0"/>
              <a:t>1. Even if the monk can run away, his temple cannot run with him.</a:t>
            </a:r>
            <a:r>
              <a:rPr lang="zh-CN" altLang="en-US" sz="2400" dirty="0" smtClean="0"/>
              <a:t>　跑得了和尚，跑不了庙。</a:t>
            </a:r>
            <a:endParaRPr lang="zh-CN" altLang="en-US" sz="2400" dirty="0" smtClean="0"/>
          </a:p>
          <a:p>
            <a:r>
              <a:rPr lang="zh-CN" altLang="en-US" sz="2400" dirty="0" smtClean="0"/>
              <a:t> </a:t>
            </a:r>
            <a:r>
              <a:rPr lang="en-US" sz="2400" dirty="0" smtClean="0"/>
              <a:t>2. Even if I were to be beaten to death, I will not tell.</a:t>
            </a:r>
            <a:endParaRPr lang="zh-CN" altLang="en-US" sz="2400" dirty="0" smtClean="0"/>
          </a:p>
          <a:p>
            <a:r>
              <a:rPr lang="zh-CN" altLang="en-US" sz="2400" dirty="0" smtClean="0"/>
              <a:t>　　打死我也不说。</a:t>
            </a:r>
            <a:endParaRPr lang="zh-CN" altLang="en-US" sz="2400" dirty="0" smtClean="0"/>
          </a:p>
          <a:p>
            <a:r>
              <a:rPr lang="zh-CN" altLang="en-US" sz="2400" dirty="0" smtClean="0"/>
              <a:t> </a:t>
            </a:r>
            <a:r>
              <a:rPr lang="en-US" sz="2400" dirty="0" smtClean="0"/>
              <a:t>3. Modesty helps one go forward, whereas conceit makes one lag behind.</a:t>
            </a:r>
            <a:r>
              <a:rPr lang="zh-CN" altLang="en-US" sz="2400" dirty="0" smtClean="0"/>
              <a:t>　　谦虚使人进步，骄傲使人落后。</a:t>
            </a:r>
            <a:endParaRPr lang="zh-CN" altLang="en-US" sz="2400" dirty="0" smtClean="0"/>
          </a:p>
          <a:p>
            <a:r>
              <a:rPr lang="zh-CN" altLang="en-US" sz="2400" dirty="0" smtClean="0"/>
              <a:t> </a:t>
            </a:r>
            <a:r>
              <a:rPr lang="en-US" sz="2400" dirty="0" smtClean="0"/>
              <a:t>4. If winter comes, can spring be far behind?</a:t>
            </a:r>
            <a:r>
              <a:rPr lang="zh-CN" altLang="en-US" sz="2400" dirty="0" smtClean="0"/>
              <a:t>冬天来了，春天还会远吗</a:t>
            </a:r>
            <a:r>
              <a:rPr lang="en-US" sz="2400" dirty="0" smtClean="0"/>
              <a:t>?</a:t>
            </a:r>
            <a:endParaRPr lang="zh-CN" altLang="en-US" sz="2400" dirty="0" smtClean="0"/>
          </a:p>
          <a:p>
            <a:r>
              <a:rPr lang="zh-CN" altLang="en-US" sz="2400" dirty="0" smtClean="0"/>
              <a:t> </a:t>
            </a:r>
            <a:r>
              <a:rPr lang="en-US" sz="2400" dirty="0" smtClean="0"/>
              <a:t>5. We will not attack unless we are attacked.</a:t>
            </a:r>
            <a:r>
              <a:rPr lang="zh-CN" altLang="en-US" sz="2400" dirty="0" smtClean="0"/>
              <a:t>人不犯我，我不犯人。</a:t>
            </a:r>
            <a:endParaRPr lang="zh-CN" altLang="en-US" sz="2400" dirty="0" smtClean="0"/>
          </a:p>
          <a:p>
            <a:r>
              <a:rPr lang="zh-CN" altLang="en-US" sz="2400" dirty="0" smtClean="0"/>
              <a:t> </a:t>
            </a:r>
            <a:r>
              <a:rPr lang="en-US" sz="2400" dirty="0" smtClean="0"/>
              <a:t>6. Wisdom prepares for the worst; but folly leaves the worst for the day it comes.</a:t>
            </a:r>
            <a:r>
              <a:rPr lang="zh-CN" altLang="en-US" sz="2400" dirty="0" smtClean="0"/>
              <a:t>　　聪明人防患于未然，愚蠢者临渴掘井。</a:t>
            </a:r>
            <a:endParaRPr lang="zh-CN" altLang="en-US" sz="2400" dirty="0" smtClean="0"/>
          </a:p>
          <a:p>
            <a:r>
              <a:rPr lang="zh-CN" altLang="en-US" sz="2400" dirty="0" smtClean="0"/>
              <a:t> </a:t>
            </a:r>
            <a:r>
              <a:rPr lang="en-US" sz="2400" dirty="0" smtClean="0"/>
              <a:t>7. In the end things will mend.</a:t>
            </a:r>
            <a:r>
              <a:rPr lang="zh-CN" altLang="en-US" sz="2400" dirty="0" smtClean="0"/>
              <a:t> 车到山前必有路。</a:t>
            </a:r>
            <a:endParaRPr lang="zh-CN" altLang="en-US" sz="2400" dirty="0" smtClean="0"/>
          </a:p>
          <a:p>
            <a:endParaRPr lang="zh-CN" altLang="en-US"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428596" y="571480"/>
            <a:ext cx="8258204" cy="5554683"/>
          </a:xfrm>
        </p:spPr>
        <p:txBody>
          <a:bodyPr/>
          <a:lstStyle/>
          <a:p>
            <a:r>
              <a:rPr lang="en-US" sz="2400" dirty="0" smtClean="0"/>
              <a:t>  8.To die on one's feet is better than to live on one's knees.</a:t>
            </a:r>
            <a:endParaRPr lang="zh-CN" altLang="en-US" sz="2400" dirty="0" smtClean="0"/>
          </a:p>
          <a:p>
            <a:r>
              <a:rPr lang="zh-CN" altLang="en-US" sz="2400" dirty="0" smtClean="0"/>
              <a:t>　　好死不如赖活。</a:t>
            </a:r>
            <a:endParaRPr lang="zh-CN" altLang="en-US" sz="2400" dirty="0" smtClean="0"/>
          </a:p>
          <a:p>
            <a:r>
              <a:rPr lang="zh-CN" altLang="en-US" sz="2400" dirty="0" smtClean="0"/>
              <a:t> </a:t>
            </a:r>
            <a:r>
              <a:rPr lang="en-US" sz="2400" dirty="0" smtClean="0"/>
              <a:t>9.Blood is thicker than water.</a:t>
            </a:r>
            <a:r>
              <a:rPr lang="zh-CN" altLang="en-US" sz="2400" dirty="0" smtClean="0"/>
              <a:t>　　血浓于水。</a:t>
            </a:r>
            <a:endParaRPr lang="zh-CN" altLang="en-US" sz="2400" dirty="0" smtClean="0"/>
          </a:p>
          <a:p>
            <a:r>
              <a:rPr lang="zh-CN" altLang="en-US" sz="2400" dirty="0" smtClean="0"/>
              <a:t> </a:t>
            </a:r>
            <a:r>
              <a:rPr lang="en-US" sz="2400" dirty="0" smtClean="0"/>
              <a:t>10.He who laughs last laughs best.</a:t>
            </a:r>
            <a:endParaRPr lang="zh-CN" altLang="en-US" sz="2400" dirty="0" smtClean="0"/>
          </a:p>
          <a:p>
            <a:r>
              <a:rPr lang="zh-CN" altLang="en-US" sz="2400" dirty="0" smtClean="0"/>
              <a:t>　　谁笑到最后，谁笑得最好。</a:t>
            </a:r>
            <a:endParaRPr lang="zh-CN" altLang="en-US" sz="2400" dirty="0" smtClean="0"/>
          </a:p>
          <a:p>
            <a:r>
              <a:rPr lang="zh-CN" altLang="en-US" sz="2400" dirty="0" smtClean="0"/>
              <a:t> </a:t>
            </a:r>
            <a:r>
              <a:rPr lang="en-US" sz="2400" dirty="0" smtClean="0"/>
              <a:t>11.Give knaves an inch and they will take a yard.</a:t>
            </a:r>
            <a:endParaRPr lang="zh-CN" altLang="en-US" sz="2400" dirty="0" smtClean="0"/>
          </a:p>
          <a:p>
            <a:r>
              <a:rPr lang="zh-CN" altLang="en-US" sz="2400" dirty="0" smtClean="0"/>
              <a:t>　　得寸进尺。</a:t>
            </a:r>
            <a:endParaRPr lang="zh-CN" altLang="en-US" sz="2400" dirty="0" smtClean="0"/>
          </a:p>
          <a:p>
            <a:r>
              <a:rPr lang="zh-CN" altLang="en-US" sz="2400" dirty="0" smtClean="0"/>
              <a:t> </a:t>
            </a:r>
            <a:r>
              <a:rPr lang="en-US" sz="2400" dirty="0" smtClean="0"/>
              <a:t>12.He that respects others shall likewise be respected.</a:t>
            </a:r>
            <a:endParaRPr lang="zh-CN" altLang="en-US" sz="2400" dirty="0" smtClean="0"/>
          </a:p>
          <a:p>
            <a:r>
              <a:rPr lang="zh-CN" altLang="en-US" sz="2400" dirty="0" smtClean="0"/>
              <a:t>　　敬人者，人恒敬之。</a:t>
            </a:r>
            <a:endParaRPr lang="zh-CN" altLang="en-US" sz="2400" dirty="0" smtClean="0"/>
          </a:p>
          <a:p>
            <a:r>
              <a:rPr lang="zh-CN" altLang="en-US" sz="2400" dirty="0" smtClean="0"/>
              <a:t> </a:t>
            </a:r>
            <a:r>
              <a:rPr lang="en-US" sz="2400" dirty="0" smtClean="0"/>
              <a:t>13.All good things come to an end. </a:t>
            </a:r>
            <a:r>
              <a:rPr lang="zh-CN" altLang="en-US" sz="2400" dirty="0" smtClean="0"/>
              <a:t>天下无不散之筵席</a:t>
            </a:r>
            <a:endParaRPr lang="zh-CN" altLang="en-US" sz="2400" dirty="0" smtClean="0"/>
          </a:p>
          <a:p>
            <a:r>
              <a:rPr lang="zh-CN" altLang="en-US" sz="2400" dirty="0" smtClean="0"/>
              <a:t> </a:t>
            </a:r>
            <a:r>
              <a:rPr lang="en-US" sz="2400" dirty="0" smtClean="0"/>
              <a:t>14.Give a dog a bad name and hang him.</a:t>
            </a:r>
            <a:r>
              <a:rPr lang="zh-CN" altLang="en-US" sz="2400" dirty="0" smtClean="0"/>
              <a:t>欲加之罪何患无词。</a:t>
            </a:r>
            <a:endParaRPr lang="zh-CN" altLang="en-US" sz="2400" dirty="0" smtClean="0"/>
          </a:p>
          <a:p>
            <a:endParaRPr lang="zh-CN" altLang="en-US" sz="2400" dirty="0" smtClean="0"/>
          </a:p>
          <a:p>
            <a:endParaRPr lang="zh-CN" alt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285720" y="285728"/>
            <a:ext cx="8401080" cy="5840435"/>
          </a:xfrm>
        </p:spPr>
        <p:txBody>
          <a:bodyPr/>
          <a:lstStyle/>
          <a:p>
            <a:r>
              <a:rPr lang="en-US" sz="2400" dirty="0" smtClean="0"/>
              <a:t>15.Nothing venture, nothing have.</a:t>
            </a:r>
            <a:r>
              <a:rPr lang="zh-CN" altLang="en-US" sz="2400" dirty="0" smtClean="0"/>
              <a:t>　不入虎穴，焉得虎子。</a:t>
            </a:r>
            <a:endParaRPr lang="zh-CN" altLang="en-US" sz="2400" dirty="0" smtClean="0"/>
          </a:p>
          <a:p>
            <a:r>
              <a:rPr lang="zh-CN" altLang="en-US" sz="2400" dirty="0" smtClean="0"/>
              <a:t> </a:t>
            </a:r>
            <a:r>
              <a:rPr lang="en-US" sz="2400" dirty="0" smtClean="0"/>
              <a:t>16.Do in Rome as the Romans do.</a:t>
            </a:r>
            <a:r>
              <a:rPr lang="zh-CN" altLang="en-US" sz="2400" dirty="0" smtClean="0"/>
              <a:t>　入乡随俗。</a:t>
            </a:r>
            <a:endParaRPr lang="zh-CN" altLang="en-US" sz="2400" dirty="0" smtClean="0"/>
          </a:p>
          <a:p>
            <a:r>
              <a:rPr lang="zh-CN" altLang="en-US" sz="2400" dirty="0" smtClean="0"/>
              <a:t> </a:t>
            </a:r>
            <a:r>
              <a:rPr lang="en-US" sz="2400" dirty="0" smtClean="0"/>
              <a:t>17.Things done cannot undone.</a:t>
            </a:r>
            <a:r>
              <a:rPr lang="zh-CN" altLang="en-US" sz="2400" dirty="0" smtClean="0"/>
              <a:t>　覆水难收。</a:t>
            </a:r>
            <a:endParaRPr lang="zh-CN" altLang="en-US" sz="2400" dirty="0" smtClean="0"/>
          </a:p>
          <a:p>
            <a:r>
              <a:rPr lang="zh-CN" altLang="en-US" sz="2400" dirty="0" smtClean="0"/>
              <a:t> </a:t>
            </a:r>
            <a:r>
              <a:rPr lang="en-US" sz="2400" dirty="0" smtClean="0"/>
              <a:t>18.Misfortunes never come alone.</a:t>
            </a:r>
            <a:r>
              <a:rPr lang="zh-CN" altLang="en-US" sz="2400" dirty="0" smtClean="0"/>
              <a:t>　　祸不单行。</a:t>
            </a:r>
            <a:endParaRPr lang="zh-CN" altLang="en-US" sz="2400" dirty="0" smtClean="0"/>
          </a:p>
          <a:p>
            <a:r>
              <a:rPr lang="zh-CN" altLang="en-US" sz="2400" dirty="0" smtClean="0"/>
              <a:t> </a:t>
            </a:r>
            <a:r>
              <a:rPr lang="en-US" sz="2400" dirty="0" smtClean="0"/>
              <a:t>19.Beauty is in the eyes of the beholders.</a:t>
            </a:r>
            <a:r>
              <a:rPr lang="zh-CN" altLang="en-US" sz="2400" dirty="0" smtClean="0"/>
              <a:t>情人眼里出西施。</a:t>
            </a:r>
            <a:endParaRPr lang="zh-CN" altLang="en-US" sz="2400" dirty="0" smtClean="0"/>
          </a:p>
          <a:p>
            <a:r>
              <a:rPr lang="zh-CN" altLang="en-US" sz="2400" dirty="0" smtClean="0"/>
              <a:t> </a:t>
            </a:r>
            <a:r>
              <a:rPr lang="en-US" sz="2400" dirty="0" smtClean="0"/>
              <a:t>20.Time and tide wait for no man.</a:t>
            </a:r>
            <a:r>
              <a:rPr lang="zh-CN" altLang="en-US" sz="2400" dirty="0" smtClean="0"/>
              <a:t>　时不我待</a:t>
            </a:r>
            <a:endParaRPr lang="zh-CN" altLang="en-US" sz="2400" dirty="0" smtClean="0"/>
          </a:p>
          <a:p>
            <a:r>
              <a:rPr lang="zh-CN" altLang="en-US" sz="2400" dirty="0" smtClean="0"/>
              <a:t> </a:t>
            </a:r>
            <a:r>
              <a:rPr lang="en-US" sz="2400" dirty="0" smtClean="0"/>
              <a:t>21.Kill two birds with one stone.</a:t>
            </a:r>
            <a:r>
              <a:rPr lang="zh-CN" altLang="en-US" sz="2400" dirty="0" smtClean="0"/>
              <a:t>一石二鸟，一箭双雕。</a:t>
            </a:r>
            <a:endParaRPr lang="zh-CN" altLang="en-US" sz="2400" dirty="0" smtClean="0"/>
          </a:p>
          <a:p>
            <a:r>
              <a:rPr lang="zh-CN" altLang="en-US" sz="2400" dirty="0" smtClean="0"/>
              <a:t> </a:t>
            </a:r>
            <a:r>
              <a:rPr lang="en-US" sz="2400" dirty="0" smtClean="0"/>
              <a:t>22.Facts speak louder than words.</a:t>
            </a:r>
            <a:r>
              <a:rPr lang="zh-CN" altLang="en-US" sz="2400" dirty="0" smtClean="0"/>
              <a:t>　　事实胜于雄辩。</a:t>
            </a:r>
            <a:endParaRPr lang="zh-CN" altLang="en-US" sz="2400" dirty="0" smtClean="0"/>
          </a:p>
          <a:p>
            <a:r>
              <a:rPr lang="zh-CN" altLang="en-US" sz="2400" dirty="0" smtClean="0"/>
              <a:t> </a:t>
            </a:r>
            <a:r>
              <a:rPr lang="en-US" sz="2400" dirty="0" smtClean="0"/>
              <a:t>23.To be a parrot </a:t>
            </a:r>
            <a:r>
              <a:rPr lang="zh-CN" altLang="en-US" sz="2400" dirty="0" smtClean="0"/>
              <a:t>鹦鹉学舌</a:t>
            </a:r>
            <a:r>
              <a:rPr lang="en-US" sz="2400" dirty="0" smtClean="0"/>
              <a:t>;</a:t>
            </a:r>
            <a:r>
              <a:rPr lang="zh-CN" altLang="en-US" sz="2400" dirty="0" smtClean="0"/>
              <a:t>人云亦云</a:t>
            </a:r>
            <a:endParaRPr lang="en-US" altLang="zh-CN" sz="2400" dirty="0" smtClean="0"/>
          </a:p>
          <a:p>
            <a:r>
              <a:rPr lang="en-US" sz="2400" dirty="0" smtClean="0"/>
              <a:t>24.Fish in troubled waters </a:t>
            </a:r>
            <a:r>
              <a:rPr lang="zh-CN" altLang="en-US" sz="2400" dirty="0" smtClean="0"/>
              <a:t>浑水摸鱼</a:t>
            </a:r>
            <a:endParaRPr lang="zh-CN" altLang="en-US" sz="2400" dirty="0" smtClean="0"/>
          </a:p>
          <a:p>
            <a:r>
              <a:rPr lang="zh-CN" altLang="en-US" sz="2400" dirty="0" smtClean="0"/>
              <a:t> </a:t>
            </a:r>
            <a:r>
              <a:rPr lang="en-US" sz="2400" dirty="0" smtClean="0"/>
              <a:t>25.Turn a deaf ear to </a:t>
            </a:r>
            <a:r>
              <a:rPr lang="zh-CN" altLang="en-US" sz="2400" dirty="0" smtClean="0"/>
              <a:t>置若罔闻</a:t>
            </a:r>
            <a:endParaRPr lang="zh-CN" altLang="en-US" sz="2400" dirty="0" smtClean="0"/>
          </a:p>
          <a:p>
            <a:r>
              <a:rPr lang="zh-CN" altLang="en-US" sz="2400" dirty="0" smtClean="0"/>
              <a:t> </a:t>
            </a:r>
            <a:r>
              <a:rPr lang="en-US" sz="2400" dirty="0" smtClean="0"/>
              <a:t>26.A drop in the ocean </a:t>
            </a:r>
            <a:r>
              <a:rPr lang="zh-CN" altLang="en-US" sz="2400" dirty="0" smtClean="0"/>
              <a:t>沧海一粟</a:t>
            </a:r>
            <a:endParaRPr lang="zh-CN" altLang="en-US" sz="2400" dirty="0" smtClean="0"/>
          </a:p>
          <a:p>
            <a:r>
              <a:rPr lang="zh-CN" altLang="en-US" sz="2400" dirty="0" smtClean="0"/>
              <a:t> </a:t>
            </a:r>
            <a:r>
              <a:rPr lang="en-US" sz="2400" dirty="0" smtClean="0"/>
              <a:t>27.Like father like son </a:t>
            </a:r>
            <a:r>
              <a:rPr lang="zh-CN" altLang="en-US" sz="2400" dirty="0" smtClean="0"/>
              <a:t>有其父必有其子</a:t>
            </a:r>
            <a:endParaRPr lang="zh-CN" altLang="en-US" sz="2400" dirty="0" smtClean="0"/>
          </a:p>
          <a:p>
            <a:endParaRPr lang="zh-CN" altLang="en-US" sz="2400" dirty="0" smtClean="0"/>
          </a:p>
          <a:p>
            <a:endParaRPr lang="zh-CN" alt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285720" y="285728"/>
            <a:ext cx="8401080" cy="5840435"/>
          </a:xfrm>
        </p:spPr>
        <p:txBody>
          <a:bodyPr/>
          <a:lstStyle/>
          <a:p>
            <a:r>
              <a:rPr lang="en-US" sz="2400" dirty="0" smtClean="0"/>
              <a:t>28.Strike while the iron is hot. </a:t>
            </a:r>
            <a:r>
              <a:rPr lang="zh-CN" altLang="en-US" sz="2400" dirty="0" smtClean="0"/>
              <a:t>趁热打铁。</a:t>
            </a:r>
            <a:endParaRPr lang="zh-CN" altLang="en-US" sz="2400" dirty="0" smtClean="0"/>
          </a:p>
          <a:p>
            <a:r>
              <a:rPr lang="zh-CN" altLang="en-US" sz="2400" dirty="0" smtClean="0"/>
              <a:t> </a:t>
            </a:r>
            <a:r>
              <a:rPr lang="en-US" sz="2400" dirty="0" smtClean="0"/>
              <a:t>29.As strong as a horse </a:t>
            </a:r>
            <a:r>
              <a:rPr lang="zh-CN" altLang="en-US" sz="2400" dirty="0" smtClean="0"/>
              <a:t>强壮如牛</a:t>
            </a:r>
            <a:endParaRPr lang="zh-CN" altLang="en-US" sz="2400" dirty="0" smtClean="0"/>
          </a:p>
          <a:p>
            <a:r>
              <a:rPr lang="zh-CN" altLang="en-US" sz="2400" dirty="0" smtClean="0"/>
              <a:t> </a:t>
            </a:r>
            <a:r>
              <a:rPr lang="en-US" sz="2400" dirty="0" smtClean="0"/>
              <a:t>30.Love me, love my dog </a:t>
            </a:r>
            <a:r>
              <a:rPr lang="zh-CN" altLang="en-US" sz="2400" dirty="0" smtClean="0"/>
              <a:t>爱屋及乌</a:t>
            </a:r>
            <a:endParaRPr lang="zh-CN" altLang="en-US" sz="2400" dirty="0" smtClean="0"/>
          </a:p>
          <a:p>
            <a:r>
              <a:rPr lang="zh-CN" altLang="en-US" sz="2400" dirty="0" smtClean="0"/>
              <a:t> </a:t>
            </a:r>
            <a:r>
              <a:rPr lang="en-US" sz="2400" dirty="0" smtClean="0"/>
              <a:t>31.A dog with two tails </a:t>
            </a:r>
            <a:r>
              <a:rPr lang="zh-CN" altLang="en-US" sz="2400" dirty="0" smtClean="0"/>
              <a:t>非常高兴，兴高采烈</a:t>
            </a:r>
            <a:endParaRPr lang="zh-CN" altLang="en-US" sz="2400" dirty="0" smtClean="0"/>
          </a:p>
          <a:p>
            <a:r>
              <a:rPr lang="zh-CN" altLang="en-US" sz="2400" dirty="0" smtClean="0"/>
              <a:t> </a:t>
            </a:r>
            <a:r>
              <a:rPr lang="en-US" sz="2400" dirty="0" smtClean="0"/>
              <a:t>32.After a storm comes a calm. </a:t>
            </a:r>
            <a:r>
              <a:rPr lang="zh-CN" altLang="en-US" sz="2400" dirty="0" smtClean="0"/>
              <a:t>否极泰来。</a:t>
            </a:r>
            <a:endParaRPr lang="zh-CN" altLang="en-US" sz="2400" dirty="0" smtClean="0"/>
          </a:p>
          <a:p>
            <a:r>
              <a:rPr lang="zh-CN" altLang="en-US" sz="2400" dirty="0" smtClean="0"/>
              <a:t> </a:t>
            </a:r>
            <a:r>
              <a:rPr lang="en-US" sz="2400" dirty="0" smtClean="0"/>
              <a:t>33.Hang by a thread </a:t>
            </a:r>
            <a:r>
              <a:rPr lang="zh-CN" altLang="en-US" sz="2400" dirty="0" smtClean="0"/>
              <a:t>千钧一发</a:t>
            </a:r>
            <a:endParaRPr lang="zh-CN" altLang="en-US" sz="2400" dirty="0" smtClean="0"/>
          </a:p>
          <a:p>
            <a:r>
              <a:rPr lang="zh-CN" altLang="en-US" sz="2400" dirty="0" smtClean="0"/>
              <a:t> </a:t>
            </a:r>
            <a:r>
              <a:rPr lang="en-US" sz="2400" dirty="0" smtClean="0"/>
              <a:t>34.Break a deadlock </a:t>
            </a:r>
            <a:r>
              <a:rPr lang="zh-CN" altLang="en-US" sz="2400" dirty="0" smtClean="0"/>
              <a:t>打破僵局</a:t>
            </a:r>
            <a:endParaRPr lang="zh-CN" altLang="en-US" sz="2400" dirty="0" smtClean="0"/>
          </a:p>
          <a:p>
            <a:r>
              <a:rPr lang="zh-CN" altLang="en-US" sz="2400" dirty="0" smtClean="0"/>
              <a:t> </a:t>
            </a:r>
            <a:r>
              <a:rPr lang="en-US" sz="2400" dirty="0" smtClean="0"/>
              <a:t>35.After a storm comes calm </a:t>
            </a:r>
            <a:r>
              <a:rPr lang="zh-CN" altLang="en-US" sz="2400" dirty="0" smtClean="0"/>
              <a:t>雨过天晴</a:t>
            </a:r>
            <a:endParaRPr lang="zh-CN" altLang="en-US" sz="2400" dirty="0" smtClean="0"/>
          </a:p>
          <a:p>
            <a:r>
              <a:rPr lang="zh-CN" altLang="en-US" sz="2400" dirty="0" smtClean="0"/>
              <a:t> </a:t>
            </a:r>
            <a:r>
              <a:rPr lang="en-US" sz="2400" dirty="0" smtClean="0"/>
              <a:t>36.Cast pearls before swine </a:t>
            </a:r>
            <a:r>
              <a:rPr lang="zh-CN" altLang="en-US" sz="2400" dirty="0" smtClean="0"/>
              <a:t>对牛弹琴</a:t>
            </a:r>
            <a:endParaRPr lang="zh-CN" altLang="en-US" sz="2400" dirty="0" smtClean="0"/>
          </a:p>
          <a:p>
            <a:r>
              <a:rPr lang="zh-CN" altLang="en-US" sz="2400" dirty="0" smtClean="0"/>
              <a:t> </a:t>
            </a:r>
            <a:r>
              <a:rPr lang="en-US" sz="2400" dirty="0" smtClean="0"/>
              <a:t>37.Hit the right nail on the head </a:t>
            </a:r>
            <a:r>
              <a:rPr lang="zh-CN" altLang="en-US" sz="2400" dirty="0" smtClean="0"/>
              <a:t>击中要害</a:t>
            </a:r>
            <a:endParaRPr lang="zh-CN" altLang="en-US" sz="2400" dirty="0" smtClean="0"/>
          </a:p>
          <a:p>
            <a:r>
              <a:rPr lang="zh-CN" altLang="en-US" sz="2400" dirty="0" smtClean="0"/>
              <a:t> </a:t>
            </a:r>
            <a:r>
              <a:rPr lang="en-US" sz="2400" dirty="0" smtClean="0"/>
              <a:t>38.Rack one</a:t>
            </a:r>
            <a:r>
              <a:rPr lang="zh-CN" altLang="en-US" sz="2400" dirty="0" smtClean="0"/>
              <a:t>’</a:t>
            </a:r>
            <a:r>
              <a:rPr lang="en-US" sz="2400" dirty="0" smtClean="0"/>
              <a:t>s brains </a:t>
            </a:r>
            <a:r>
              <a:rPr lang="zh-CN" altLang="en-US" sz="2400" dirty="0" smtClean="0"/>
              <a:t>绞尽脑汁</a:t>
            </a:r>
            <a:endParaRPr lang="zh-CN" altLang="en-US" sz="2400" dirty="0" smtClean="0"/>
          </a:p>
          <a:p>
            <a:r>
              <a:rPr lang="zh-CN" altLang="en-US" sz="2400" dirty="0" smtClean="0"/>
              <a:t> </a:t>
            </a:r>
            <a:r>
              <a:rPr lang="en-US" sz="2400" dirty="0" smtClean="0"/>
              <a:t>39.Leave no stone unturned </a:t>
            </a:r>
            <a:r>
              <a:rPr lang="zh-CN" altLang="en-US" sz="2400" dirty="0" smtClean="0"/>
              <a:t>千方百计</a:t>
            </a:r>
            <a:endParaRPr lang="zh-CN" altLang="en-US" sz="2400" dirty="0" smtClean="0"/>
          </a:p>
          <a:p>
            <a:endParaRPr lang="zh-CN" alt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539750" y="0"/>
            <a:ext cx="8229600" cy="1111250"/>
          </a:xfrm>
        </p:spPr>
        <p:txBody>
          <a:bodyPr/>
          <a:lstStyle/>
          <a:p>
            <a:pPr eaLnBrk="1" hangingPunct="1"/>
            <a:r>
              <a:rPr lang="zh-CN" altLang="en-US" sz="3200" b="1" smtClean="0">
                <a:ea typeface="华文隶书" panose="02010800040101010101" pitchFamily="2" charset="-122"/>
              </a:rPr>
              <a:t>三、询问信</a:t>
            </a:r>
            <a:r>
              <a:rPr lang="zh-CN" altLang="en-US" sz="2800" b="1" smtClean="0"/>
              <a:t> </a:t>
            </a:r>
            <a:r>
              <a:rPr lang="en-US" altLang="zh-CN" sz="2800" b="1" smtClean="0"/>
              <a:t>(A Letter of Inquiry)</a:t>
            </a:r>
            <a:r>
              <a:rPr lang="en-US" altLang="zh-CN" smtClean="0"/>
              <a:t> </a:t>
            </a:r>
            <a:endParaRPr lang="en-US" altLang="zh-CN" smtClean="0"/>
          </a:p>
        </p:txBody>
      </p:sp>
      <p:sp>
        <p:nvSpPr>
          <p:cNvPr id="62466" name="Rectangle 3"/>
          <p:cNvSpPr>
            <a:spLocks noGrp="1" noChangeArrowheads="1"/>
          </p:cNvSpPr>
          <p:nvPr>
            <p:ph type="body" idx="1"/>
          </p:nvPr>
        </p:nvSpPr>
        <p:spPr>
          <a:xfrm>
            <a:off x="457200" y="1557338"/>
            <a:ext cx="7931150" cy="4967287"/>
          </a:xfrm>
        </p:spPr>
        <p:txBody>
          <a:bodyPr/>
          <a:lstStyle/>
          <a:p>
            <a:pPr eaLnBrk="1" hangingPunct="1">
              <a:lnSpc>
                <a:spcPct val="80000"/>
              </a:lnSpc>
              <a:buFont typeface="Wingdings" panose="05000000000000000000" pitchFamily="2" charset="2"/>
              <a:buNone/>
            </a:pPr>
            <a:r>
              <a:rPr lang="en-US" altLang="zh-CN" sz="1400" smtClean="0"/>
              <a:t>   </a:t>
            </a:r>
            <a:endParaRPr lang="en-US" altLang="zh-CN" sz="1400" smtClean="0"/>
          </a:p>
          <a:p>
            <a:pPr eaLnBrk="1" hangingPunct="1">
              <a:lnSpc>
                <a:spcPct val="80000"/>
              </a:lnSpc>
              <a:buFont typeface="Wingdings" panose="05000000000000000000" pitchFamily="2" charset="2"/>
              <a:buNone/>
            </a:pPr>
            <a:r>
              <a:rPr lang="en-US" altLang="zh-CN" sz="1400" smtClean="0"/>
              <a:t>       </a:t>
            </a:r>
            <a:r>
              <a:rPr lang="zh-CN" altLang="en-US" sz="2400" smtClean="0">
                <a:latin typeface="楷体_GB2312" pitchFamily="49" charset="-122"/>
                <a:ea typeface="楷体_GB2312" pitchFamily="49" charset="-122"/>
              </a:rPr>
              <a:t>询问信的主要目的是寻求所需信息，通常包括以下几个</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方面的内容：首先表明写作意图，说明写这封信的目的是</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要寻求什么样的信息；然后就某一具体问题进行询问；最</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后表明获取信息的急切心情，可以提供联系方式以便收信</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人与你联系，并表达你的感谢之情。</a:t>
            </a:r>
            <a:br>
              <a:rPr lang="zh-CN" altLang="en-US" sz="2400" smtClean="0">
                <a:latin typeface="楷体_GB2312" pitchFamily="49" charset="-122"/>
                <a:ea typeface="楷体_GB2312" pitchFamily="49" charset="-122"/>
              </a:rPr>
            </a:b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solidFill>
                  <a:srgbClr val="993300"/>
                </a:solidFill>
                <a:latin typeface="楷体_GB2312" pitchFamily="49" charset="-122"/>
                <a:ea typeface="楷体_GB2312" pitchFamily="49" charset="-122"/>
              </a:rPr>
              <a:t>提示</a:t>
            </a:r>
            <a:r>
              <a:rPr lang="zh-CN" altLang="en-US" sz="2400" smtClean="0">
                <a:latin typeface="楷体_GB2312" pitchFamily="49" charset="-122"/>
                <a:ea typeface="楷体_GB2312" pitchFamily="49" charset="-122"/>
              </a:rPr>
              <a:t>：询问信的语气通常比较正式、和缓，要充分表达</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感激之情。同时，相比较语气直接的疑问句，用一些能够</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起到提问作用的陈述句更佳。</a:t>
            </a:r>
            <a:br>
              <a:rPr lang="zh-CN" altLang="en-US" sz="2400" smtClean="0">
                <a:latin typeface="楷体_GB2312" pitchFamily="49" charset="-122"/>
                <a:ea typeface="楷体_GB2312" pitchFamily="49" charset="-122"/>
              </a:rPr>
            </a:br>
            <a:endParaRPr lang="zh-CN" altLang="en-US" sz="2400" smtClean="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3"/>
          <p:cNvSpPr>
            <a:spLocks noGrp="1" noChangeArrowheads="1"/>
          </p:cNvSpPr>
          <p:nvPr>
            <p:ph type="body" idx="1"/>
          </p:nvPr>
        </p:nvSpPr>
        <p:spPr>
          <a:xfrm>
            <a:off x="684213" y="549275"/>
            <a:ext cx="7704137" cy="5832475"/>
          </a:xfrm>
        </p:spPr>
        <p:txBody>
          <a:bodyPr/>
          <a:lstStyle/>
          <a:p>
            <a:pPr eaLnBrk="1" hangingPunct="1">
              <a:lnSpc>
                <a:spcPct val="90000"/>
              </a:lnSpc>
              <a:buFont typeface="Wingdings" panose="05000000000000000000" pitchFamily="2" charset="2"/>
              <a:buNone/>
            </a:pPr>
            <a:r>
              <a:rPr lang="zh-CN" altLang="en-US" sz="2800" smtClean="0">
                <a:ea typeface="华文隶书" panose="02010800040101010101" pitchFamily="2" charset="-122"/>
              </a:rPr>
              <a:t>具体写作步骤：</a:t>
            </a:r>
            <a:endParaRPr lang="zh-CN" altLang="en-US" sz="2800" smtClean="0">
              <a:ea typeface="华文隶书" panose="02010800040101010101" pitchFamily="2" charset="-122"/>
            </a:endParaRPr>
          </a:p>
          <a:p>
            <a:pPr eaLnBrk="1" hangingPunct="1">
              <a:lnSpc>
                <a:spcPct val="90000"/>
              </a:lnSpc>
              <a:buFont typeface="Wingdings" panose="05000000000000000000" pitchFamily="2" charset="2"/>
              <a:buNone/>
            </a:pPr>
            <a:r>
              <a:rPr lang="zh-CN" altLang="en-US" sz="2400" smtClean="0"/>
              <a:t>　首段：简单叙述题目场景，说明写作意图，清楚表明</a:t>
            </a:r>
            <a:endParaRPr lang="zh-CN" altLang="en-US" sz="2400" smtClean="0"/>
          </a:p>
          <a:p>
            <a:pPr eaLnBrk="1" hangingPunct="1">
              <a:lnSpc>
                <a:spcPct val="90000"/>
              </a:lnSpc>
              <a:buFont typeface="Wingdings" panose="05000000000000000000" pitchFamily="2" charset="2"/>
              <a:buNone/>
            </a:pPr>
            <a:r>
              <a:rPr lang="zh-CN" altLang="en-US" sz="2400" smtClean="0"/>
              <a:t>写这封信的目的是要寻求什么样的信息。</a:t>
            </a:r>
            <a:endParaRPr lang="zh-CN" altLang="en-US" sz="2400" smtClean="0"/>
          </a:p>
          <a:p>
            <a:pPr eaLnBrk="1" hangingPunct="1">
              <a:lnSpc>
                <a:spcPct val="90000"/>
              </a:lnSpc>
              <a:buFont typeface="Wingdings" panose="05000000000000000000" pitchFamily="2" charset="2"/>
              <a:buNone/>
            </a:pPr>
            <a:r>
              <a:rPr lang="zh-CN" altLang="en-US" sz="2400" smtClean="0"/>
              <a:t>　主体段落：询问具体问题。可以问一些与命题所设置</a:t>
            </a:r>
            <a:endParaRPr lang="zh-CN" altLang="en-US" sz="2400" smtClean="0"/>
          </a:p>
          <a:p>
            <a:pPr eaLnBrk="1" hangingPunct="1">
              <a:lnSpc>
                <a:spcPct val="90000"/>
              </a:lnSpc>
              <a:buFont typeface="Wingdings" panose="05000000000000000000" pitchFamily="2" charset="2"/>
              <a:buNone/>
            </a:pPr>
            <a:r>
              <a:rPr lang="zh-CN" altLang="en-US" sz="2400" smtClean="0"/>
              <a:t>的问题相关的内容，但这些问题必须是与题目本身要求</a:t>
            </a:r>
            <a:endParaRPr lang="zh-CN" altLang="en-US" sz="2400" smtClean="0"/>
          </a:p>
          <a:p>
            <a:pPr eaLnBrk="1" hangingPunct="1">
              <a:lnSpc>
                <a:spcPct val="90000"/>
              </a:lnSpc>
              <a:buFont typeface="Wingdings" panose="05000000000000000000" pitchFamily="2" charset="2"/>
              <a:buNone/>
            </a:pPr>
            <a:r>
              <a:rPr lang="zh-CN" altLang="en-US" sz="2400" smtClean="0"/>
              <a:t>获取的信息是有相关性的。考生也可以自己认为比较重</a:t>
            </a:r>
            <a:endParaRPr lang="zh-CN" altLang="en-US" sz="2400" smtClean="0"/>
          </a:p>
          <a:p>
            <a:pPr eaLnBrk="1" hangingPunct="1">
              <a:lnSpc>
                <a:spcPct val="90000"/>
              </a:lnSpc>
              <a:buFont typeface="Wingdings" panose="05000000000000000000" pitchFamily="2" charset="2"/>
              <a:buNone/>
            </a:pPr>
            <a:r>
              <a:rPr lang="zh-CN" altLang="en-US" sz="2400" smtClean="0"/>
              <a:t>要的问题单独列一个段落，将其内容细化。考生可以根</a:t>
            </a:r>
            <a:endParaRPr lang="zh-CN" altLang="en-US" sz="2400" smtClean="0"/>
          </a:p>
          <a:p>
            <a:pPr eaLnBrk="1" hangingPunct="1">
              <a:lnSpc>
                <a:spcPct val="90000"/>
              </a:lnSpc>
              <a:buFont typeface="Wingdings" panose="05000000000000000000" pitchFamily="2" charset="2"/>
              <a:buNone/>
            </a:pPr>
            <a:r>
              <a:rPr lang="zh-CN" altLang="en-US" sz="2400" smtClean="0"/>
              <a:t>据虚拟的自身情况提出相关的问题。</a:t>
            </a:r>
            <a:endParaRPr lang="zh-CN" altLang="en-US" sz="2400" smtClean="0"/>
          </a:p>
          <a:p>
            <a:pPr eaLnBrk="1" hangingPunct="1">
              <a:lnSpc>
                <a:spcPct val="90000"/>
              </a:lnSpc>
              <a:buFont typeface="Wingdings" panose="05000000000000000000" pitchFamily="2" charset="2"/>
              <a:buNone/>
            </a:pPr>
            <a:r>
              <a:rPr lang="zh-CN" altLang="en-US" sz="2400" smtClean="0"/>
              <a:t>　结尾段：表明急切获取信息的心情，提供联系方式以</a:t>
            </a:r>
            <a:endParaRPr lang="zh-CN" altLang="en-US" sz="2400" smtClean="0"/>
          </a:p>
          <a:p>
            <a:pPr eaLnBrk="1" hangingPunct="1">
              <a:lnSpc>
                <a:spcPct val="90000"/>
              </a:lnSpc>
              <a:buFont typeface="Wingdings" panose="05000000000000000000" pitchFamily="2" charset="2"/>
              <a:buNone/>
            </a:pPr>
            <a:r>
              <a:rPr lang="zh-CN" altLang="en-US" sz="2400" smtClean="0"/>
              <a:t>便收信人与你联络，对收信人所能给予的任何帮助都要</a:t>
            </a:r>
            <a:endParaRPr lang="zh-CN" altLang="en-US" sz="2400" smtClean="0"/>
          </a:p>
          <a:p>
            <a:pPr eaLnBrk="1" hangingPunct="1">
              <a:lnSpc>
                <a:spcPct val="90000"/>
              </a:lnSpc>
              <a:buFont typeface="Wingdings" panose="05000000000000000000" pitchFamily="2" charset="2"/>
              <a:buNone/>
            </a:pPr>
            <a:r>
              <a:rPr lang="zh-CN" altLang="en-US" sz="2400" smtClean="0"/>
              <a:t>表示感谢，即使你知道这些帮助是收信人应该做的。</a:t>
            </a:r>
            <a:endParaRPr lang="zh-CN" altLang="en-US" sz="2400" smtClean="0"/>
          </a:p>
          <a:p>
            <a:pPr eaLnBrk="1" hangingPunct="1">
              <a:lnSpc>
                <a:spcPct val="90000"/>
              </a:lnSpc>
              <a:buFont typeface="Wingdings" panose="05000000000000000000" pitchFamily="2" charset="2"/>
              <a:buNone/>
            </a:pPr>
            <a:r>
              <a:rPr lang="zh-CN" altLang="en-US" sz="2400" smtClean="0"/>
              <a:t>　在写咨询信时特别要注意使用句式的选择，在询问问</a:t>
            </a:r>
            <a:endParaRPr lang="zh-CN" altLang="en-US" sz="2400" smtClean="0"/>
          </a:p>
          <a:p>
            <a:pPr eaLnBrk="1" hangingPunct="1">
              <a:lnSpc>
                <a:spcPct val="90000"/>
              </a:lnSpc>
              <a:buFont typeface="Wingdings" panose="05000000000000000000" pitchFamily="2" charset="2"/>
              <a:buNone/>
            </a:pPr>
            <a:r>
              <a:rPr lang="zh-CN" altLang="en-US" sz="2400" smtClean="0"/>
              <a:t>题时要使用“</a:t>
            </a:r>
            <a:r>
              <a:rPr lang="en-US" altLang="zh-CN" sz="2400" smtClean="0"/>
              <a:t>Would you please tell me……”</a:t>
            </a:r>
            <a:r>
              <a:rPr lang="zh-CN" altLang="en-US" sz="2400" smtClean="0"/>
              <a:t>之类的正式</a:t>
            </a:r>
            <a:endParaRPr lang="zh-CN" altLang="en-US" sz="2400" smtClean="0"/>
          </a:p>
          <a:p>
            <a:pPr eaLnBrk="1" hangingPunct="1">
              <a:lnSpc>
                <a:spcPct val="90000"/>
              </a:lnSpc>
              <a:buFont typeface="Wingdings" panose="05000000000000000000" pitchFamily="2" charset="2"/>
              <a:buNone/>
            </a:pPr>
            <a:r>
              <a:rPr lang="zh-CN" altLang="en-US" sz="2400" smtClean="0"/>
              <a:t>疑问句式。 </a:t>
            </a:r>
            <a:endParaRPr lang="zh-CN" altLang="en-US" sz="2400" smtClean="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body" idx="1"/>
          </p:nvPr>
        </p:nvSpPr>
        <p:spPr>
          <a:xfrm>
            <a:off x="395288" y="404813"/>
            <a:ext cx="8229600" cy="6121400"/>
          </a:xfrm>
        </p:spPr>
        <p:txBody>
          <a:bodyPr rtlCol="0">
            <a:normAutofit fontScale="92500" lnSpcReduction="10000"/>
          </a:bodyPr>
          <a:lstStyle/>
          <a:p>
            <a:pPr eaLnBrk="1" fontAlgn="auto" hangingPunct="1">
              <a:lnSpc>
                <a:spcPct val="80000"/>
              </a:lnSpc>
              <a:spcAft>
                <a:spcPts val="0"/>
              </a:spcAft>
              <a:buFont typeface="Wingdings" panose="05000000000000000000" pitchFamily="2" charset="2"/>
              <a:buNone/>
              <a:defRPr/>
            </a:pPr>
            <a:r>
              <a:rPr lang="zh-CN" altLang="en-US" sz="2400" b="1">
                <a:latin typeface="华文隶书" panose="02010800040101010101" pitchFamily="2" charset="-122"/>
                <a:ea typeface="华文隶书" panose="02010800040101010101" pitchFamily="2" charset="-122"/>
              </a:rPr>
              <a:t>必背模版句型</a:t>
            </a:r>
            <a:endParaRPr lang="zh-CN" altLang="en-US" sz="2400">
              <a:latin typeface="华文隶书" panose="02010800040101010101" pitchFamily="2" charset="-122"/>
              <a:ea typeface="华文隶书" panose="02010800040101010101" pitchFamily="2" charset="-122"/>
            </a:endParaRPr>
          </a:p>
          <a:p>
            <a:pPr eaLnBrk="1" fontAlgn="auto" hangingPunct="1">
              <a:lnSpc>
                <a:spcPct val="80000"/>
              </a:lnSpc>
              <a:spcAft>
                <a:spcPts val="0"/>
              </a:spcAft>
              <a:buFont typeface="Wingdings" panose="05000000000000000000" pitchFamily="2" charset="2"/>
              <a:buNone/>
              <a:defRPr/>
            </a:pPr>
            <a:r>
              <a:rPr lang="en-US" altLang="zh-CN" sz="2400"/>
              <a:t>I wonder if you could tell me the information about……</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I am writing for the information about……</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I would be forever grateful if you could send me information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concerning……</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I would like to know whether you can provide me with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information regarding……</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I wish to request materials for……</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I’d very much appreciate your advice on such matters as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how to contact the officers who would be willing to</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assist……</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Would you be so kind to tell me……</a:t>
            </a:r>
            <a:r>
              <a:rPr lang="zh-CN" altLang="en-US" sz="2400"/>
              <a:t>？</a:t>
            </a:r>
            <a:endParaRPr lang="zh-CN" altLang="en-US" sz="2400"/>
          </a:p>
          <a:p>
            <a:pPr eaLnBrk="1" fontAlgn="auto" hangingPunct="1">
              <a:lnSpc>
                <a:spcPct val="80000"/>
              </a:lnSpc>
              <a:spcAft>
                <a:spcPts val="0"/>
              </a:spcAft>
              <a:buFont typeface="Wingdings" panose="05000000000000000000" pitchFamily="2" charset="2"/>
              <a:buNone/>
              <a:defRPr/>
            </a:pPr>
            <a:r>
              <a:rPr lang="en-US" altLang="zh-CN" sz="2400"/>
              <a:t>I look forward to your immediate response.</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Your attention to this letter would be highly appreciated.</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I am waiting for your quick reply.</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Thank you in advance for your cooperation/assistance.</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 I am writing to ask for information about.</a:t>
            </a:r>
            <a:br>
              <a:rPr lang="en-US" altLang="zh-CN" sz="2400"/>
            </a:br>
            <a:br>
              <a:rPr lang="en-US" altLang="zh-CN" sz="2400"/>
            </a:br>
            <a:endParaRPr lang="en-US" altLang="zh-CN" sz="2400"/>
          </a:p>
          <a:p>
            <a:pPr eaLnBrk="1" fontAlgn="auto" hangingPunct="1">
              <a:lnSpc>
                <a:spcPct val="80000"/>
              </a:lnSpc>
              <a:spcAft>
                <a:spcPts val="0"/>
              </a:spcAft>
              <a:buFont typeface="Wingdings" panose="05000000000000000000" pitchFamily="2" charset="2"/>
              <a:buNone/>
              <a:defRPr/>
            </a:pPr>
            <a:r>
              <a:rPr lang="zh-CN" altLang="en-US" sz="1400"/>
              <a:t>　　</a:t>
            </a:r>
            <a:endParaRPr lang="zh-CN" altLang="en-US" sz="140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79880" y="1740240"/>
              <a:ext cx="1149120" cy="86040"/>
            </p14:xfrm>
          </p:contentPart>
        </mc:Choice>
        <mc:Fallback xmlns="">
          <p:pic>
            <p:nvPicPr>
              <p:cNvPr id="2" name="墨迹 1"/>
            </p:nvPicPr>
            <p:blipFill>
              <a:blip r:embed="rId2"/>
            </p:blipFill>
            <p:spPr>
              <a:xfrm>
                <a:off x="479880" y="1740240"/>
                <a:ext cx="1149120" cy="860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980000" y="2314440"/>
              <a:ext cx="943560" cy="43200"/>
            </p14:xfrm>
          </p:contentPart>
        </mc:Choice>
        <mc:Fallback xmlns="">
          <p:pic>
            <p:nvPicPr>
              <p:cNvPr id="3" name="墨迹 2"/>
            </p:nvPicPr>
            <p:blipFill>
              <a:blip r:embed="rId4"/>
            </p:blipFill>
            <p:spPr>
              <a:xfrm>
                <a:off x="1980000" y="2314440"/>
                <a:ext cx="943560" cy="432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5349240" y="2914560"/>
              <a:ext cx="1851840" cy="51840"/>
            </p14:xfrm>
          </p:contentPart>
        </mc:Choice>
        <mc:Fallback xmlns="">
          <p:pic>
            <p:nvPicPr>
              <p:cNvPr id="4" name="墨迹 3"/>
            </p:nvPicPr>
            <p:blipFill>
              <a:blip r:embed="rId6"/>
            </p:blipFill>
            <p:spPr>
              <a:xfrm>
                <a:off x="5349240" y="2914560"/>
                <a:ext cx="1851840" cy="518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397400" y="1148760"/>
              <a:ext cx="635040" cy="34560"/>
            </p14:xfrm>
          </p:contentPart>
        </mc:Choice>
        <mc:Fallback xmlns="">
          <p:pic>
            <p:nvPicPr>
              <p:cNvPr id="5" name="墨迹 4"/>
            </p:nvPicPr>
            <p:blipFill>
              <a:blip r:embed="rId8"/>
            </p:blipFill>
            <p:spPr>
              <a:xfrm>
                <a:off x="4397400" y="1148760"/>
                <a:ext cx="635040" cy="34560"/>
              </a:xfrm>
              <a:prstGeom prst="rect"/>
            </p:spPr>
          </p:pic>
        </mc:Fallback>
      </mc:AlternateContent>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1" name="Rectangle 3"/>
          <p:cNvSpPr>
            <a:spLocks noGrp="1" noChangeArrowheads="1"/>
          </p:cNvSpPr>
          <p:nvPr>
            <p:ph type="body" idx="1"/>
          </p:nvPr>
        </p:nvSpPr>
        <p:spPr>
          <a:xfrm>
            <a:off x="539750" y="476250"/>
            <a:ext cx="8229600" cy="5616575"/>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en-US" altLang="zh-CN" sz="2400"/>
              <a:t>Dear Sir or Madam</a:t>
            </a:r>
            <a:r>
              <a:rPr lang="zh-CN" altLang="en-US" sz="2400"/>
              <a:t>，</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t>I have talked to the Sunshine Travel Agency about their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vacation package</a:t>
            </a:r>
            <a:r>
              <a:rPr lang="zh-CN" altLang="en-US" sz="2400"/>
              <a:t>，</a:t>
            </a:r>
            <a:r>
              <a:rPr lang="en-US" altLang="zh-CN" sz="2400"/>
              <a:t>which includes for $158.00 round trip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air fare to San Diego</a:t>
            </a:r>
            <a:r>
              <a:rPr lang="zh-CN" altLang="en-US" sz="2400"/>
              <a:t>，</a:t>
            </a:r>
            <a:r>
              <a:rPr lang="en-US" altLang="zh-CN" sz="2400"/>
              <a:t>plus accommodations for four days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and three nights at the Glorious Hotel</a:t>
            </a:r>
            <a:r>
              <a:rPr lang="zh-CN" altLang="en-US" sz="2400"/>
              <a:t>，</a:t>
            </a:r>
            <a:r>
              <a:rPr lang="en-US" altLang="zh-CN" sz="2400"/>
              <a:t>and one day’s use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of a rental car with unlimited mileage. </a:t>
            </a:r>
            <a:r>
              <a:rPr lang="en-US" altLang="zh-CN" sz="2400">
                <a:solidFill>
                  <a:srgbClr val="FF0000"/>
                </a:solidFill>
              </a:rPr>
              <a:t>Therefore</a:t>
            </a:r>
            <a:r>
              <a:rPr lang="zh-CN" altLang="en-US" sz="2400">
                <a:solidFill>
                  <a:srgbClr val="FF0000"/>
                </a:solidFill>
              </a:rPr>
              <a:t>，</a:t>
            </a:r>
            <a:r>
              <a:rPr lang="en-US" altLang="zh-CN" sz="2400">
                <a:solidFill>
                  <a:srgbClr val="FF0000"/>
                </a:solidFill>
              </a:rPr>
              <a:t>I would </a:t>
            </a:r>
            <a:endParaRPr lang="en-US" altLang="zh-CN" sz="2400">
              <a:solidFill>
                <a:srgbClr val="FF0000"/>
              </a:solidFill>
            </a:endParaRPr>
          </a:p>
          <a:p>
            <a:pPr eaLnBrk="1" fontAlgn="auto" hangingPunct="1">
              <a:lnSpc>
                <a:spcPct val="80000"/>
              </a:lnSpc>
              <a:spcAft>
                <a:spcPts val="0"/>
              </a:spcAft>
              <a:buFont typeface="Wingdings" panose="05000000000000000000" pitchFamily="2" charset="2"/>
              <a:buNone/>
              <a:defRPr/>
            </a:pPr>
            <a:r>
              <a:rPr lang="en-US" altLang="zh-CN" sz="2400">
                <a:solidFill>
                  <a:srgbClr val="FF0000"/>
                </a:solidFill>
              </a:rPr>
              <a:t>be grateful if you could supply me with the following </a:t>
            </a:r>
            <a:endParaRPr lang="en-US" altLang="zh-CN" sz="2400">
              <a:solidFill>
                <a:srgbClr val="FF0000"/>
              </a:solidFill>
            </a:endParaRPr>
          </a:p>
          <a:p>
            <a:pPr eaLnBrk="1" fontAlgn="auto" hangingPunct="1">
              <a:lnSpc>
                <a:spcPct val="80000"/>
              </a:lnSpc>
              <a:spcAft>
                <a:spcPts val="0"/>
              </a:spcAft>
              <a:buFont typeface="Wingdings" panose="05000000000000000000" pitchFamily="2" charset="2"/>
              <a:buNone/>
              <a:defRPr/>
            </a:pPr>
            <a:r>
              <a:rPr lang="en-US" altLang="zh-CN" sz="2400">
                <a:solidFill>
                  <a:srgbClr val="FF0000"/>
                </a:solidFill>
              </a:rPr>
              <a:t>information.</a:t>
            </a:r>
            <a:endParaRPr lang="en-US" altLang="zh-CN" sz="2400">
              <a:solidFill>
                <a:srgbClr val="FF0000"/>
              </a:solidFill>
            </a:endParaRPr>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solidFill>
                  <a:srgbClr val="FF0000"/>
                </a:solidFill>
              </a:rPr>
              <a:t>Please let me know</a:t>
            </a:r>
            <a:r>
              <a:rPr lang="en-US" altLang="zh-CN" sz="2400"/>
              <a:t> whether you do indeed have such an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arrangement with budget traveling of San Diego</a:t>
            </a:r>
            <a:r>
              <a:rPr lang="zh-CN" altLang="en-US" sz="2400"/>
              <a:t>，</a:t>
            </a:r>
            <a:r>
              <a:rPr lang="en-US" altLang="zh-CN" sz="2400"/>
              <a:t>the tour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promoter. Are there any surcharges or time restrictions</a:t>
            </a:r>
            <a:r>
              <a:rPr lang="zh-CN" altLang="en-US" sz="2400"/>
              <a:t>？</a:t>
            </a:r>
            <a:endParaRPr lang="zh-CN" altLang="en-US" sz="2400"/>
          </a:p>
          <a:p>
            <a:pPr eaLnBrk="1" fontAlgn="auto" hangingPunct="1">
              <a:lnSpc>
                <a:spcPct val="80000"/>
              </a:lnSpc>
              <a:spcAft>
                <a:spcPts val="0"/>
              </a:spcAft>
              <a:buFont typeface="Wingdings" panose="05000000000000000000" pitchFamily="2" charset="2"/>
              <a:buNone/>
              <a:defRPr/>
            </a:pPr>
            <a:r>
              <a:rPr lang="en-US" altLang="zh-CN" sz="2400"/>
              <a:t>We are tentatively planning to take our vacation in early </a:t>
            </a:r>
            <a:endParaRPr lang="en-US" altLang="zh-CN" sz="2400"/>
          </a:p>
          <a:p>
            <a:pPr eaLnBrk="1" fontAlgn="auto" hangingPunct="1">
              <a:lnSpc>
                <a:spcPct val="80000"/>
              </a:lnSpc>
              <a:spcAft>
                <a:spcPts val="0"/>
              </a:spcAft>
              <a:buFont typeface="Wingdings" panose="05000000000000000000" pitchFamily="2" charset="2"/>
              <a:buNone/>
              <a:defRPr/>
            </a:pPr>
            <a:r>
              <a:rPr lang="en-US" altLang="zh-CN" sz="2400"/>
              <a:t>June.</a:t>
            </a:r>
            <a:endParaRPr lang="en-US" altLang="zh-CN" sz="2400"/>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solidFill>
                  <a:srgbClr val="FF0000"/>
                </a:solidFill>
              </a:rPr>
              <a:t>Thank you in advance for your assistance and hope to </a:t>
            </a:r>
            <a:endParaRPr lang="en-US" altLang="zh-CN" sz="2400">
              <a:solidFill>
                <a:srgbClr val="FF0000"/>
              </a:solidFill>
            </a:endParaRPr>
          </a:p>
          <a:p>
            <a:pPr eaLnBrk="1" fontAlgn="auto" hangingPunct="1">
              <a:lnSpc>
                <a:spcPct val="80000"/>
              </a:lnSpc>
              <a:spcAft>
                <a:spcPts val="0"/>
              </a:spcAft>
              <a:buFont typeface="Wingdings" panose="05000000000000000000" pitchFamily="2" charset="2"/>
              <a:buNone/>
              <a:defRPr/>
            </a:pPr>
            <a:r>
              <a:rPr lang="en-US" altLang="zh-CN" sz="2400">
                <a:solidFill>
                  <a:srgbClr val="FF0000"/>
                </a:solidFill>
              </a:rPr>
              <a:t>hear from you soon.</a:t>
            </a:r>
            <a:endParaRPr lang="en-US" altLang="zh-CN" sz="2400">
              <a:solidFill>
                <a:srgbClr val="FF0000"/>
              </a:solidFill>
            </a:endParaRPr>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t>Yours truly</a:t>
            </a:r>
            <a:r>
              <a:rPr lang="zh-CN" altLang="en-US" sz="2400"/>
              <a:t>，</a:t>
            </a:r>
            <a:endParaRPr lang="zh-CN" altLang="en-US" sz="2400"/>
          </a:p>
          <a:p>
            <a:pPr eaLnBrk="1" fontAlgn="auto" hangingPunct="1">
              <a:lnSpc>
                <a:spcPct val="80000"/>
              </a:lnSpc>
              <a:spcAft>
                <a:spcPts val="0"/>
              </a:spcAft>
              <a:buFont typeface="Wingdings" panose="05000000000000000000" pitchFamily="2" charset="2"/>
              <a:buNone/>
              <a:defRPr/>
            </a:pPr>
            <a:r>
              <a:rPr lang="zh-CN" altLang="en-US" sz="2400"/>
              <a:t>　                                                                  　</a:t>
            </a:r>
            <a:r>
              <a:rPr lang="en-US" altLang="zh-CN" sz="2400"/>
              <a:t>Diana Moore</a:t>
            </a:r>
            <a:r>
              <a:rPr lang="zh-CN" altLang="en-US" sz="2400"/>
              <a:t>　</a:t>
            </a:r>
            <a:endParaRPr lang="zh-CN" altLang="en-US" sz="240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48640" y="1251720"/>
              <a:ext cx="2246040" cy="205920"/>
            </p14:xfrm>
          </p:contentPart>
        </mc:Choice>
        <mc:Fallback xmlns="">
          <p:pic>
            <p:nvPicPr>
              <p:cNvPr id="2" name="墨迹 1"/>
            </p:nvPicPr>
            <p:blipFill>
              <a:blip r:embed="rId2"/>
            </p:blipFill>
            <p:spPr>
              <a:xfrm>
                <a:off x="548640" y="1251720"/>
                <a:ext cx="2246040" cy="2059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797880" y="1311480"/>
              <a:ext cx="1294920" cy="43200"/>
            </p14:xfrm>
          </p:contentPart>
        </mc:Choice>
        <mc:Fallback xmlns="">
          <p:pic>
            <p:nvPicPr>
              <p:cNvPr id="3" name="墨迹 2"/>
            </p:nvPicPr>
            <p:blipFill>
              <a:blip r:embed="rId4"/>
            </p:blipFill>
            <p:spPr>
              <a:xfrm>
                <a:off x="6797880" y="1311480"/>
                <a:ext cx="1294920" cy="432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565560" y="1645920"/>
              <a:ext cx="892080" cy="25920"/>
            </p14:xfrm>
          </p:contentPart>
        </mc:Choice>
        <mc:Fallback xmlns="">
          <p:pic>
            <p:nvPicPr>
              <p:cNvPr id="4" name="墨迹 3"/>
            </p:nvPicPr>
            <p:blipFill>
              <a:blip r:embed="rId6"/>
            </p:blipFill>
            <p:spPr>
              <a:xfrm>
                <a:off x="565560" y="1645920"/>
                <a:ext cx="892080" cy="259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209120" y="1611720"/>
              <a:ext cx="2186280" cy="51840"/>
            </p14:xfrm>
          </p:contentPart>
        </mc:Choice>
        <mc:Fallback xmlns="">
          <p:pic>
            <p:nvPicPr>
              <p:cNvPr id="5" name="墨迹 4"/>
            </p:nvPicPr>
            <p:blipFill>
              <a:blip r:embed="rId8"/>
            </p:blipFill>
            <p:spPr>
              <a:xfrm>
                <a:off x="4209120" y="1611720"/>
                <a:ext cx="2186280" cy="5184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105560" y="2262960"/>
              <a:ext cx="926280" cy="51840"/>
            </p14:xfrm>
          </p:contentPart>
        </mc:Choice>
        <mc:Fallback xmlns="">
          <p:pic>
            <p:nvPicPr>
              <p:cNvPr id="6" name="墨迹 5"/>
            </p:nvPicPr>
            <p:blipFill>
              <a:blip r:embed="rId10"/>
            </p:blipFill>
            <p:spPr>
              <a:xfrm>
                <a:off x="1105560" y="2262960"/>
                <a:ext cx="926280" cy="518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4483440" y="2048760"/>
              <a:ext cx="1097640" cy="240480"/>
            </p14:xfrm>
          </p:contentPart>
        </mc:Choice>
        <mc:Fallback xmlns="">
          <p:pic>
            <p:nvPicPr>
              <p:cNvPr id="7" name="墨迹 6"/>
            </p:nvPicPr>
            <p:blipFill>
              <a:blip r:embed="rId12"/>
            </p:blipFill>
            <p:spPr>
              <a:xfrm>
                <a:off x="4483440" y="2048760"/>
                <a:ext cx="1097640" cy="2404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599760" y="3540600"/>
              <a:ext cx="1560600" cy="77400"/>
            </p14:xfrm>
          </p:contentPart>
        </mc:Choice>
        <mc:Fallback xmlns="">
          <p:pic>
            <p:nvPicPr>
              <p:cNvPr id="8" name="墨迹 7"/>
            </p:nvPicPr>
            <p:blipFill>
              <a:blip r:embed="rId14"/>
            </p:blipFill>
            <p:spPr>
              <a:xfrm>
                <a:off x="599760" y="3540600"/>
                <a:ext cx="1560600" cy="774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3085920" y="3557520"/>
              <a:ext cx="2160720" cy="51840"/>
            </p14:xfrm>
          </p:contentPart>
        </mc:Choice>
        <mc:Fallback xmlns="">
          <p:pic>
            <p:nvPicPr>
              <p:cNvPr id="9" name="墨迹 8"/>
            </p:nvPicPr>
            <p:blipFill>
              <a:blip r:embed="rId16"/>
            </p:blipFill>
            <p:spPr>
              <a:xfrm>
                <a:off x="3085920" y="3557520"/>
                <a:ext cx="2160720" cy="518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3763080" y="3900600"/>
              <a:ext cx="1474920" cy="86040"/>
            </p14:xfrm>
          </p:contentPart>
        </mc:Choice>
        <mc:Fallback xmlns="">
          <p:pic>
            <p:nvPicPr>
              <p:cNvPr id="10" name="墨迹 9"/>
            </p:nvPicPr>
            <p:blipFill>
              <a:blip r:embed="rId18"/>
            </p:blipFill>
            <p:spPr>
              <a:xfrm>
                <a:off x="3763080" y="3900600"/>
                <a:ext cx="1474920" cy="8604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6326280" y="3891960"/>
              <a:ext cx="1500480" cy="77400"/>
            </p14:xfrm>
          </p:contentPart>
        </mc:Choice>
        <mc:Fallback xmlns="">
          <p:pic>
            <p:nvPicPr>
              <p:cNvPr id="11" name="墨迹 10"/>
            </p:nvPicPr>
            <p:blipFill>
              <a:blip r:embed="rId20"/>
            </p:blipFill>
            <p:spPr>
              <a:xfrm>
                <a:off x="6326280" y="3891960"/>
                <a:ext cx="1500480" cy="774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1607400" y="4278960"/>
              <a:ext cx="1407600" cy="93240"/>
            </p14:xfrm>
          </p:contentPart>
        </mc:Choice>
        <mc:Fallback xmlns="">
          <p:pic>
            <p:nvPicPr>
              <p:cNvPr id="12" name="墨迹 11"/>
            </p:nvPicPr>
            <p:blipFill>
              <a:blip r:embed="rId22"/>
            </p:blipFill>
            <p:spPr>
              <a:xfrm>
                <a:off x="1607400" y="4278960"/>
                <a:ext cx="1407600" cy="93240"/>
              </a:xfrm>
              <a:prstGeom prst="rect"/>
            </p:spPr>
          </p:pic>
        </mc:Fallback>
      </mc:AlternateContent>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ext Box 4"/>
          <p:cNvSpPr txBox="1">
            <a:spLocks noChangeArrowheads="1"/>
          </p:cNvSpPr>
          <p:nvPr/>
        </p:nvSpPr>
        <p:spPr bwMode="auto">
          <a:xfrm>
            <a:off x="395288" y="765175"/>
            <a:ext cx="8497887" cy="3970318"/>
          </a:xfrm>
          <a:prstGeom prst="rect">
            <a:avLst/>
          </a:prstGeom>
          <a:noFill/>
          <a:ln w="9525">
            <a:noFill/>
            <a:miter lim="800000"/>
          </a:ln>
        </p:spPr>
        <p:txBody>
          <a:bodyPr>
            <a:spAutoFit/>
          </a:bodyPr>
          <a:lstStyle/>
          <a:p>
            <a:r>
              <a:rPr lang="zh-CN" altLang="en-US" sz="2400" b="1" dirty="0">
                <a:latin typeface="Cambria" panose="02040503050406030204" charset="0"/>
                <a:ea typeface="华文楷体" panose="02010600040101010101" charset="-122"/>
              </a:rPr>
              <a:t>根据下列中文信息拟一封</a:t>
            </a:r>
            <a:r>
              <a:rPr lang="zh-CN" altLang="zh-CN" sz="2400" b="1" dirty="0">
                <a:latin typeface="Cambria" panose="02040503050406030204" charset="0"/>
                <a:ea typeface="华文楷体" panose="02010600040101010101" charset="-122"/>
              </a:rPr>
              <a:t>(</a:t>
            </a:r>
            <a:r>
              <a:rPr lang="zh-CN" altLang="en-US" sz="2400" b="1" dirty="0">
                <a:latin typeface="Cambria" panose="02040503050406030204" charset="0"/>
                <a:ea typeface="华文楷体" panose="02010600040101010101" charset="-122"/>
              </a:rPr>
              <a:t>询价</a:t>
            </a:r>
            <a:r>
              <a:rPr lang="zh-CN" altLang="zh-CN" sz="2400" b="1" dirty="0">
                <a:latin typeface="Cambria" panose="02040503050406030204" charset="0"/>
                <a:ea typeface="华文楷体" panose="02010600040101010101" charset="-122"/>
              </a:rPr>
              <a:t>)</a:t>
            </a:r>
            <a:r>
              <a:rPr lang="zh-CN" altLang="en-US" sz="2400" b="1" dirty="0">
                <a:latin typeface="Cambria" panose="02040503050406030204" charset="0"/>
                <a:ea typeface="华文楷体" panose="02010600040101010101" charset="-122"/>
              </a:rPr>
              <a:t>信和一封</a:t>
            </a:r>
            <a:r>
              <a:rPr lang="zh-CN" altLang="zh-CN" sz="2400" b="1" dirty="0">
                <a:latin typeface="Cambria" panose="02040503050406030204" charset="0"/>
                <a:ea typeface="华文楷体" panose="02010600040101010101" charset="-122"/>
              </a:rPr>
              <a:t>(</a:t>
            </a:r>
            <a:r>
              <a:rPr lang="zh-CN" altLang="en-US" sz="2400" b="1" dirty="0">
                <a:latin typeface="Cambria" panose="02040503050406030204" charset="0"/>
                <a:ea typeface="华文楷体" panose="02010600040101010101" charset="-122"/>
              </a:rPr>
              <a:t>报价</a:t>
            </a:r>
            <a:r>
              <a:rPr lang="zh-CN" altLang="zh-CN" sz="2400" b="1" dirty="0">
                <a:latin typeface="Cambria" panose="02040503050406030204" charset="0"/>
                <a:ea typeface="华文楷体" panose="02010600040101010101" charset="-122"/>
              </a:rPr>
              <a:t>)</a:t>
            </a:r>
            <a:r>
              <a:rPr lang="zh-CN" altLang="en-US" sz="2400" b="1" dirty="0">
                <a:latin typeface="Cambria" panose="02040503050406030204" charset="0"/>
                <a:ea typeface="华文楷体" panose="02010600040101010101" charset="-122"/>
              </a:rPr>
              <a:t>信。</a:t>
            </a:r>
            <a:endParaRPr lang="zh-CN" altLang="en-US" sz="2400" b="1" dirty="0">
              <a:latin typeface="Cambria" panose="02040503050406030204" charset="0"/>
              <a:ea typeface="华文楷体" panose="02010600040101010101" charset="-122"/>
            </a:endParaRPr>
          </a:p>
          <a:p>
            <a:r>
              <a:rPr lang="zh-CN" altLang="en-US"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Inquire letter</a:t>
            </a:r>
            <a:r>
              <a:rPr lang="zh-CN" altLang="en-US" sz="2400" b="1" dirty="0">
                <a:latin typeface="Cambria" panose="02040503050406030204" charset="0"/>
                <a:ea typeface="华文楷体" panose="02010600040101010101" charset="-122"/>
              </a:rPr>
              <a:t>询价信 </a:t>
            </a:r>
            <a:endParaRPr lang="zh-CN" altLang="en-US"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1.</a:t>
            </a:r>
            <a:r>
              <a:rPr lang="zh-CN" altLang="en-US" sz="2400" b="1" dirty="0">
                <a:latin typeface="Cambria" panose="02040503050406030204" charset="0"/>
                <a:ea typeface="华文楷体" panose="02010600040101010101" charset="-122"/>
              </a:rPr>
              <a:t>发信人：</a:t>
            </a:r>
            <a:r>
              <a:rPr lang="zh-CN" altLang="zh-CN" sz="2400" b="1" dirty="0">
                <a:latin typeface="Cambria" panose="02040503050406030204" charset="0"/>
                <a:ea typeface="华文楷体" panose="02010600040101010101" charset="-122"/>
              </a:rPr>
              <a:t>Mr. David Johnson</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2.</a:t>
            </a:r>
            <a:r>
              <a:rPr lang="zh-CN" altLang="en-US" sz="2400" b="1" dirty="0">
                <a:latin typeface="Cambria" panose="02040503050406030204" charset="0"/>
                <a:ea typeface="华文楷体" panose="02010600040101010101" charset="-122"/>
              </a:rPr>
              <a:t>收信人：</a:t>
            </a:r>
            <a:r>
              <a:rPr lang="zh-CN" altLang="zh-CN" sz="2400" b="1" dirty="0">
                <a:latin typeface="Cambria" panose="02040503050406030204" charset="0"/>
                <a:ea typeface="华文楷体" panose="02010600040101010101" charset="-122"/>
              </a:rPr>
              <a:t>Mr. Peter Kevil</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3. </a:t>
            </a:r>
            <a:r>
              <a:rPr lang="zh-CN" altLang="en-US" sz="2400" b="1" dirty="0">
                <a:latin typeface="Cambria" panose="02040503050406030204" charset="0"/>
                <a:ea typeface="华文楷体" panose="02010600040101010101" charset="-122"/>
              </a:rPr>
              <a:t>发信日期： </a:t>
            </a:r>
            <a:r>
              <a:rPr lang="zh-CN" altLang="zh-CN" sz="2400" b="1" dirty="0">
                <a:latin typeface="Cambria" panose="02040503050406030204" charset="0"/>
                <a:ea typeface="华文楷体" panose="02010600040101010101" charset="-122"/>
              </a:rPr>
              <a:t>20</a:t>
            </a:r>
            <a:r>
              <a:rPr lang="en-US" altLang="zh-CN" sz="2400" b="1" dirty="0">
                <a:latin typeface="Cambria" panose="02040503050406030204" charset="0"/>
                <a:ea typeface="华文楷体" panose="02010600040101010101" charset="-122"/>
              </a:rPr>
              <a:t>11</a:t>
            </a:r>
            <a:r>
              <a:rPr lang="zh-CN" altLang="en-US" sz="2400" b="1" dirty="0">
                <a:latin typeface="Cambria" panose="02040503050406030204" charset="0"/>
                <a:ea typeface="华文楷体" panose="02010600040101010101" charset="-122"/>
              </a:rPr>
              <a:t>年</a:t>
            </a:r>
            <a:r>
              <a:rPr lang="zh-CN" altLang="zh-CN" sz="2400" b="1" dirty="0">
                <a:latin typeface="Cambria" panose="02040503050406030204" charset="0"/>
                <a:ea typeface="华文楷体" panose="02010600040101010101" charset="-122"/>
              </a:rPr>
              <a:t>11</a:t>
            </a:r>
            <a:r>
              <a:rPr lang="zh-CN" altLang="en-US" sz="2400" b="1" dirty="0">
                <a:latin typeface="Cambria" panose="02040503050406030204" charset="0"/>
                <a:ea typeface="华文楷体" panose="02010600040101010101" charset="-122"/>
              </a:rPr>
              <a:t>月</a:t>
            </a:r>
            <a:r>
              <a:rPr lang="zh-CN" altLang="zh-CN" sz="2400" b="1" dirty="0">
                <a:latin typeface="Cambria" panose="02040503050406030204" charset="0"/>
                <a:ea typeface="华文楷体" panose="02010600040101010101" charset="-122"/>
              </a:rPr>
              <a:t>29</a:t>
            </a:r>
            <a:r>
              <a:rPr lang="zh-CN" altLang="en-US" sz="2400" b="1" dirty="0">
                <a:latin typeface="Cambria" panose="02040503050406030204" charset="0"/>
                <a:ea typeface="华文楷体" panose="02010600040101010101" charset="-122"/>
              </a:rPr>
              <a:t>日</a:t>
            </a:r>
            <a:endParaRPr lang="zh-CN" altLang="en-US"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4.</a:t>
            </a:r>
            <a:r>
              <a:rPr lang="zh-CN" altLang="en-US" sz="2400" b="1" dirty="0">
                <a:latin typeface="Cambria" panose="02040503050406030204" charset="0"/>
                <a:ea typeface="华文楷体" panose="02010600040101010101" charset="-122"/>
              </a:rPr>
              <a:t>内容：</a:t>
            </a:r>
            <a:r>
              <a:rPr lang="zh-CN" altLang="zh-CN" sz="2400" b="1" dirty="0">
                <a:latin typeface="Cambria" panose="02040503050406030204" charset="0"/>
                <a:ea typeface="华文楷体" panose="02010600040101010101" charset="-122"/>
              </a:rPr>
              <a:t>Mr. David Johnson </a:t>
            </a:r>
            <a:r>
              <a:rPr lang="zh-CN" altLang="en-US" sz="2400" b="1" dirty="0">
                <a:latin typeface="Cambria" panose="02040503050406030204" charset="0"/>
                <a:ea typeface="华文楷体" panose="02010600040101010101" charset="-122"/>
              </a:rPr>
              <a:t>欲购买</a:t>
            </a:r>
            <a:r>
              <a:rPr lang="zh-CN" altLang="zh-CN" sz="2400" b="1" dirty="0">
                <a:latin typeface="Cambria" panose="02040503050406030204" charset="0"/>
                <a:ea typeface="华文楷体" panose="02010600040101010101" charset="-122"/>
              </a:rPr>
              <a:t>Mr. Peter Kevil</a:t>
            </a:r>
            <a:r>
              <a:rPr lang="zh-CN" altLang="en-US" sz="2400" b="1" dirty="0">
                <a:latin typeface="Cambria" panose="02040503050406030204" charset="0"/>
                <a:ea typeface="华文楷体" panose="02010600040101010101" charset="-122"/>
              </a:rPr>
              <a:t>所在的</a:t>
            </a:r>
            <a:r>
              <a:rPr lang="zh-CN" altLang="zh-CN" sz="2400" b="1" dirty="0">
                <a:latin typeface="Cambria" panose="02040503050406030204" charset="0"/>
                <a:ea typeface="华文楷体" panose="02010600040101010101" charset="-122"/>
              </a:rPr>
              <a:t>HP</a:t>
            </a:r>
            <a:r>
              <a:rPr lang="zh-CN" altLang="en-US" sz="2400" b="1" dirty="0">
                <a:latin typeface="Cambria" panose="02040503050406030204" charset="0"/>
                <a:ea typeface="华文楷体" panose="02010600040101010101" charset="-122"/>
              </a:rPr>
              <a:t>公司的</a:t>
            </a:r>
            <a:endParaRPr lang="zh-CN" altLang="en-US" sz="2400" b="1" dirty="0">
              <a:latin typeface="Cambria" panose="02040503050406030204" charset="0"/>
              <a:ea typeface="华文楷体" panose="02010600040101010101" charset="-122"/>
            </a:endParaRPr>
          </a:p>
          <a:p>
            <a:r>
              <a:rPr lang="zh-CN" altLang="en-US" sz="2400" b="1" smtClean="0">
                <a:latin typeface="Cambria" panose="02040503050406030204" charset="0"/>
                <a:ea typeface="华文楷体" panose="02010600040101010101" charset="-122"/>
              </a:rPr>
              <a:t>喷墨 打印机</a:t>
            </a:r>
            <a:r>
              <a:rPr lang="zh-CN" altLang="zh-CN" sz="2400" b="1" dirty="0">
                <a:latin typeface="Cambria" panose="02040503050406030204" charset="0"/>
                <a:ea typeface="华文楷体" panose="02010600040101010101" charset="-122"/>
              </a:rPr>
              <a:t>(jet printer),</a:t>
            </a:r>
            <a:r>
              <a:rPr lang="zh-CN" altLang="en-US" sz="2400" b="1" dirty="0">
                <a:latin typeface="Cambria" panose="02040503050406030204" charset="0"/>
                <a:ea typeface="华文楷体" panose="02010600040101010101" charset="-122"/>
              </a:rPr>
              <a:t>写信了解有关价格以及售后服务的情况。</a:t>
            </a:r>
            <a:endParaRPr lang="zh-CN" altLang="en-US" sz="2400" b="1"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534320" y="2700360"/>
              <a:ext cx="7004160" cy="189000"/>
            </p14:xfrm>
          </p:contentPart>
        </mc:Choice>
        <mc:Fallback xmlns="">
          <p:pic>
            <p:nvPicPr>
              <p:cNvPr id="2" name="墨迹 1"/>
            </p:nvPicPr>
            <p:blipFill>
              <a:blip r:embed="rId2"/>
            </p:blipFill>
            <p:spPr>
              <a:xfrm>
                <a:off x="1534320" y="2700360"/>
                <a:ext cx="7004160" cy="1890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88520" y="3163320"/>
              <a:ext cx="814680" cy="34560"/>
            </p14:xfrm>
          </p:contentPart>
        </mc:Choice>
        <mc:Fallback xmlns="">
          <p:pic>
            <p:nvPicPr>
              <p:cNvPr id="3" name="墨迹 2"/>
            </p:nvPicPr>
            <p:blipFill>
              <a:blip r:embed="rId4"/>
            </p:blipFill>
            <p:spPr>
              <a:xfrm>
                <a:off x="488520" y="3163320"/>
                <a:ext cx="814680" cy="345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54320" y="3514680"/>
              <a:ext cx="2649240" cy="94680"/>
            </p14:xfrm>
          </p:contentPart>
        </mc:Choice>
        <mc:Fallback xmlns="">
          <p:pic>
            <p:nvPicPr>
              <p:cNvPr id="4" name="墨迹 3"/>
            </p:nvPicPr>
            <p:blipFill>
              <a:blip r:embed="rId6"/>
            </p:blipFill>
            <p:spPr>
              <a:xfrm>
                <a:off x="454320" y="3514680"/>
                <a:ext cx="2649240" cy="946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131720" y="3514680"/>
              <a:ext cx="4218120" cy="154800"/>
            </p14:xfrm>
          </p:contentPart>
        </mc:Choice>
        <mc:Fallback xmlns="">
          <p:pic>
            <p:nvPicPr>
              <p:cNvPr id="5" name="墨迹 4"/>
            </p:nvPicPr>
            <p:blipFill>
              <a:blip r:embed="rId8"/>
            </p:blipFill>
            <p:spPr>
              <a:xfrm>
                <a:off x="4131720" y="3514680"/>
                <a:ext cx="4218120" cy="154800"/>
              </a:xfrm>
              <a:prstGeom prst="rect"/>
            </p:spPr>
          </p:pic>
        </mc:Fallback>
      </mc:AlternateContent>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ext Box 4"/>
          <p:cNvSpPr txBox="1">
            <a:spLocks noChangeArrowheads="1"/>
          </p:cNvSpPr>
          <p:nvPr/>
        </p:nvSpPr>
        <p:spPr bwMode="auto">
          <a:xfrm>
            <a:off x="323850" y="836613"/>
            <a:ext cx="8424863" cy="4339650"/>
          </a:xfrm>
          <a:prstGeom prst="rect">
            <a:avLst/>
          </a:prstGeom>
          <a:noFill/>
          <a:ln w="9525">
            <a:noFill/>
            <a:miter lim="800000"/>
          </a:ln>
        </p:spPr>
        <p:txBody>
          <a:bodyPr>
            <a:spAutoFit/>
          </a:bodyPr>
          <a:lstStyle/>
          <a:p>
            <a:r>
              <a:rPr lang="en-US" altLang="zh-CN"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November 29th,20</a:t>
            </a:r>
            <a:r>
              <a:rPr lang="en-US" altLang="zh-CN" sz="2400" b="1" dirty="0">
                <a:latin typeface="Cambria" panose="02040503050406030204" charset="0"/>
                <a:ea typeface="华文楷体" panose="02010600040101010101" charset="-122"/>
              </a:rPr>
              <a:t>11</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Dear Mr. Peter Kevil,</a:t>
            </a:r>
            <a:endParaRPr lang="zh-CN" altLang="zh-CN" sz="2400" b="1" dirty="0">
              <a:latin typeface="Cambria" panose="02040503050406030204" charset="0"/>
              <a:ea typeface="华文楷体" panose="02010600040101010101" charset="-122"/>
            </a:endParaRPr>
          </a:p>
          <a:p>
            <a:r>
              <a:rPr lang="zh-CN" altLang="zh-CN" sz="2400" b="1">
                <a:latin typeface="Cambria" panose="02040503050406030204" charset="0"/>
                <a:ea typeface="华文楷体" panose="02010600040101010101" charset="-122"/>
              </a:rPr>
              <a:t>   We want to purchase the HP jet printer ma</a:t>
            </a:r>
            <a:r>
              <a:rPr lang="zh-CN" altLang="en-US" sz="2400" b="1">
                <a:latin typeface="Cambria" panose="02040503050406030204" charset="0"/>
                <a:ea typeface="华文楷体" panose="02010600040101010101" charset="-122"/>
              </a:rPr>
              <a:t>d</a:t>
            </a:r>
            <a:r>
              <a:rPr lang="zh-CN" altLang="zh-CN" sz="2400" b="1">
                <a:latin typeface="Cambria" panose="02040503050406030204" charset="0"/>
                <a:ea typeface="华文楷体" panose="02010600040101010101" charset="-122"/>
              </a:rPr>
              <a:t>e by your Company </a:t>
            </a:r>
            <a:r>
              <a:rPr lang="zh-CN" altLang="zh-CN" sz="2400" b="1" smtClean="0">
                <a:latin typeface="Cambria" panose="02040503050406030204" charset="0"/>
                <a:ea typeface="华文楷体" panose="02010600040101010101" charset="-122"/>
              </a:rPr>
              <a:t>and </a:t>
            </a:r>
            <a:r>
              <a:rPr lang="zh-CN" altLang="zh-CN" sz="2400" b="1" dirty="0">
                <a:latin typeface="Cambria" panose="02040503050406030204" charset="0"/>
                <a:ea typeface="华文楷体" panose="02010600040101010101" charset="-122"/>
              </a:rPr>
              <a:t>should like to get the further information regarding the </a:t>
            </a:r>
            <a:r>
              <a:rPr lang="zh-CN" altLang="zh-CN" sz="2400" b="1">
                <a:latin typeface="Cambria" panose="02040503050406030204" charset="0"/>
                <a:ea typeface="华文楷体" panose="02010600040101010101" charset="-122"/>
              </a:rPr>
              <a:t>price </a:t>
            </a:r>
            <a:r>
              <a:rPr lang="zh-CN" altLang="zh-CN" sz="2400" b="1" smtClean="0">
                <a:latin typeface="Cambria" panose="02040503050406030204" charset="0"/>
                <a:ea typeface="华文楷体" panose="02010600040101010101" charset="-122"/>
              </a:rPr>
              <a:t>and </a:t>
            </a:r>
            <a:r>
              <a:rPr lang="zh-CN" altLang="zh-CN" sz="2400" b="1" dirty="0">
                <a:latin typeface="Cambria" panose="02040503050406030204" charset="0"/>
                <a:ea typeface="华文楷体" panose="02010600040101010101" charset="-122"/>
              </a:rPr>
              <a:t>after-service of your products.</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   We are looking forward to receiving your early reply.</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                                                                </a:t>
            </a:r>
            <a:endParaRPr lang="en-US" altLang="zh-CN" sz="2400" b="1" dirty="0">
              <a:latin typeface="Cambria" panose="02040503050406030204" charset="0"/>
              <a:ea typeface="华文楷体" panose="02010600040101010101" charset="-122"/>
            </a:endParaRPr>
          </a:p>
          <a:p>
            <a:r>
              <a:rPr lang="en-US" altLang="zh-CN"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 Yours sincerely,</a:t>
            </a:r>
            <a:endParaRPr lang="en-US" altLang="zh-CN" sz="2400" b="1" dirty="0">
              <a:latin typeface="Cambria" panose="02040503050406030204" charset="0"/>
              <a:ea typeface="华文楷体" panose="02010600040101010101" charset="-122"/>
            </a:endParaRPr>
          </a:p>
          <a:p>
            <a:r>
              <a:rPr lang="en-US" altLang="zh-CN" sz="2400" b="1" dirty="0">
                <a:latin typeface="Cambria" panose="02040503050406030204" charset="0"/>
                <a:ea typeface="华文楷体" panose="02010600040101010101" charset="-122"/>
              </a:rPr>
              <a:t>                                                                  </a:t>
            </a:r>
            <a:r>
              <a:rPr lang="zh-CN" altLang="zh-CN" b="1" dirty="0">
                <a:latin typeface="Cambria" panose="02040503050406030204" charset="0"/>
                <a:ea typeface="华文楷体" panose="02010600040101010101" charset="-122"/>
              </a:rPr>
              <a:t>Johnson</a:t>
            </a:r>
            <a:endParaRPr lang="zh-CN" altLang="zh-CN" sz="2400" b="1" dirty="0">
              <a:latin typeface="Cambria" panose="02040503050406030204" charset="0"/>
              <a:ea typeface="华文楷体" panose="02010600040101010101" charset="-122"/>
            </a:endParaRPr>
          </a:p>
          <a:p>
            <a:pPr algn="ctr"/>
            <a:r>
              <a:rPr lang="zh-CN" altLang="zh-CN" sz="2400" b="1" dirty="0">
                <a:latin typeface="Cambria" panose="02040503050406030204" charset="0"/>
                <a:ea typeface="华文楷体" panose="02010600040101010101" charset="-122"/>
              </a:rPr>
              <a:t>                                                                                   </a:t>
            </a:r>
            <a:r>
              <a:rPr lang="en-US" altLang="zh-CN" sz="2400" b="1" dirty="0">
                <a:latin typeface="Cambria" panose="02040503050406030204" charset="0"/>
                <a:ea typeface="华文楷体" panose="02010600040101010101" charset="-122"/>
              </a:rPr>
              <a:t>                 </a:t>
            </a:r>
            <a:endParaRPr lang="en-US" altLang="zh-CN" sz="2400" b="1"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985680" y="3257640"/>
              <a:ext cx="1911960" cy="51840"/>
            </p14:xfrm>
          </p:contentPart>
        </mc:Choice>
        <mc:Fallback xmlns="">
          <p:pic>
            <p:nvPicPr>
              <p:cNvPr id="2" name="墨迹 1"/>
            </p:nvPicPr>
            <p:blipFill>
              <a:blip r:embed="rId2"/>
            </p:blipFill>
            <p:spPr>
              <a:xfrm>
                <a:off x="985680" y="3257640"/>
                <a:ext cx="1911960" cy="518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858000" y="2503080"/>
              <a:ext cx="1294560" cy="69120"/>
            </p14:xfrm>
          </p:contentPart>
        </mc:Choice>
        <mc:Fallback xmlns="">
          <p:pic>
            <p:nvPicPr>
              <p:cNvPr id="3" name="墨迹 2"/>
            </p:nvPicPr>
            <p:blipFill>
              <a:blip r:embed="rId4"/>
            </p:blipFill>
            <p:spPr>
              <a:xfrm>
                <a:off x="6858000" y="2503080"/>
                <a:ext cx="1294560" cy="69120"/>
              </a:xfrm>
              <a:prstGeom prst="rect"/>
            </p:spPr>
          </p:pic>
        </mc:Fallback>
      </mc:AlternateContent>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ext Box 4"/>
          <p:cNvSpPr txBox="1">
            <a:spLocks noChangeArrowheads="1"/>
          </p:cNvSpPr>
          <p:nvPr/>
        </p:nvSpPr>
        <p:spPr bwMode="auto">
          <a:xfrm>
            <a:off x="250825" y="476250"/>
            <a:ext cx="8785225" cy="5730875"/>
          </a:xfrm>
          <a:prstGeom prst="rect">
            <a:avLst/>
          </a:prstGeom>
          <a:noFill/>
          <a:ln w="9525">
            <a:noFill/>
            <a:miter lim="800000"/>
          </a:ln>
        </p:spPr>
        <p:txBody>
          <a:bodyPr>
            <a:spAutoFit/>
          </a:bodyPr>
          <a:lstStyle/>
          <a:p>
            <a:pPr marL="342900" indent="-342900"/>
            <a:r>
              <a:rPr lang="zh-CN" altLang="zh-CN" sz="2000" b="1">
                <a:latin typeface="Cambria" panose="02040503050406030204" charset="0"/>
                <a:ea typeface="华文楷体" panose="02010600040101010101" charset="-122"/>
              </a:rPr>
              <a:t>A Letter of Quotation (</a:t>
            </a:r>
            <a:r>
              <a:rPr lang="zh-CN" altLang="en-US" sz="2000" b="1">
                <a:latin typeface="Cambria" panose="02040503050406030204" charset="0"/>
                <a:ea typeface="华文楷体" panose="02010600040101010101" charset="-122"/>
              </a:rPr>
              <a:t>报价信</a:t>
            </a:r>
            <a:r>
              <a:rPr lang="zh-CN" altLang="zh-CN" sz="2000" b="1">
                <a:latin typeface="Cambria" panose="02040503050406030204" charset="0"/>
                <a:ea typeface="华文楷体" panose="02010600040101010101" charset="-122"/>
              </a:rPr>
              <a:t>) </a:t>
            </a:r>
            <a:endParaRPr lang="zh-CN" altLang="zh-CN" sz="2000" b="1">
              <a:latin typeface="Cambria" panose="02040503050406030204" charset="0"/>
              <a:ea typeface="华文楷体" panose="02010600040101010101" charset="-122"/>
            </a:endParaRPr>
          </a:p>
          <a:p>
            <a:pPr marL="342900" indent="-342900"/>
            <a:r>
              <a:rPr lang="zh-CN" altLang="en-US" sz="2000" b="1">
                <a:latin typeface="Cambria" panose="02040503050406030204" charset="0"/>
                <a:ea typeface="华文楷体" panose="02010600040101010101" charset="-122"/>
              </a:rPr>
              <a:t>一般报价信写三段</a:t>
            </a:r>
            <a:r>
              <a:rPr lang="zh-CN" altLang="zh-CN" sz="2000" b="1">
                <a:latin typeface="Cambria" panose="02040503050406030204" charset="0"/>
                <a:ea typeface="华文楷体" panose="02010600040101010101" charset="-122"/>
              </a:rPr>
              <a:t>;</a:t>
            </a:r>
            <a:endParaRPr lang="zh-CN" altLang="zh-CN" sz="2000" b="1">
              <a:latin typeface="Cambria" panose="02040503050406030204" charset="0"/>
              <a:ea typeface="华文楷体" panose="02010600040101010101" charset="-122"/>
            </a:endParaRPr>
          </a:p>
          <a:p>
            <a:pPr marL="342900" indent="-342900"/>
            <a:r>
              <a:rPr lang="en-US" altLang="zh-CN" sz="2000" b="1">
                <a:latin typeface="Cambria" panose="02040503050406030204" charset="0"/>
                <a:ea typeface="华文楷体" panose="02010600040101010101" charset="-122"/>
              </a:rPr>
              <a:t>1</a:t>
            </a:r>
            <a:r>
              <a:rPr lang="zh-CN" altLang="en-US" sz="2000" b="1">
                <a:latin typeface="Cambria" panose="02040503050406030204" charset="0"/>
                <a:ea typeface="华文楷体" panose="02010600040101010101" charset="-122"/>
              </a:rPr>
              <a:t>）</a:t>
            </a:r>
            <a:r>
              <a:rPr lang="zh-CN" altLang="zh-CN" sz="2000" b="1">
                <a:latin typeface="Cambria" panose="02040503050406030204" charset="0"/>
                <a:ea typeface="华文楷体" panose="02010600040101010101" charset="-122"/>
              </a:rPr>
              <a:t>Response to the enquiry(</a:t>
            </a:r>
            <a:r>
              <a:rPr lang="zh-CN" altLang="en-US" sz="2000" b="1">
                <a:latin typeface="Cambria" panose="02040503050406030204" charset="0"/>
                <a:ea typeface="华文楷体" panose="02010600040101010101" charset="-122"/>
              </a:rPr>
              <a:t>询问回答</a:t>
            </a:r>
            <a:r>
              <a:rPr lang="zh-CN" altLang="zh-CN" sz="2000" b="1">
                <a:latin typeface="Cambria" panose="02040503050406030204" charset="0"/>
                <a:ea typeface="华文楷体" panose="02010600040101010101" charset="-122"/>
              </a:rPr>
              <a:t>)           </a:t>
            </a:r>
            <a:endParaRPr lang="zh-CN" altLang="zh-CN" sz="2000" b="1">
              <a:latin typeface="Cambria" panose="02040503050406030204" charset="0"/>
              <a:ea typeface="华文楷体" panose="02010600040101010101" charset="-122"/>
            </a:endParaRPr>
          </a:p>
          <a:p>
            <a:pPr marL="342900" indent="-342900"/>
            <a:r>
              <a:rPr lang="zh-CN" altLang="zh-CN" sz="2000" b="1">
                <a:latin typeface="Cambria" panose="02040503050406030204" charset="0"/>
                <a:ea typeface="华文楷体" panose="02010600040101010101" charset="-122"/>
              </a:rPr>
              <a:t>2) Offering for the enquiry </a:t>
            </a:r>
            <a:endParaRPr lang="zh-CN" altLang="zh-CN" sz="2000" b="1">
              <a:latin typeface="Cambria" panose="02040503050406030204" charset="0"/>
              <a:ea typeface="华文楷体" panose="02010600040101010101" charset="-122"/>
            </a:endParaRPr>
          </a:p>
          <a:p>
            <a:pPr marL="342900" indent="-342900"/>
            <a:r>
              <a:rPr lang="zh-CN" altLang="zh-CN" sz="2000" b="1">
                <a:latin typeface="Cambria" panose="02040503050406030204" charset="0"/>
                <a:ea typeface="华文楷体" panose="02010600040101010101" charset="-122"/>
              </a:rPr>
              <a:t>3) Giving assurance(</a:t>
            </a:r>
            <a:r>
              <a:rPr lang="zh-CN" altLang="en-US" sz="2000" b="1">
                <a:latin typeface="Cambria" panose="02040503050406030204" charset="0"/>
                <a:ea typeface="华文楷体" panose="02010600040101010101" charset="-122"/>
              </a:rPr>
              <a:t>做出承诺</a:t>
            </a:r>
            <a:r>
              <a:rPr lang="zh-CN" altLang="zh-CN" sz="2000" b="1">
                <a:latin typeface="Cambria" panose="02040503050406030204" charset="0"/>
                <a:ea typeface="华文楷体" panose="02010600040101010101" charset="-122"/>
              </a:rPr>
              <a:t>/</a:t>
            </a:r>
            <a:r>
              <a:rPr lang="zh-CN" altLang="en-US" sz="2000" b="1">
                <a:latin typeface="Cambria" panose="02040503050406030204" charset="0"/>
                <a:ea typeface="华文楷体" panose="02010600040101010101" charset="-122"/>
              </a:rPr>
              <a:t>保证</a:t>
            </a:r>
            <a:r>
              <a:rPr lang="zh-CN" altLang="zh-CN" sz="2000" b="1">
                <a:latin typeface="Cambria" panose="02040503050406030204" charset="0"/>
                <a:ea typeface="华文楷体" panose="02010600040101010101" charset="-122"/>
              </a:rPr>
              <a:t>)</a:t>
            </a:r>
            <a:br>
              <a:rPr lang="zh-CN" altLang="zh-CN" sz="2000" b="1">
                <a:latin typeface="Cambria" panose="02040503050406030204" charset="0"/>
                <a:ea typeface="华文楷体" panose="02010600040101010101" charset="-122"/>
              </a:rPr>
            </a:br>
            <a:r>
              <a:rPr lang="zh-CN" altLang="zh-CN" sz="2000" b="1">
                <a:latin typeface="Cambria" panose="02040503050406030204" charset="0"/>
                <a:ea typeface="华文楷体" panose="02010600040101010101" charset="-122"/>
              </a:rPr>
              <a:t>                                           </a:t>
            </a:r>
            <a:endParaRPr lang="zh-CN" altLang="zh-CN" sz="2000" b="1">
              <a:latin typeface="Cambria" panose="02040503050406030204" charset="0"/>
              <a:ea typeface="华文楷体" panose="02010600040101010101" charset="-122"/>
            </a:endParaRPr>
          </a:p>
          <a:p>
            <a:pPr marL="342900" indent="-342900"/>
            <a:r>
              <a:rPr lang="zh-CN" altLang="zh-CN" sz="2000" b="1">
                <a:latin typeface="Cambria" panose="02040503050406030204" charset="0"/>
                <a:ea typeface="华文楷体" panose="02010600040101010101" charset="-122"/>
              </a:rPr>
              <a:t>1.</a:t>
            </a:r>
            <a:r>
              <a:rPr lang="zh-CN" altLang="en-US" sz="2000" b="1">
                <a:latin typeface="Cambria" panose="02040503050406030204" charset="0"/>
                <a:ea typeface="华文楷体" panose="02010600040101010101" charset="-122"/>
              </a:rPr>
              <a:t>发信人：</a:t>
            </a:r>
            <a:r>
              <a:rPr lang="zh-CN" altLang="zh-CN" sz="2000" b="1">
                <a:latin typeface="Cambria" panose="02040503050406030204" charset="0"/>
                <a:ea typeface="华文楷体" panose="02010600040101010101" charset="-122"/>
              </a:rPr>
              <a:t>Mr. Peter Kevil</a:t>
            </a:r>
            <a:endParaRPr lang="zh-CN" altLang="zh-CN" sz="2000" b="1">
              <a:latin typeface="Cambria" panose="02040503050406030204" charset="0"/>
              <a:ea typeface="华文楷体" panose="02010600040101010101" charset="-122"/>
            </a:endParaRPr>
          </a:p>
          <a:p>
            <a:pPr marL="342900" indent="-342900"/>
            <a:r>
              <a:rPr lang="zh-CN" altLang="zh-CN" sz="2000" b="1">
                <a:latin typeface="Cambria" panose="02040503050406030204" charset="0"/>
                <a:ea typeface="华文楷体" panose="02010600040101010101" charset="-122"/>
              </a:rPr>
              <a:t>2.</a:t>
            </a:r>
            <a:r>
              <a:rPr lang="zh-CN" altLang="en-US" sz="2000" b="1">
                <a:latin typeface="Cambria" panose="02040503050406030204" charset="0"/>
                <a:ea typeface="华文楷体" panose="02010600040101010101" charset="-122"/>
              </a:rPr>
              <a:t>收信人：</a:t>
            </a:r>
            <a:r>
              <a:rPr lang="zh-CN" altLang="zh-CN" sz="2000" b="1">
                <a:latin typeface="Cambria" panose="02040503050406030204" charset="0"/>
                <a:ea typeface="华文楷体" panose="02010600040101010101" charset="-122"/>
              </a:rPr>
              <a:t>Mr. David Johnson</a:t>
            </a:r>
            <a:endParaRPr lang="zh-CN" altLang="zh-CN" sz="2000" b="1">
              <a:latin typeface="Cambria" panose="02040503050406030204" charset="0"/>
              <a:ea typeface="华文楷体" panose="02010600040101010101" charset="-122"/>
            </a:endParaRPr>
          </a:p>
          <a:p>
            <a:pPr marL="342900" indent="-342900"/>
            <a:r>
              <a:rPr lang="zh-CN" altLang="zh-CN" sz="2000" b="1">
                <a:latin typeface="Cambria" panose="02040503050406030204" charset="0"/>
                <a:ea typeface="华文楷体" panose="02010600040101010101" charset="-122"/>
              </a:rPr>
              <a:t>3. </a:t>
            </a:r>
            <a:r>
              <a:rPr lang="zh-CN" altLang="en-US" sz="2000" b="1">
                <a:latin typeface="Cambria" panose="02040503050406030204" charset="0"/>
                <a:ea typeface="华文楷体" panose="02010600040101010101" charset="-122"/>
              </a:rPr>
              <a:t>发信日期： </a:t>
            </a:r>
            <a:r>
              <a:rPr lang="zh-CN" altLang="zh-CN" sz="2000" b="1">
                <a:latin typeface="Cambria" panose="02040503050406030204" charset="0"/>
                <a:ea typeface="华文楷体" panose="02010600040101010101" charset="-122"/>
              </a:rPr>
              <a:t>20</a:t>
            </a:r>
            <a:r>
              <a:rPr lang="en-US" altLang="zh-CN" sz="2000" b="1">
                <a:latin typeface="Cambria" panose="02040503050406030204" charset="0"/>
                <a:ea typeface="华文楷体" panose="02010600040101010101" charset="-122"/>
              </a:rPr>
              <a:t>11</a:t>
            </a:r>
            <a:r>
              <a:rPr lang="zh-CN" altLang="en-US" sz="2000" b="1">
                <a:latin typeface="Cambria" panose="02040503050406030204" charset="0"/>
                <a:ea typeface="华文楷体" panose="02010600040101010101" charset="-122"/>
              </a:rPr>
              <a:t>年</a:t>
            </a:r>
            <a:r>
              <a:rPr lang="zh-CN" altLang="zh-CN" sz="2000" b="1">
                <a:latin typeface="Cambria" panose="02040503050406030204" charset="0"/>
                <a:ea typeface="华文楷体" panose="02010600040101010101" charset="-122"/>
              </a:rPr>
              <a:t>12</a:t>
            </a:r>
            <a:r>
              <a:rPr lang="zh-CN" altLang="en-US" sz="2000" b="1">
                <a:latin typeface="Cambria" panose="02040503050406030204" charset="0"/>
                <a:ea typeface="华文楷体" panose="02010600040101010101" charset="-122"/>
              </a:rPr>
              <a:t>月</a:t>
            </a:r>
            <a:r>
              <a:rPr lang="zh-CN" altLang="zh-CN" sz="2000" b="1">
                <a:latin typeface="Cambria" panose="02040503050406030204" charset="0"/>
                <a:ea typeface="华文楷体" panose="02010600040101010101" charset="-122"/>
              </a:rPr>
              <a:t>6</a:t>
            </a:r>
            <a:r>
              <a:rPr lang="zh-CN" altLang="en-US" sz="2000" b="1">
                <a:latin typeface="Cambria" panose="02040503050406030204" charset="0"/>
                <a:ea typeface="华文楷体" panose="02010600040101010101" charset="-122"/>
              </a:rPr>
              <a:t>日</a:t>
            </a:r>
            <a:endParaRPr lang="zh-CN" altLang="en-US" sz="2000" b="1">
              <a:latin typeface="Cambria" panose="02040503050406030204" charset="0"/>
              <a:ea typeface="华文楷体" panose="02010600040101010101" charset="-122"/>
            </a:endParaRPr>
          </a:p>
          <a:p>
            <a:pPr marL="342900" indent="-342900"/>
            <a:r>
              <a:rPr lang="zh-CN" altLang="zh-CN" sz="2000" b="1">
                <a:latin typeface="Cambria" panose="02040503050406030204" charset="0"/>
                <a:ea typeface="华文楷体" panose="02010600040101010101" charset="-122"/>
              </a:rPr>
              <a:t>4.</a:t>
            </a:r>
            <a:r>
              <a:rPr lang="zh-CN" altLang="en-US" sz="2000" b="1">
                <a:latin typeface="Cambria" panose="02040503050406030204" charset="0"/>
                <a:ea typeface="华文楷体" panose="02010600040101010101" charset="-122"/>
              </a:rPr>
              <a:t>内容：</a:t>
            </a:r>
            <a:r>
              <a:rPr lang="zh-CN" altLang="zh-CN" sz="2000" b="1">
                <a:latin typeface="Cambria" panose="02040503050406030204" charset="0"/>
                <a:ea typeface="华文楷体" panose="02010600040101010101" charset="-122"/>
              </a:rPr>
              <a:t>Mr. Peter Kevil </a:t>
            </a:r>
            <a:r>
              <a:rPr lang="zh-CN" altLang="en-US" sz="2000" b="1">
                <a:latin typeface="Cambria" panose="02040503050406030204" charset="0"/>
                <a:ea typeface="华文楷体" panose="02010600040101010101" charset="-122"/>
              </a:rPr>
              <a:t>非常感谢</a:t>
            </a:r>
            <a:r>
              <a:rPr lang="zh-CN" altLang="zh-CN" sz="2000" b="1">
                <a:latin typeface="Cambria" panose="02040503050406030204" charset="0"/>
                <a:ea typeface="华文楷体" panose="02010600040101010101" charset="-122"/>
              </a:rPr>
              <a:t>Mr. David Johnson</a:t>
            </a:r>
            <a:r>
              <a:rPr lang="zh-CN" altLang="en-US" sz="2000" b="1">
                <a:latin typeface="Cambria" panose="02040503050406030204" charset="0"/>
                <a:ea typeface="华文楷体" panose="02010600040101010101" charset="-122"/>
              </a:rPr>
              <a:t>对他们公司生产的激光打印机（</a:t>
            </a:r>
            <a:r>
              <a:rPr lang="zh-CN" altLang="zh-CN" sz="2000" b="1">
                <a:latin typeface="Cambria" panose="02040503050406030204" charset="0"/>
                <a:ea typeface="华文楷体" panose="02010600040101010101" charset="-122"/>
              </a:rPr>
              <a:t>jet printer</a:t>
            </a:r>
            <a:r>
              <a:rPr lang="zh-CN" altLang="en-US" sz="2000" b="1">
                <a:latin typeface="Cambria" panose="02040503050406030204" charset="0"/>
                <a:ea typeface="华文楷体" panose="02010600040101010101" charset="-122"/>
              </a:rPr>
              <a:t>）感兴趣，随信附上目录及价格表，并告知</a:t>
            </a:r>
            <a:r>
              <a:rPr lang="zh-CN" altLang="zh-CN" sz="2000" b="1">
                <a:latin typeface="Cambria" panose="02040503050406030204" charset="0"/>
                <a:ea typeface="华文楷体" panose="02010600040101010101" charset="-122"/>
              </a:rPr>
              <a:t>HP</a:t>
            </a:r>
            <a:r>
              <a:rPr lang="zh-CN" altLang="en-US" sz="2000" b="1">
                <a:latin typeface="Cambria" panose="02040503050406030204" charset="0"/>
                <a:ea typeface="华文楷体" panose="02010600040101010101" charset="-122"/>
              </a:rPr>
              <a:t>公司为客户提供优良的服务。不仅如此，如果购买的数量较大，还可以享受折扣。</a:t>
            </a:r>
            <a:endParaRPr lang="zh-CN" altLang="en-US" sz="2000" b="1">
              <a:latin typeface="Cambria" panose="02040503050406030204" charset="0"/>
              <a:ea typeface="华文楷体" panose="02010600040101010101" charset="-122"/>
            </a:endParaRPr>
          </a:p>
          <a:p>
            <a:pPr marL="342900" indent="-342900"/>
            <a:r>
              <a:rPr lang="zh-CN" altLang="en-US" sz="2000" b="1">
                <a:latin typeface="Cambria" panose="02040503050406030204" charset="0"/>
                <a:ea typeface="华文楷体" panose="02010600040101010101" charset="-122"/>
              </a:rPr>
              <a:t>该信属于商务信函中询价信和报价信的写作。学生要注意遵照商务信函的原则</a:t>
            </a:r>
            <a:r>
              <a:rPr lang="zh-CN" altLang="zh-CN" sz="2000" b="1">
                <a:latin typeface="Cambria" panose="02040503050406030204" charset="0"/>
                <a:ea typeface="华文楷体" panose="02010600040101010101" charset="-122"/>
              </a:rPr>
              <a:t>(Writing Principles)---7</a:t>
            </a:r>
            <a:r>
              <a:rPr lang="zh-CN" altLang="en-US" sz="2000" b="1">
                <a:latin typeface="Cambria" panose="02040503050406030204" charset="0"/>
                <a:ea typeface="华文楷体" panose="02010600040101010101" charset="-122"/>
              </a:rPr>
              <a:t>个 “</a:t>
            </a:r>
            <a:r>
              <a:rPr lang="zh-CN" altLang="zh-CN" sz="2000" b="1">
                <a:latin typeface="Cambria" panose="02040503050406030204" charset="0"/>
                <a:ea typeface="华文楷体" panose="02010600040101010101" charset="-122"/>
              </a:rPr>
              <a:t>C”:</a:t>
            </a:r>
            <a:endParaRPr lang="zh-CN" altLang="zh-CN" sz="2000" b="1">
              <a:latin typeface="Cambria" panose="02040503050406030204" charset="0"/>
              <a:ea typeface="华文楷体" panose="02010600040101010101" charset="-122"/>
            </a:endParaRPr>
          </a:p>
          <a:p>
            <a:pPr marL="342900" indent="-342900"/>
            <a:r>
              <a:rPr lang="zh-CN" altLang="zh-CN" sz="2000" b="1">
                <a:latin typeface="Cambria" panose="02040503050406030204" charset="0"/>
                <a:ea typeface="华文楷体" panose="02010600040101010101" charset="-122"/>
              </a:rPr>
              <a:t>     Completeness(</a:t>
            </a:r>
            <a:r>
              <a:rPr lang="zh-CN" altLang="en-US" sz="2000" b="1">
                <a:latin typeface="Cambria" panose="02040503050406030204" charset="0"/>
                <a:ea typeface="华文楷体" panose="02010600040101010101" charset="-122"/>
              </a:rPr>
              <a:t>完整</a:t>
            </a:r>
            <a:r>
              <a:rPr lang="zh-CN" altLang="zh-CN" sz="2000" b="1">
                <a:latin typeface="Cambria" panose="02040503050406030204" charset="0"/>
                <a:ea typeface="华文楷体" panose="02010600040101010101" charset="-122"/>
              </a:rPr>
              <a:t>), Clearness(</a:t>
            </a:r>
            <a:r>
              <a:rPr lang="zh-CN" altLang="en-US" sz="2000" b="1">
                <a:latin typeface="Cambria" panose="02040503050406030204" charset="0"/>
                <a:ea typeface="华文楷体" panose="02010600040101010101" charset="-122"/>
              </a:rPr>
              <a:t>清晰</a:t>
            </a:r>
            <a:r>
              <a:rPr lang="zh-CN" altLang="zh-CN" sz="2000" b="1">
                <a:latin typeface="Cambria" panose="02040503050406030204" charset="0"/>
                <a:ea typeface="华文楷体" panose="02010600040101010101" charset="-122"/>
              </a:rPr>
              <a:t>), Concreteness(</a:t>
            </a:r>
            <a:r>
              <a:rPr lang="zh-CN" altLang="en-US" sz="2000" b="1">
                <a:latin typeface="Cambria" panose="02040503050406030204" charset="0"/>
                <a:ea typeface="华文楷体" panose="02010600040101010101" charset="-122"/>
              </a:rPr>
              <a:t>具体</a:t>
            </a:r>
            <a:r>
              <a:rPr lang="zh-CN" altLang="zh-CN" sz="2000" b="1">
                <a:latin typeface="Cambria" panose="02040503050406030204" charset="0"/>
                <a:ea typeface="华文楷体" panose="02010600040101010101" charset="-122"/>
              </a:rPr>
              <a:t>), Conciseness(</a:t>
            </a:r>
            <a:r>
              <a:rPr lang="zh-CN" altLang="en-US" sz="2000" b="1">
                <a:latin typeface="Cambria" panose="02040503050406030204" charset="0"/>
                <a:ea typeface="华文楷体" panose="02010600040101010101" charset="-122"/>
              </a:rPr>
              <a:t>简明</a:t>
            </a:r>
            <a:r>
              <a:rPr lang="zh-CN" altLang="zh-CN" sz="2000" b="1">
                <a:latin typeface="Cambria" panose="02040503050406030204" charset="0"/>
                <a:ea typeface="华文楷体" panose="02010600040101010101" charset="-122"/>
              </a:rPr>
              <a:t>), Correctness(</a:t>
            </a:r>
            <a:r>
              <a:rPr lang="zh-CN" altLang="en-US" sz="2000" b="1">
                <a:latin typeface="Cambria" panose="02040503050406030204" charset="0"/>
                <a:ea typeface="华文楷体" panose="02010600040101010101" charset="-122"/>
              </a:rPr>
              <a:t>正确</a:t>
            </a:r>
            <a:r>
              <a:rPr lang="zh-CN" altLang="zh-CN" sz="2000" b="1">
                <a:latin typeface="Cambria" panose="02040503050406030204" charset="0"/>
                <a:ea typeface="华文楷体" panose="02010600040101010101" charset="-122"/>
              </a:rPr>
              <a:t>), Courtesy(</a:t>
            </a:r>
            <a:r>
              <a:rPr lang="zh-CN" altLang="en-US" sz="2000" b="1">
                <a:latin typeface="Cambria" panose="02040503050406030204" charset="0"/>
                <a:ea typeface="华文楷体" panose="02010600040101010101" charset="-122"/>
              </a:rPr>
              <a:t>礼貌</a:t>
            </a:r>
            <a:r>
              <a:rPr lang="zh-CN" altLang="zh-CN" sz="2000" b="1">
                <a:latin typeface="Cambria" panose="02040503050406030204" charset="0"/>
                <a:ea typeface="华文楷体" panose="02010600040101010101" charset="-122"/>
              </a:rPr>
              <a:t>), Consideration(</a:t>
            </a:r>
            <a:r>
              <a:rPr lang="zh-CN" altLang="en-US" sz="2000" b="1">
                <a:latin typeface="Cambria" panose="02040503050406030204" charset="0"/>
                <a:ea typeface="华文楷体" panose="02010600040101010101" charset="-122"/>
              </a:rPr>
              <a:t>体谅</a:t>
            </a:r>
            <a:r>
              <a:rPr lang="zh-CN" altLang="zh-CN" sz="2000" b="1">
                <a:latin typeface="Cambria" panose="02040503050406030204" charset="0"/>
                <a:ea typeface="华文楷体" panose="02010600040101010101" charset="-122"/>
              </a:rPr>
              <a:t>)</a:t>
            </a:r>
            <a:r>
              <a:rPr lang="zh-CN" altLang="en-US" sz="2000" b="1">
                <a:latin typeface="Cambria" panose="02040503050406030204" charset="0"/>
                <a:ea typeface="华文楷体" panose="02010600040101010101" charset="-122"/>
              </a:rPr>
              <a:t>。</a:t>
            </a:r>
            <a:endParaRPr lang="zh-CN" altLang="en-US" sz="2000" b="1">
              <a:latin typeface="Cambria" panose="02040503050406030204" charset="0"/>
              <a:ea typeface="华文楷体" panose="02010600040101010101" charset="-122"/>
            </a:endParaRPr>
          </a:p>
          <a:p>
            <a:pPr marL="342900" indent="-342900">
              <a:spcBef>
                <a:spcPct val="50000"/>
              </a:spcBef>
            </a:pPr>
            <a:endParaRPr lang="en-US" altLang="zh-CN" sz="200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388520" y="3343320"/>
              <a:ext cx="7347240" cy="197640"/>
            </p14:xfrm>
          </p:contentPart>
        </mc:Choice>
        <mc:Fallback xmlns="">
          <p:pic>
            <p:nvPicPr>
              <p:cNvPr id="2" name="墨迹 1"/>
            </p:nvPicPr>
            <p:blipFill>
              <a:blip r:embed="rId2"/>
            </p:blipFill>
            <p:spPr>
              <a:xfrm>
                <a:off x="1388520" y="3343320"/>
                <a:ext cx="7347240" cy="1976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831240" y="3771720"/>
              <a:ext cx="2786400" cy="43560"/>
            </p14:xfrm>
          </p:contentPart>
        </mc:Choice>
        <mc:Fallback xmlns="">
          <p:pic>
            <p:nvPicPr>
              <p:cNvPr id="3" name="墨迹 2"/>
            </p:nvPicPr>
            <p:blipFill>
              <a:blip r:embed="rId4"/>
            </p:blipFill>
            <p:spPr>
              <a:xfrm>
                <a:off x="831240" y="3771720"/>
                <a:ext cx="2786400" cy="435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337640" y="3703320"/>
              <a:ext cx="2426400" cy="51840"/>
            </p14:xfrm>
          </p:contentPart>
        </mc:Choice>
        <mc:Fallback xmlns="">
          <p:pic>
            <p:nvPicPr>
              <p:cNvPr id="4" name="墨迹 3"/>
            </p:nvPicPr>
            <p:blipFill>
              <a:blip r:embed="rId6"/>
            </p:blipFill>
            <p:spPr>
              <a:xfrm>
                <a:off x="4337640" y="3703320"/>
                <a:ext cx="2426400" cy="518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7277760" y="3703320"/>
              <a:ext cx="1483560" cy="128880"/>
            </p14:xfrm>
          </p:contentPart>
        </mc:Choice>
        <mc:Fallback xmlns="">
          <p:pic>
            <p:nvPicPr>
              <p:cNvPr id="5" name="墨迹 4"/>
            </p:nvPicPr>
            <p:blipFill>
              <a:blip r:embed="rId8"/>
            </p:blipFill>
            <p:spPr>
              <a:xfrm>
                <a:off x="7277760" y="3703320"/>
                <a:ext cx="1483560" cy="1288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797040" y="4046040"/>
              <a:ext cx="2160720" cy="43560"/>
            </p14:xfrm>
          </p:contentPart>
        </mc:Choice>
        <mc:Fallback xmlns="">
          <p:pic>
            <p:nvPicPr>
              <p:cNvPr id="6" name="墨迹 5"/>
            </p:nvPicPr>
            <p:blipFill>
              <a:blip r:embed="rId10"/>
            </p:blipFill>
            <p:spPr>
              <a:xfrm>
                <a:off x="797040" y="4046040"/>
                <a:ext cx="2160720" cy="435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4646160" y="4063320"/>
              <a:ext cx="2040480" cy="34560"/>
            </p14:xfrm>
          </p:contentPart>
        </mc:Choice>
        <mc:Fallback xmlns="">
          <p:pic>
            <p:nvPicPr>
              <p:cNvPr id="7" name="墨迹 6"/>
            </p:nvPicPr>
            <p:blipFill>
              <a:blip r:embed="rId12"/>
            </p:blipFill>
            <p:spPr>
              <a:xfrm>
                <a:off x="4646160" y="4063320"/>
                <a:ext cx="2040480" cy="345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7183440" y="4020480"/>
              <a:ext cx="2255040" cy="51840"/>
            </p14:xfrm>
          </p:contentPart>
        </mc:Choice>
        <mc:Fallback xmlns="">
          <p:pic>
            <p:nvPicPr>
              <p:cNvPr id="8" name="墨迹 7"/>
            </p:nvPicPr>
            <p:blipFill>
              <a:blip r:embed="rId14"/>
            </p:blipFill>
            <p:spPr>
              <a:xfrm>
                <a:off x="7183440" y="4020480"/>
                <a:ext cx="2255040" cy="51840"/>
              </a:xfrm>
              <a:prstGeom prst="rect"/>
            </p:spPr>
          </p:pic>
        </mc:Fallback>
      </mc:AlternateContent>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ext Box 4"/>
          <p:cNvSpPr txBox="1">
            <a:spLocks noChangeArrowheads="1"/>
          </p:cNvSpPr>
          <p:nvPr/>
        </p:nvSpPr>
        <p:spPr bwMode="auto">
          <a:xfrm>
            <a:off x="1187450" y="404813"/>
            <a:ext cx="7416800" cy="457200"/>
          </a:xfrm>
          <a:prstGeom prst="rect">
            <a:avLst/>
          </a:prstGeom>
          <a:noFill/>
          <a:ln w="9525">
            <a:noFill/>
            <a:miter lim="800000"/>
          </a:ln>
        </p:spPr>
        <p:txBody>
          <a:bodyPr>
            <a:spAutoFit/>
          </a:bodyPr>
          <a:lstStyle/>
          <a:p>
            <a:pPr algn="ctr"/>
            <a:r>
              <a:rPr lang="zh-CN" altLang="zh-CN" sz="2400" b="1">
                <a:latin typeface="Cambria" panose="02040503050406030204" charset="0"/>
                <a:ea typeface="华文楷体" panose="02010600040101010101" charset="-122"/>
              </a:rPr>
              <a:t>A Letter of Quotation (</a:t>
            </a:r>
            <a:r>
              <a:rPr lang="zh-CN" altLang="en-US" sz="2400" b="1">
                <a:latin typeface="Cambria" panose="02040503050406030204" charset="0"/>
                <a:ea typeface="华文楷体" panose="02010600040101010101" charset="-122"/>
              </a:rPr>
              <a:t>报价信</a:t>
            </a:r>
            <a:r>
              <a:rPr lang="zh-CN" altLang="zh-CN" sz="2400" b="1">
                <a:latin typeface="Cambria" panose="02040503050406030204" charset="0"/>
                <a:ea typeface="华文楷体" panose="02010600040101010101" charset="-122"/>
              </a:rPr>
              <a:t>)</a:t>
            </a:r>
            <a:r>
              <a:rPr lang="zh-CN" altLang="zh-CN" sz="2400">
                <a:latin typeface="Cambria" panose="02040503050406030204" charset="0"/>
                <a:ea typeface="华文楷体" panose="02010600040101010101" charset="-122"/>
              </a:rPr>
              <a:t> </a:t>
            </a:r>
            <a:endParaRPr lang="en-US" altLang="zh-CN" sz="2400">
              <a:latin typeface="Cambria" panose="02040503050406030204" charset="0"/>
              <a:ea typeface="华文楷体" panose="02010600040101010101" charset="-122"/>
            </a:endParaRPr>
          </a:p>
        </p:txBody>
      </p:sp>
      <p:sp>
        <p:nvSpPr>
          <p:cNvPr id="69634" name="Text Box 5"/>
          <p:cNvSpPr txBox="1">
            <a:spLocks noChangeArrowheads="1"/>
          </p:cNvSpPr>
          <p:nvPr/>
        </p:nvSpPr>
        <p:spPr bwMode="auto">
          <a:xfrm>
            <a:off x="179388" y="1196975"/>
            <a:ext cx="8856662" cy="4985980"/>
          </a:xfrm>
          <a:prstGeom prst="rect">
            <a:avLst/>
          </a:prstGeom>
          <a:noFill/>
          <a:ln w="9525">
            <a:noFill/>
            <a:miter lim="800000"/>
          </a:ln>
        </p:spPr>
        <p:txBody>
          <a:bodyPr>
            <a:spAutoFit/>
          </a:bodyPr>
          <a:lstStyle/>
          <a:p>
            <a:r>
              <a:rPr lang="en-US" altLang="zh-CN"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December 6th,20</a:t>
            </a:r>
            <a:r>
              <a:rPr lang="en-US" altLang="zh-CN" sz="2400" b="1" dirty="0">
                <a:latin typeface="Cambria" panose="02040503050406030204" charset="0"/>
                <a:ea typeface="华文楷体" panose="02010600040101010101" charset="-122"/>
              </a:rPr>
              <a:t>11</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Dear Mr. David Johnson,</a:t>
            </a:r>
            <a:endParaRPr lang="zh-CN" altLang="zh-CN" sz="2400" b="1" dirty="0">
              <a:latin typeface="Cambria" panose="02040503050406030204" charset="0"/>
              <a:ea typeface="华文楷体" panose="02010600040101010101" charset="-122"/>
            </a:endParaRPr>
          </a:p>
          <a:p>
            <a:r>
              <a:rPr lang="en-US" altLang="zh-CN"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Thank you for your interest in our products. Enclosed are the latest</a:t>
            </a:r>
            <a:r>
              <a:rPr lang="en-US" altLang="zh-CN"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catalogue and price list. As well known, Our company </a:t>
            </a:r>
            <a:r>
              <a:rPr lang="zh-CN" altLang="zh-CN" sz="2400" b="1" dirty="0" smtClean="0">
                <a:latin typeface="Cambria" panose="02040503050406030204" charset="0"/>
                <a:ea typeface="华文楷体" panose="02010600040101010101" charset="-122"/>
              </a:rPr>
              <a:t>ha</a:t>
            </a:r>
            <a:r>
              <a:rPr lang="en-US" altLang="zh-CN" sz="2400" b="1" smtClean="0">
                <a:latin typeface="Cambria" panose="02040503050406030204" charset="0"/>
                <a:ea typeface="华文楷体" panose="02010600040101010101" charset="-122"/>
              </a:rPr>
              <a:t>s</a:t>
            </a:r>
            <a:r>
              <a:rPr lang="zh-CN" altLang="zh-CN" sz="2400" b="1" smtClean="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a lot of satisfied customers and friends and we will always offer excellent after-services for our clients. Further more, if you place a large</a:t>
            </a:r>
            <a:r>
              <a:rPr lang="en-US" altLang="zh-CN"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order, we will offer a discount.</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       Anything else please let me know. </a:t>
            </a:r>
            <a:r>
              <a:rPr lang="en-US" altLang="zh-CN" b="1" dirty="0">
                <a:latin typeface="Cambria" panose="02040503050406030204" charset="0"/>
                <a:ea typeface="华文楷体" panose="02010600040101010101" charset="-122"/>
              </a:rPr>
              <a:t>                                                                                                         </a:t>
            </a:r>
            <a:endParaRPr lang="en-US" altLang="zh-CN" b="1" dirty="0">
              <a:latin typeface="Cambria" panose="02040503050406030204" charset="0"/>
              <a:ea typeface="华文楷体" panose="02010600040101010101" charset="-122"/>
            </a:endParaRPr>
          </a:p>
          <a:p>
            <a:endParaRPr lang="en-US" altLang="zh-CN" b="1" dirty="0">
              <a:latin typeface="Cambria" panose="02040503050406030204" charset="0"/>
              <a:ea typeface="华文楷体" panose="02010600040101010101" charset="-122"/>
            </a:endParaRPr>
          </a:p>
          <a:p>
            <a:r>
              <a:rPr lang="en-US" altLang="zh-CN"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Yours,</a:t>
            </a:r>
            <a:endParaRPr lang="zh-CN" altLang="zh-CN" sz="2400" b="1" dirty="0">
              <a:latin typeface="Cambria" panose="02040503050406030204" charset="0"/>
              <a:ea typeface="华文楷体" panose="02010600040101010101" charset="-122"/>
            </a:endParaRPr>
          </a:p>
          <a:p>
            <a:r>
              <a:rPr lang="en-US" altLang="zh-CN"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Peter Kevil</a:t>
            </a:r>
            <a:endParaRPr lang="en-US" altLang="zh-CN" sz="2400" b="1"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6969240" y="2143080"/>
              <a:ext cx="1834920" cy="60480"/>
            </p14:xfrm>
          </p:contentPart>
        </mc:Choice>
        <mc:Fallback xmlns="">
          <p:pic>
            <p:nvPicPr>
              <p:cNvPr id="2" name="墨迹 1"/>
            </p:nvPicPr>
            <p:blipFill>
              <a:blip r:embed="rId2"/>
            </p:blipFill>
            <p:spPr>
              <a:xfrm>
                <a:off x="6969240" y="2143080"/>
                <a:ext cx="1834920" cy="604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326040" y="2889000"/>
              <a:ext cx="2726280" cy="51840"/>
            </p14:xfrm>
          </p:contentPart>
        </mc:Choice>
        <mc:Fallback xmlns="">
          <p:pic>
            <p:nvPicPr>
              <p:cNvPr id="3" name="墨迹 2"/>
            </p:nvPicPr>
            <p:blipFill>
              <a:blip r:embed="rId4"/>
            </p:blipFill>
            <p:spPr>
              <a:xfrm>
                <a:off x="3326040" y="2889000"/>
                <a:ext cx="2726280" cy="518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2597400" y="3266280"/>
              <a:ext cx="3300840" cy="60120"/>
            </p14:xfrm>
          </p:contentPart>
        </mc:Choice>
        <mc:Fallback xmlns="">
          <p:pic>
            <p:nvPicPr>
              <p:cNvPr id="4" name="墨迹 3"/>
            </p:nvPicPr>
            <p:blipFill>
              <a:blip r:embed="rId6"/>
            </p:blipFill>
            <p:spPr>
              <a:xfrm>
                <a:off x="2597400" y="3266280"/>
                <a:ext cx="3300840" cy="601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7038000" y="3249000"/>
              <a:ext cx="977400" cy="51840"/>
            </p14:xfrm>
          </p:contentPart>
        </mc:Choice>
        <mc:Fallback xmlns="">
          <p:pic>
            <p:nvPicPr>
              <p:cNvPr id="5" name="墨迹 4"/>
            </p:nvPicPr>
            <p:blipFill>
              <a:blip r:embed="rId8"/>
            </p:blipFill>
            <p:spPr>
              <a:xfrm>
                <a:off x="7038000" y="3249000"/>
                <a:ext cx="977400" cy="5184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274320" y="4003200"/>
              <a:ext cx="1560600" cy="34920"/>
            </p14:xfrm>
          </p:contentPart>
        </mc:Choice>
        <mc:Fallback xmlns="">
          <p:pic>
            <p:nvPicPr>
              <p:cNvPr id="6" name="墨迹 5"/>
            </p:nvPicPr>
            <p:blipFill>
              <a:blip r:embed="rId10"/>
            </p:blipFill>
            <p:spPr>
              <a:xfrm>
                <a:off x="274320" y="4003200"/>
                <a:ext cx="1560600" cy="3492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2193480" y="2936160"/>
              <a:ext cx="214560" cy="360"/>
            </p14:xfrm>
          </p:contentPart>
        </mc:Choice>
        <mc:Fallback xmlns="">
          <p:pic>
            <p:nvPicPr>
              <p:cNvPr id="7" name="墨迹 6"/>
            </p:nvPicPr>
            <p:blipFill>
              <a:blip r:embed="rId12"/>
            </p:blipFill>
            <p:spPr>
              <a:xfrm>
                <a:off x="2193480" y="2936160"/>
                <a:ext cx="214560" cy="360"/>
              </a:xfrm>
              <a:prstGeom prst="rect"/>
            </p:spPr>
          </p:pic>
        </mc:Fallback>
      </mc:AlternateContent>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idx="4294967295"/>
          </p:nvPr>
        </p:nvSpPr>
        <p:spPr>
          <a:xfrm>
            <a:off x="684213" y="188913"/>
            <a:ext cx="8229600" cy="936625"/>
          </a:xfrm>
        </p:spPr>
        <p:txBody>
          <a:bodyPr/>
          <a:lstStyle/>
          <a:p>
            <a:pPr eaLnBrk="1" hangingPunct="1"/>
            <a:r>
              <a:rPr lang="zh-CN" altLang="en-US" sz="2800" b="1" smtClean="0">
                <a:ea typeface="华文隶书" panose="02010800040101010101" pitchFamily="2" charset="-122"/>
              </a:rPr>
              <a:t>四、 投诉信</a:t>
            </a:r>
            <a:r>
              <a:rPr lang="zh-CN" altLang="en-US" sz="2400" smtClean="0"/>
              <a:t>  </a:t>
            </a:r>
            <a:r>
              <a:rPr lang="en-US" altLang="zh-CN" sz="2400" smtClean="0"/>
              <a:t>(A Letter of Complaint)</a:t>
            </a:r>
            <a:endParaRPr lang="en-US" altLang="zh-CN" sz="2400" smtClean="0"/>
          </a:p>
        </p:txBody>
      </p:sp>
      <p:sp>
        <p:nvSpPr>
          <p:cNvPr id="107523" name="Rectangle 3"/>
          <p:cNvSpPr>
            <a:spLocks noGrp="1" noChangeArrowheads="1"/>
          </p:cNvSpPr>
          <p:nvPr>
            <p:ph type="body" idx="4294967295"/>
          </p:nvPr>
        </p:nvSpPr>
        <p:spPr>
          <a:xfrm>
            <a:off x="468313" y="1052513"/>
            <a:ext cx="8532812" cy="4824412"/>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en-US" altLang="zh-CN" sz="800"/>
              <a:t>    </a:t>
            </a:r>
            <a:r>
              <a:rPr lang="zh-CN" altLang="en-US" sz="2000">
                <a:ea typeface="楷体_GB2312" pitchFamily="49" charset="-122"/>
              </a:rPr>
              <a:t>在人们的生活中经常会发生一些事情，比如消费利益受损、正常生活和工</a:t>
            </a:r>
            <a:endParaRPr lang="zh-CN" altLang="en-US" sz="2000">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sz="2000">
                <a:ea typeface="楷体_GB2312" pitchFamily="49" charset="-122"/>
              </a:rPr>
              <a:t>作受到干扰等等令人伤脑筋的事情，有时写封投诉信不失为一个解决的办</a:t>
            </a:r>
            <a:endParaRPr lang="zh-CN" altLang="en-US" sz="2000">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sz="2000">
                <a:ea typeface="楷体_GB2312" pitchFamily="49" charset="-122"/>
              </a:rPr>
              <a:t>法。</a:t>
            </a:r>
            <a:br>
              <a:rPr lang="zh-CN" altLang="en-US" sz="2000">
                <a:ea typeface="楷体_GB2312" pitchFamily="49" charset="-122"/>
              </a:rPr>
            </a:br>
            <a:br>
              <a:rPr lang="zh-CN" altLang="en-US" sz="2000">
                <a:ea typeface="楷体_GB2312" pitchFamily="49" charset="-122"/>
              </a:rPr>
            </a:br>
            <a:r>
              <a:rPr lang="zh-CN" altLang="en-US" sz="2000">
                <a:ea typeface="楷体_GB2312" pitchFamily="49" charset="-122"/>
              </a:rPr>
              <a:t>投诉信通常包括以下几个方面的内容：说明投诉的原因并表示遗憾；实</a:t>
            </a:r>
            <a:endParaRPr lang="zh-CN" altLang="en-US" sz="2000">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sz="2000">
                <a:ea typeface="楷体_GB2312" pitchFamily="49" charset="-122"/>
              </a:rPr>
              <a:t>事求是地阐述问题发生的经过，切记不要夸大其词；指出问题引起的后</a:t>
            </a:r>
            <a:endParaRPr lang="zh-CN" altLang="en-US" sz="2000">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sz="2000">
                <a:ea typeface="楷体_GB2312" pitchFamily="49" charset="-122"/>
              </a:rPr>
              <a:t>果；提出批评及处理的意见或敦促对方采取措施或者提出所希望的赔偿以</a:t>
            </a:r>
            <a:endParaRPr lang="zh-CN" altLang="en-US" sz="2000">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sz="2000">
                <a:ea typeface="楷体_GB2312" pitchFamily="49" charset="-122"/>
              </a:rPr>
              <a:t>及补救方式。</a:t>
            </a:r>
            <a:endParaRPr lang="zh-CN" altLang="en-US" sz="2000">
              <a:ea typeface="楷体_GB2312" pitchFamily="49" charset="-122"/>
            </a:endParaRPr>
          </a:p>
          <a:p>
            <a:pPr eaLnBrk="1" fontAlgn="auto" hangingPunct="1">
              <a:lnSpc>
                <a:spcPct val="80000"/>
              </a:lnSpc>
              <a:spcAft>
                <a:spcPts val="0"/>
              </a:spcAft>
              <a:buFont typeface="Wingdings" panose="05000000000000000000" pitchFamily="2" charset="2"/>
              <a:buNone/>
              <a:defRPr/>
            </a:pPr>
            <a:endParaRPr lang="zh-CN" altLang="en-US" sz="2000">
              <a:ea typeface="楷体_GB2312" pitchFamily="49" charset="-122"/>
            </a:endParaRPr>
          </a:p>
          <a:p>
            <a:pPr eaLnBrk="1" fontAlgn="auto" hangingPunct="1">
              <a:spcAft>
                <a:spcPts val="0"/>
              </a:spcAft>
              <a:buFont typeface="Wingdings" panose="05000000000000000000" pitchFamily="2" charset="2"/>
              <a:buNone/>
              <a:defRPr/>
            </a:pPr>
            <a:r>
              <a:rPr lang="zh-CN" altLang="en-US" sz="2000" b="1"/>
              <a:t>投诉信的结构</a:t>
            </a:r>
            <a:endParaRPr lang="zh-CN" altLang="en-US" sz="2000"/>
          </a:p>
          <a:p>
            <a:pPr eaLnBrk="1" fontAlgn="auto" hangingPunct="1">
              <a:spcAft>
                <a:spcPts val="0"/>
              </a:spcAft>
              <a:buFont typeface="Wingdings" panose="05000000000000000000" pitchFamily="2" charset="2"/>
              <a:buNone/>
              <a:defRPr/>
            </a:pPr>
            <a:r>
              <a:rPr lang="zh-CN" altLang="en-US" sz="2000"/>
              <a:t>（</a:t>
            </a:r>
            <a:r>
              <a:rPr lang="en-US" altLang="zh-CN" sz="2000"/>
              <a:t>1</a:t>
            </a:r>
            <a:r>
              <a:rPr lang="zh-CN" altLang="en-US" sz="2000"/>
              <a:t>）开头：自我介绍，交代投诉内容，表明本信的目的和要求。</a:t>
            </a:r>
            <a:endParaRPr lang="zh-CN" altLang="en-US" sz="2000"/>
          </a:p>
          <a:p>
            <a:pPr eaLnBrk="1" fontAlgn="auto" hangingPunct="1">
              <a:spcAft>
                <a:spcPts val="0"/>
              </a:spcAft>
              <a:buFont typeface="Wingdings" panose="05000000000000000000" pitchFamily="2" charset="2"/>
              <a:buNone/>
              <a:defRPr/>
            </a:pPr>
            <a:r>
              <a:rPr lang="zh-CN" altLang="en-US" sz="2000"/>
              <a:t>（</a:t>
            </a:r>
            <a:r>
              <a:rPr lang="en-US" altLang="zh-CN" sz="2000"/>
              <a:t>2</a:t>
            </a:r>
            <a:r>
              <a:rPr lang="zh-CN" altLang="en-US" sz="2000"/>
              <a:t>）正文：说明情况，讲清利害，分析利弊。告诉对方你因此受到的伤害</a:t>
            </a:r>
            <a:endParaRPr lang="zh-CN" altLang="en-US" sz="2000"/>
          </a:p>
          <a:p>
            <a:pPr eaLnBrk="1" fontAlgn="auto" hangingPunct="1">
              <a:spcAft>
                <a:spcPts val="0"/>
              </a:spcAft>
              <a:buFont typeface="Wingdings" panose="05000000000000000000" pitchFamily="2" charset="2"/>
              <a:buNone/>
              <a:defRPr/>
            </a:pPr>
            <a:r>
              <a:rPr lang="zh-CN" altLang="en-US" sz="2000"/>
              <a:t>      或不便，提出解决问题的建议，表明希望如何处理。</a:t>
            </a:r>
            <a:endParaRPr lang="zh-CN" altLang="en-US" sz="2000"/>
          </a:p>
          <a:p>
            <a:pPr eaLnBrk="1" fontAlgn="auto" hangingPunct="1">
              <a:spcAft>
                <a:spcPts val="0"/>
              </a:spcAft>
              <a:buFont typeface="Wingdings" panose="05000000000000000000" pitchFamily="2" charset="2"/>
              <a:buNone/>
              <a:defRPr/>
            </a:pPr>
            <a:r>
              <a:rPr lang="zh-CN" altLang="en-US" sz="2000"/>
              <a:t>（</a:t>
            </a:r>
            <a:r>
              <a:rPr lang="en-US" altLang="zh-CN" sz="2000"/>
              <a:t>3</a:t>
            </a:r>
            <a:r>
              <a:rPr lang="zh-CN" altLang="en-US" sz="2000"/>
              <a:t>）结尾：表达希望问题得到迅速恰当解决的强烈愿望，希望尽快得到满</a:t>
            </a:r>
            <a:endParaRPr lang="zh-CN" altLang="en-US" sz="2000"/>
          </a:p>
          <a:p>
            <a:pPr eaLnBrk="1" fontAlgn="auto" hangingPunct="1">
              <a:spcAft>
                <a:spcPts val="0"/>
              </a:spcAft>
              <a:buFont typeface="Wingdings" panose="05000000000000000000" pitchFamily="2" charset="2"/>
              <a:buNone/>
              <a:defRPr/>
            </a:pPr>
            <a:r>
              <a:rPr lang="zh-CN" altLang="en-US" sz="2000"/>
              <a:t>      意的答复。 </a:t>
            </a:r>
            <a:endParaRPr lang="zh-CN" altLang="en-US" sz="200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082960" y="4011840"/>
              <a:ext cx="6729840" cy="1209240"/>
            </p14:xfrm>
          </p:contentPart>
        </mc:Choice>
        <mc:Fallback xmlns="">
          <p:pic>
            <p:nvPicPr>
              <p:cNvPr id="2" name="墨迹 1"/>
            </p:nvPicPr>
            <p:blipFill>
              <a:blip r:embed="rId2"/>
            </p:blipFill>
            <p:spPr>
              <a:xfrm>
                <a:off x="2082960" y="4011840"/>
                <a:ext cx="6729840" cy="1209240"/>
              </a:xfrm>
              <a:prstGeom prst="rect"/>
            </p:spPr>
          </p:pic>
        </mc:Fallback>
      </mc:AlternateContent>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3"/>
          <p:cNvSpPr>
            <a:spLocks noGrp="1" noChangeArrowheads="1"/>
          </p:cNvSpPr>
          <p:nvPr>
            <p:ph type="body" idx="1"/>
          </p:nvPr>
        </p:nvSpPr>
        <p:spPr>
          <a:xfrm>
            <a:off x="323850" y="620713"/>
            <a:ext cx="8229600" cy="5903912"/>
          </a:xfrm>
        </p:spPr>
        <p:txBody>
          <a:bodyPr/>
          <a:lstStyle/>
          <a:p>
            <a:pPr eaLnBrk="1" hangingPunct="1">
              <a:lnSpc>
                <a:spcPct val="90000"/>
              </a:lnSpc>
              <a:buFont typeface="Wingdings" panose="05000000000000000000" pitchFamily="2" charset="2"/>
              <a:buNone/>
            </a:pPr>
            <a:r>
              <a:rPr lang="en-US" altLang="zh-CN" sz="2400" smtClean="0"/>
              <a:t>Dear Sir or Madam,  </a:t>
            </a:r>
            <a:endParaRPr lang="en-US" altLang="zh-CN" sz="2400" smtClean="0"/>
          </a:p>
          <a:p>
            <a:pPr eaLnBrk="1" hangingPunct="1">
              <a:lnSpc>
                <a:spcPct val="90000"/>
              </a:lnSpc>
              <a:buFont typeface="Wingdings" panose="05000000000000000000" pitchFamily="2" charset="2"/>
              <a:buNone/>
            </a:pPr>
            <a:r>
              <a:rPr lang="en-US" altLang="zh-CN" sz="2400" smtClean="0"/>
              <a:t>It was somewhat </a:t>
            </a:r>
            <a:r>
              <a:rPr lang="en-US" altLang="zh-CN" sz="2400" smtClean="0">
                <a:hlinkClick r:id="rId1"/>
              </a:rPr>
              <a:t>irritating</a:t>
            </a:r>
            <a:r>
              <a:rPr lang="en-US" altLang="zh-CN" sz="2400" smtClean="0"/>
              <a:t> to find that the English-Chinese</a:t>
            </a:r>
            <a:endParaRPr lang="en-US" altLang="zh-CN" sz="2400" smtClean="0"/>
          </a:p>
          <a:p>
            <a:pPr eaLnBrk="1" hangingPunct="1">
              <a:lnSpc>
                <a:spcPct val="90000"/>
              </a:lnSpc>
              <a:buFont typeface="Wingdings" panose="05000000000000000000" pitchFamily="2" charset="2"/>
              <a:buNone/>
            </a:pPr>
            <a:r>
              <a:rPr lang="en-US" altLang="zh-CN" sz="2400" smtClean="0"/>
              <a:t>dictionary you sent to me on Dec. 13th, 2009 was totally </a:t>
            </a:r>
            <a:endParaRPr lang="en-US" altLang="zh-CN" sz="2400" smtClean="0"/>
          </a:p>
          <a:p>
            <a:pPr eaLnBrk="1" hangingPunct="1">
              <a:lnSpc>
                <a:spcPct val="90000"/>
              </a:lnSpc>
              <a:buFont typeface="Wingdings" panose="05000000000000000000" pitchFamily="2" charset="2"/>
              <a:buNone/>
            </a:pPr>
            <a:r>
              <a:rPr lang="en-US" altLang="zh-CN" sz="2400" smtClean="0">
                <a:hlinkClick r:id="rId2"/>
              </a:rPr>
              <a:t>unacceptable</a:t>
            </a:r>
            <a:r>
              <a:rPr lang="en-US" altLang="zh-CN" sz="2400" smtClean="0"/>
              <a:t>.</a:t>
            </a:r>
            <a:endParaRPr lang="en-US" altLang="zh-CN" sz="2400" smtClean="0"/>
          </a:p>
          <a:p>
            <a:pPr eaLnBrk="1" hangingPunct="1">
              <a:lnSpc>
                <a:spcPct val="90000"/>
              </a:lnSpc>
              <a:buFont typeface="Wingdings" panose="05000000000000000000" pitchFamily="2" charset="2"/>
              <a:buNone/>
            </a:pPr>
            <a:r>
              <a:rPr lang="en-US" altLang="zh-CN" sz="2400" smtClean="0"/>
              <a:t>The dictionary was a great disappointment, for when it </a:t>
            </a:r>
            <a:endParaRPr lang="en-US" altLang="zh-CN" sz="2400" smtClean="0"/>
          </a:p>
          <a:p>
            <a:pPr eaLnBrk="1" hangingPunct="1">
              <a:lnSpc>
                <a:spcPct val="90000"/>
              </a:lnSpc>
              <a:buFont typeface="Wingdings" panose="05000000000000000000" pitchFamily="2" charset="2"/>
              <a:buNone/>
            </a:pPr>
            <a:r>
              <a:rPr lang="en-US" altLang="zh-CN" sz="2400" smtClean="0"/>
              <a:t>arrived, it was far behind the date you promised to send it </a:t>
            </a:r>
            <a:endParaRPr lang="en-US" altLang="zh-CN" sz="2400" smtClean="0"/>
          </a:p>
          <a:p>
            <a:pPr eaLnBrk="1" hangingPunct="1">
              <a:lnSpc>
                <a:spcPct val="90000"/>
              </a:lnSpc>
              <a:buFont typeface="Wingdings" panose="05000000000000000000" pitchFamily="2" charset="2"/>
              <a:buNone/>
            </a:pPr>
            <a:r>
              <a:rPr lang="en-US" altLang="zh-CN" sz="2400" smtClean="0"/>
              <a:t>to me. Besides, the wrappings looked worn and dirty. And </a:t>
            </a:r>
            <a:endParaRPr lang="en-US" altLang="zh-CN" sz="2400" smtClean="0"/>
          </a:p>
          <a:p>
            <a:pPr eaLnBrk="1" hangingPunct="1">
              <a:lnSpc>
                <a:spcPct val="90000"/>
              </a:lnSpc>
              <a:buFont typeface="Wingdings" panose="05000000000000000000" pitchFamily="2" charset="2"/>
              <a:buNone/>
            </a:pPr>
            <a:r>
              <a:rPr lang="en-US" altLang="zh-CN" sz="2400" smtClean="0"/>
              <a:t>more surprisingly, when I opened the dictionary, I found </a:t>
            </a:r>
            <a:endParaRPr lang="en-US" altLang="zh-CN" sz="2400" smtClean="0"/>
          </a:p>
          <a:p>
            <a:pPr eaLnBrk="1" hangingPunct="1">
              <a:lnSpc>
                <a:spcPct val="90000"/>
              </a:lnSpc>
              <a:buFont typeface="Wingdings" panose="05000000000000000000" pitchFamily="2" charset="2"/>
              <a:buNone/>
            </a:pPr>
            <a:r>
              <a:rPr lang="en-US" altLang="zh-CN" sz="2400" smtClean="0"/>
              <a:t>more than 20 pages of it missing (p.123 to p. 136).</a:t>
            </a:r>
            <a:endParaRPr lang="en-US" altLang="zh-CN" sz="2400" smtClean="0"/>
          </a:p>
          <a:p>
            <a:pPr eaLnBrk="1" hangingPunct="1">
              <a:lnSpc>
                <a:spcPct val="90000"/>
              </a:lnSpc>
              <a:buFont typeface="Wingdings" panose="05000000000000000000" pitchFamily="2" charset="2"/>
              <a:buNone/>
            </a:pPr>
            <a:r>
              <a:rPr lang="en-US" altLang="zh-CN" sz="2400" smtClean="0"/>
              <a:t>I'd be grateful if you could send me a replacement and </a:t>
            </a:r>
            <a:endParaRPr lang="en-US" altLang="zh-CN" sz="2400" smtClean="0"/>
          </a:p>
          <a:p>
            <a:pPr eaLnBrk="1" hangingPunct="1">
              <a:lnSpc>
                <a:spcPct val="90000"/>
              </a:lnSpc>
              <a:buFont typeface="Wingdings" panose="05000000000000000000" pitchFamily="2" charset="2"/>
              <a:buNone/>
            </a:pPr>
            <a:r>
              <a:rPr lang="en-US" altLang="zh-CN" sz="2400" smtClean="0"/>
              <a:t>refund my postage (state amount).</a:t>
            </a:r>
            <a:endParaRPr lang="en-US" altLang="zh-CN" sz="2400" smtClean="0"/>
          </a:p>
          <a:p>
            <a:pPr eaLnBrk="1" hangingPunct="1">
              <a:lnSpc>
                <a:spcPct val="90000"/>
              </a:lnSpc>
              <a:buFont typeface="Wingdings" panose="05000000000000000000" pitchFamily="2" charset="2"/>
              <a:buNone/>
            </a:pPr>
            <a:r>
              <a:rPr lang="en-US" altLang="zh-CN" sz="2400" smtClean="0"/>
              <a:t>I really appreciate your help.</a:t>
            </a:r>
            <a:endParaRPr lang="en-US" altLang="zh-CN" sz="2400" smtClean="0"/>
          </a:p>
          <a:p>
            <a:pPr eaLnBrk="1" hangingPunct="1">
              <a:lnSpc>
                <a:spcPct val="90000"/>
              </a:lnSpc>
              <a:buFont typeface="Wingdings" panose="05000000000000000000" pitchFamily="2" charset="2"/>
              <a:buNone/>
            </a:pPr>
            <a:r>
              <a:rPr lang="en-US" altLang="zh-CN" sz="2400" smtClean="0"/>
              <a:t>Yours faithfully,                                                       </a:t>
            </a:r>
            <a:endParaRPr lang="en-US" altLang="zh-CN" sz="2400" smtClean="0"/>
          </a:p>
          <a:p>
            <a:pPr eaLnBrk="1" hangingPunct="1">
              <a:lnSpc>
                <a:spcPct val="90000"/>
              </a:lnSpc>
              <a:buFont typeface="Wingdings" panose="05000000000000000000" pitchFamily="2" charset="2"/>
              <a:buNone/>
            </a:pPr>
            <a:r>
              <a:rPr lang="en-US" altLang="zh-CN" sz="2400" smtClean="0"/>
              <a:t>Li Ming</a:t>
            </a:r>
            <a:endParaRPr lang="en-US" altLang="zh-CN" sz="2400" smtClean="0"/>
          </a:p>
        </p:txBody>
      </p:sp>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419760" y="2005920"/>
              <a:ext cx="1877760" cy="69120"/>
            </p14:xfrm>
          </p:contentPart>
        </mc:Choice>
        <mc:Fallback xmlns="">
          <p:pic>
            <p:nvPicPr>
              <p:cNvPr id="2" name="墨迹 1"/>
            </p:nvPicPr>
            <p:blipFill>
              <a:blip r:embed="rId4"/>
            </p:blipFill>
            <p:spPr>
              <a:xfrm>
                <a:off x="419760" y="2005920"/>
                <a:ext cx="1877760" cy="6912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3" name="墨迹 2"/>
              <p14:cNvContentPartPr/>
              <p14:nvPr/>
            </p14:nvContentPartPr>
            <p14:xfrm>
              <a:off x="2683080" y="1234440"/>
              <a:ext cx="1277640" cy="25920"/>
            </p14:xfrm>
          </p:contentPart>
        </mc:Choice>
        <mc:Fallback xmlns="">
          <p:pic>
            <p:nvPicPr>
              <p:cNvPr id="3" name="墨迹 2"/>
            </p:nvPicPr>
            <p:blipFill>
              <a:blip r:embed="rId6"/>
            </p:blipFill>
            <p:spPr>
              <a:xfrm>
                <a:off x="2683080" y="1234440"/>
                <a:ext cx="1277640" cy="259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4" name="墨迹 3"/>
              <p14:cNvContentPartPr/>
              <p14:nvPr/>
            </p14:nvContentPartPr>
            <p14:xfrm>
              <a:off x="2863080" y="3240360"/>
              <a:ext cx="1509120" cy="43200"/>
            </p14:xfrm>
          </p:contentPart>
        </mc:Choice>
        <mc:Fallback xmlns="">
          <p:pic>
            <p:nvPicPr>
              <p:cNvPr id="4" name="墨迹 3"/>
            </p:nvPicPr>
            <p:blipFill>
              <a:blip r:embed="rId8"/>
            </p:blipFill>
            <p:spPr>
              <a:xfrm>
                <a:off x="2863080" y="3240360"/>
                <a:ext cx="1509120" cy="432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5" name="墨迹 4"/>
              <p14:cNvContentPartPr/>
              <p14:nvPr/>
            </p14:nvContentPartPr>
            <p14:xfrm>
              <a:off x="1208520" y="4440600"/>
              <a:ext cx="960480" cy="34560"/>
            </p14:xfrm>
          </p:contentPart>
        </mc:Choice>
        <mc:Fallback xmlns="">
          <p:pic>
            <p:nvPicPr>
              <p:cNvPr id="5" name="墨迹 4"/>
            </p:nvPicPr>
            <p:blipFill>
              <a:blip r:embed="rId10"/>
            </p:blipFill>
            <p:spPr>
              <a:xfrm>
                <a:off x="1208520" y="4440600"/>
                <a:ext cx="960480" cy="345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6" name="墨迹 5"/>
              <p14:cNvContentPartPr/>
              <p14:nvPr/>
            </p14:nvContentPartPr>
            <p14:xfrm>
              <a:off x="5212080" y="4363560"/>
              <a:ext cx="1577520" cy="154440"/>
            </p14:xfrm>
          </p:contentPart>
        </mc:Choice>
        <mc:Fallback xmlns="">
          <p:pic>
            <p:nvPicPr>
              <p:cNvPr id="6" name="墨迹 5"/>
            </p:nvPicPr>
            <p:blipFill>
              <a:blip r:embed="rId12"/>
            </p:blipFill>
            <p:spPr>
              <a:xfrm>
                <a:off x="5212080" y="4363560"/>
                <a:ext cx="1577520" cy="15444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7" name="墨迹 6"/>
              <p14:cNvContentPartPr/>
              <p14:nvPr/>
            </p14:nvContentPartPr>
            <p14:xfrm>
              <a:off x="445680" y="4877640"/>
              <a:ext cx="1037520" cy="43200"/>
            </p14:xfrm>
          </p:contentPart>
        </mc:Choice>
        <mc:Fallback xmlns="">
          <p:pic>
            <p:nvPicPr>
              <p:cNvPr id="7" name="墨迹 6"/>
            </p:nvPicPr>
            <p:blipFill>
              <a:blip r:embed="rId14"/>
            </p:blipFill>
            <p:spPr>
              <a:xfrm>
                <a:off x="445680" y="4877640"/>
                <a:ext cx="1037520" cy="432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8" name="墨迹 7"/>
              <p14:cNvContentPartPr/>
              <p14:nvPr/>
            </p14:nvContentPartPr>
            <p14:xfrm>
              <a:off x="1902960" y="4860720"/>
              <a:ext cx="729000" cy="51840"/>
            </p14:xfrm>
          </p:contentPart>
        </mc:Choice>
        <mc:Fallback xmlns="">
          <p:pic>
            <p:nvPicPr>
              <p:cNvPr id="8" name="墨迹 7"/>
            </p:nvPicPr>
            <p:blipFill>
              <a:blip r:embed="rId16"/>
            </p:blipFill>
            <p:spPr>
              <a:xfrm>
                <a:off x="1902960" y="4860720"/>
                <a:ext cx="729000" cy="518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9" name="墨迹 8"/>
              <p14:cNvContentPartPr/>
              <p14:nvPr/>
            </p14:nvContentPartPr>
            <p14:xfrm>
              <a:off x="5357520" y="4440600"/>
              <a:ext cx="849240" cy="17280"/>
            </p14:xfrm>
          </p:contentPart>
        </mc:Choice>
        <mc:Fallback xmlns="">
          <p:pic>
            <p:nvPicPr>
              <p:cNvPr id="9" name="墨迹 8"/>
            </p:nvPicPr>
            <p:blipFill>
              <a:blip r:embed="rId18"/>
            </p:blipFill>
            <p:spPr>
              <a:xfrm>
                <a:off x="5357520" y="4440600"/>
                <a:ext cx="849240" cy="1728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0" name="墨迹 9"/>
              <p14:cNvContentPartPr/>
              <p14:nvPr/>
            </p14:nvContentPartPr>
            <p14:xfrm>
              <a:off x="385560" y="4894920"/>
              <a:ext cx="900720" cy="51840"/>
            </p14:xfrm>
          </p:contentPart>
        </mc:Choice>
        <mc:Fallback xmlns="">
          <p:pic>
            <p:nvPicPr>
              <p:cNvPr id="10" name="墨迹 9"/>
            </p:nvPicPr>
            <p:blipFill>
              <a:blip r:embed="rId20"/>
            </p:blipFill>
            <p:spPr>
              <a:xfrm>
                <a:off x="385560" y="4894920"/>
                <a:ext cx="900720" cy="51840"/>
              </a:xfrm>
              <a:prstGeom prst="rect"/>
            </p:spPr>
          </p:pic>
        </mc:Fallback>
      </mc:AlternateContent>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body" idx="1"/>
          </p:nvPr>
        </p:nvSpPr>
        <p:spPr>
          <a:xfrm>
            <a:off x="457200" y="620713"/>
            <a:ext cx="8229600" cy="5832475"/>
          </a:xfrm>
        </p:spPr>
        <p:txBody>
          <a:bodyPr/>
          <a:lstStyle/>
          <a:p>
            <a:pPr eaLnBrk="1" hangingPunct="1">
              <a:buFont typeface="Wingdings" panose="05000000000000000000" pitchFamily="2" charset="2"/>
              <a:buNone/>
            </a:pPr>
            <a:r>
              <a:rPr lang="zh-CN" altLang="en-US" sz="2400" smtClean="0">
                <a:ea typeface="PMingLiU" pitchFamily="18" charset="-120"/>
              </a:rPr>
              <a:t>投诉信常用语</a:t>
            </a:r>
            <a:endParaRPr lang="zh-CN" altLang="en-US"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1) </a:t>
            </a:r>
            <a:r>
              <a:rPr lang="zh-CN" altLang="en-US" sz="2400" smtClean="0">
                <a:ea typeface="PMingLiU" pitchFamily="18" charset="-120"/>
              </a:rPr>
              <a:t>有礼貌地说明所犯错误或指出问题</a:t>
            </a:r>
            <a:endParaRPr lang="zh-CN" altLang="en-US"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1.I am writing to complain about---</a:t>
            </a:r>
            <a:endParaRPr lang="en-US" altLang="zh-CN"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2.I write to express my concern/dissatisfaction about</a:t>
            </a:r>
            <a:endParaRPr lang="en-US" altLang="zh-CN"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3.I would like to express my disappointment about---</a:t>
            </a:r>
            <a:endParaRPr lang="en-US" altLang="zh-CN"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4.We have received your (invoice/consignment)</a:t>
            </a:r>
            <a:endParaRPr lang="en-US" altLang="zh-CN"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5.With reference to your invoice of--- I must point out---</a:t>
            </a:r>
            <a:endParaRPr lang="en-US" altLang="zh-CN"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6.According to---, the correct figure is---</a:t>
            </a:r>
            <a:endParaRPr lang="en-US" altLang="zh-CN"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7.On checking the goods, we discovered that 200 radios </a:t>
            </a:r>
            <a:endParaRPr lang="en-US" altLang="zh-CN"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were missing.</a:t>
            </a:r>
            <a:endParaRPr lang="en-US" altLang="zh-CN"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8.Your invoice states that the consignment contains radios, </a:t>
            </a:r>
            <a:endParaRPr lang="en-US" altLang="zh-CN" sz="2400" smtClean="0">
              <a:ea typeface="PMingLiU" pitchFamily="18" charset="-120"/>
            </a:endParaRPr>
          </a:p>
          <a:p>
            <a:pPr eaLnBrk="1" hangingPunct="1">
              <a:buFont typeface="Wingdings" panose="05000000000000000000" pitchFamily="2" charset="2"/>
              <a:buNone/>
            </a:pPr>
            <a:r>
              <a:rPr lang="en-US" altLang="zh-CN" sz="2400" smtClean="0">
                <a:ea typeface="PMingLiU" pitchFamily="18" charset="-120"/>
              </a:rPr>
              <a:t>but in fact  ...</a:t>
            </a:r>
            <a:endParaRPr lang="en-US" altLang="zh-CN" sz="2400" smtClean="0">
              <a:ea typeface="PMingLiU" pitchFamily="18" charset="-120"/>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840480" y="3000240"/>
              <a:ext cx="917640" cy="17640"/>
            </p14:xfrm>
          </p:contentPart>
        </mc:Choice>
        <mc:Fallback xmlns="">
          <p:pic>
            <p:nvPicPr>
              <p:cNvPr id="2" name="墨迹 1"/>
            </p:nvPicPr>
            <p:blipFill>
              <a:blip r:embed="rId2"/>
            </p:blipFill>
            <p:spPr>
              <a:xfrm>
                <a:off x="3840480" y="3000240"/>
                <a:ext cx="917640" cy="176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997520" y="3060360"/>
              <a:ext cx="1731960" cy="25920"/>
            </p14:xfrm>
          </p:contentPart>
        </mc:Choice>
        <mc:Fallback xmlns="">
          <p:pic>
            <p:nvPicPr>
              <p:cNvPr id="3" name="墨迹 2"/>
            </p:nvPicPr>
            <p:blipFill>
              <a:blip r:embed="rId4"/>
            </p:blipFill>
            <p:spPr>
              <a:xfrm>
                <a:off x="4997520" y="3060360"/>
                <a:ext cx="1731960" cy="25920"/>
              </a:xfrm>
              <a:prstGeom prst="rect"/>
            </p:spPr>
          </p:pic>
        </mc:Fallback>
      </mc:AlternateContent>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5" name="Rectangle 3"/>
          <p:cNvSpPr>
            <a:spLocks noGrp="1" noChangeArrowheads="1"/>
          </p:cNvSpPr>
          <p:nvPr>
            <p:ph type="body" idx="1"/>
          </p:nvPr>
        </p:nvSpPr>
        <p:spPr>
          <a:xfrm>
            <a:off x="611188" y="404812"/>
            <a:ext cx="8281292" cy="6264547"/>
          </a:xfrm>
        </p:spPr>
        <p:txBody>
          <a:bodyPr rtlCol="0">
            <a:normAutofit/>
          </a:bodyPr>
          <a:lstStyle/>
          <a:p>
            <a:pPr eaLnBrk="1" fontAlgn="auto" hangingPunct="1">
              <a:lnSpc>
                <a:spcPct val="80000"/>
              </a:lnSpc>
              <a:spcAft>
                <a:spcPts val="0"/>
              </a:spcAft>
              <a:buFont typeface="Wingdings" panose="05000000000000000000" pitchFamily="2" charset="2"/>
              <a:buNone/>
              <a:defRPr/>
            </a:pPr>
            <a:r>
              <a:rPr lang="en-US" altLang="zh-CN" sz="2400" dirty="0">
                <a:ea typeface="PMingLiU" pitchFamily="18" charset="-120"/>
              </a:rPr>
              <a:t>2) </a:t>
            </a:r>
            <a:r>
              <a:rPr lang="zh-CN" altLang="en-US" sz="2400" dirty="0">
                <a:ea typeface="PMingLiU" pitchFamily="18" charset="-120"/>
              </a:rPr>
              <a:t>要求对方采取措施</a:t>
            </a:r>
            <a:endParaRPr lang="zh-CN" altLang="en-US"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altLang="zh-CN" sz="2400" dirty="0">
                <a:ea typeface="PMingLiU" pitchFamily="18" charset="-120"/>
              </a:rPr>
              <a:t>1. </a:t>
            </a:r>
            <a:r>
              <a:rPr lang="en-US" sz="2400" dirty="0">
                <a:ea typeface="PMingLiU" pitchFamily="18" charset="-120"/>
              </a:rPr>
              <a:t>I will appreciate anything you can do to help me</a:t>
            </a:r>
            <a:endParaRPr lang="en-US"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sz="2400" dirty="0">
                <a:ea typeface="PMingLiU" pitchFamily="18" charset="-120"/>
              </a:rPr>
              <a:t>2.</a:t>
            </a:r>
            <a:r>
              <a:rPr lang="en-US" altLang="zh-CN" sz="2400" dirty="0">
                <a:ea typeface="PMingLiU" pitchFamily="18" charset="-120"/>
              </a:rPr>
              <a:t> </a:t>
            </a:r>
            <a:r>
              <a:rPr lang="en-US" sz="2400" dirty="0">
                <a:ea typeface="PMingLiU" pitchFamily="18" charset="-120"/>
              </a:rPr>
              <a:t>I trust you will take my complaint seriously.</a:t>
            </a:r>
            <a:endParaRPr lang="en-US"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sz="2400" dirty="0">
                <a:ea typeface="PMingLiU" pitchFamily="18" charset="-120"/>
              </a:rPr>
              <a:t>3. I would, however, be perfectly satisfied if you would </a:t>
            </a:r>
            <a:endParaRPr lang="en-US" altLang="zh-CN"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altLang="zh-CN" sz="2400" dirty="0">
                <a:ea typeface="PMingLiU" pitchFamily="18" charset="-120"/>
              </a:rPr>
              <a:t>  </a:t>
            </a:r>
            <a:r>
              <a:rPr lang="en-US" sz="2400" dirty="0">
                <a:ea typeface="PMingLiU" pitchFamily="18" charset="-120"/>
              </a:rPr>
              <a:t>kindly replace the item or refund my money, whichever is </a:t>
            </a:r>
            <a:endParaRPr lang="en-US" altLang="zh-CN"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altLang="zh-CN" sz="2400" dirty="0">
                <a:ea typeface="PMingLiU" pitchFamily="18" charset="-120"/>
              </a:rPr>
              <a:t>  </a:t>
            </a:r>
            <a:r>
              <a:rPr lang="en-US" sz="2400" dirty="0">
                <a:ea typeface="PMingLiU" pitchFamily="18" charset="-120"/>
              </a:rPr>
              <a:t>more convenient.</a:t>
            </a:r>
            <a:endParaRPr lang="en-US"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sz="2400" dirty="0">
                <a:ea typeface="PMingLiU" pitchFamily="18" charset="-120"/>
              </a:rPr>
              <a:t>4.We should be obliged if you could investigate these </a:t>
            </a:r>
            <a:endParaRPr lang="en-US" altLang="zh-CN"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altLang="zh-CN" sz="2400" dirty="0">
                <a:ea typeface="PMingLiU" pitchFamily="18" charset="-120"/>
              </a:rPr>
              <a:t>  </a:t>
            </a:r>
            <a:r>
              <a:rPr lang="en-US" sz="2400" dirty="0">
                <a:ea typeface="PMingLiU" pitchFamily="18" charset="-120"/>
              </a:rPr>
              <a:t>matters.</a:t>
            </a:r>
            <a:endParaRPr lang="en-US"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sz="2400" dirty="0">
                <a:ea typeface="PMingLiU" pitchFamily="18" charset="-120"/>
              </a:rPr>
              <a:t>5.We should be thankful if you could give us a refund for </a:t>
            </a:r>
            <a:endParaRPr lang="en-US" altLang="zh-CN"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altLang="zh-CN" sz="2400" dirty="0">
                <a:ea typeface="PMingLiU" pitchFamily="18" charset="-120"/>
              </a:rPr>
              <a:t>  </a:t>
            </a:r>
            <a:r>
              <a:rPr lang="en-US" sz="2400" dirty="0">
                <a:ea typeface="PMingLiU" pitchFamily="18" charset="-120"/>
              </a:rPr>
              <a:t>the faulty goods.</a:t>
            </a:r>
            <a:endParaRPr lang="en-US"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sz="2400" dirty="0">
                <a:ea typeface="PMingLiU" pitchFamily="18" charset="-120"/>
              </a:rPr>
              <a:t>6.We shall appreciate very much if you could replace the </a:t>
            </a:r>
            <a:endParaRPr lang="en-US" altLang="zh-CN"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altLang="zh-CN" sz="2400" dirty="0">
                <a:ea typeface="PMingLiU" pitchFamily="18" charset="-120"/>
              </a:rPr>
              <a:t>  </a:t>
            </a:r>
            <a:r>
              <a:rPr lang="en-US" sz="2400" dirty="0">
                <a:ea typeface="PMingLiU" pitchFamily="18" charset="-120"/>
              </a:rPr>
              <a:t>damaged goods by Tuesday.</a:t>
            </a:r>
            <a:endParaRPr lang="en-US" altLang="zh-CN"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altLang="zh-CN" sz="2400" dirty="0">
                <a:ea typeface="PMingLiU" pitchFamily="18" charset="-120"/>
              </a:rPr>
              <a:t>3) </a:t>
            </a:r>
            <a:r>
              <a:rPr lang="zh-CN" altLang="en-US" sz="2400" dirty="0">
                <a:ea typeface="PMingLiU" pitchFamily="18" charset="-120"/>
              </a:rPr>
              <a:t>期盼对方回复</a:t>
            </a:r>
            <a:endParaRPr lang="zh-CN" altLang="en-US"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sz="2400" dirty="0">
                <a:ea typeface="PMingLiU" pitchFamily="18" charset="-120"/>
              </a:rPr>
              <a:t>1. I look forward to hearing from you soon.</a:t>
            </a:r>
            <a:endParaRPr lang="en-US"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sz="2400" dirty="0">
                <a:ea typeface="PMingLiU" pitchFamily="18" charset="-120"/>
              </a:rPr>
              <a:t>2.</a:t>
            </a:r>
            <a:r>
              <a:rPr lang="en-US" altLang="zh-CN" sz="2400" dirty="0">
                <a:ea typeface="PMingLiU" pitchFamily="18" charset="-120"/>
              </a:rPr>
              <a:t> </a:t>
            </a:r>
            <a:r>
              <a:rPr lang="en-US" sz="2400" dirty="0">
                <a:ea typeface="PMingLiU" pitchFamily="18" charset="-120"/>
              </a:rPr>
              <a:t>I look forward to hearing from you at your earliest</a:t>
            </a:r>
            <a:endParaRPr lang="en-US" altLang="zh-CN"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altLang="zh-CN" sz="2400" dirty="0">
                <a:ea typeface="PMingLiU" pitchFamily="18" charset="-120"/>
              </a:rPr>
              <a:t>   </a:t>
            </a:r>
            <a:r>
              <a:rPr lang="en-US" sz="2400" dirty="0">
                <a:ea typeface="PMingLiU" pitchFamily="18" charset="-120"/>
              </a:rPr>
              <a:t>convenience.</a:t>
            </a:r>
            <a:endParaRPr lang="en-US" sz="2400" dirty="0">
              <a:ea typeface="PMingLiU" pitchFamily="18" charset="-120"/>
            </a:endParaRPr>
          </a:p>
          <a:p>
            <a:pPr eaLnBrk="1" fontAlgn="auto" hangingPunct="1">
              <a:lnSpc>
                <a:spcPct val="80000"/>
              </a:lnSpc>
              <a:spcAft>
                <a:spcPts val="0"/>
              </a:spcAft>
              <a:buFont typeface="Wingdings" panose="05000000000000000000" pitchFamily="2" charset="2"/>
              <a:buNone/>
              <a:defRPr/>
            </a:pPr>
            <a:r>
              <a:rPr lang="en-US" sz="2400" dirty="0">
                <a:ea typeface="PMingLiU" pitchFamily="18" charset="-120"/>
              </a:rPr>
              <a:t>3. I look forward to your early reply.</a:t>
            </a:r>
            <a:endParaRPr lang="en-US" altLang="zh-CN" sz="2400" dirty="0">
              <a:ea typeface="PMingLiU" pitchFamily="18" charset="-120"/>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714320" y="2031840"/>
              <a:ext cx="960480" cy="34560"/>
            </p14:xfrm>
          </p:contentPart>
        </mc:Choice>
        <mc:Fallback xmlns="">
          <p:pic>
            <p:nvPicPr>
              <p:cNvPr id="2" name="墨迹 1"/>
            </p:nvPicPr>
            <p:blipFill>
              <a:blip r:embed="rId2"/>
            </p:blipFill>
            <p:spPr>
              <a:xfrm>
                <a:off x="1714320" y="2031840"/>
                <a:ext cx="960480" cy="345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2794320" y="2768760"/>
              <a:ext cx="934920" cy="43200"/>
            </p14:xfrm>
          </p:contentPart>
        </mc:Choice>
        <mc:Fallback xmlns="">
          <p:pic>
            <p:nvPicPr>
              <p:cNvPr id="3" name="墨迹 2"/>
            </p:nvPicPr>
            <p:blipFill>
              <a:blip r:embed="rId4"/>
            </p:blipFill>
            <p:spPr>
              <a:xfrm>
                <a:off x="2794320" y="2768760"/>
                <a:ext cx="934920" cy="432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088880" y="1277280"/>
              <a:ext cx="1260720" cy="103320"/>
            </p14:xfrm>
          </p:contentPart>
        </mc:Choice>
        <mc:Fallback xmlns="">
          <p:pic>
            <p:nvPicPr>
              <p:cNvPr id="4" name="墨迹 3"/>
            </p:nvPicPr>
            <p:blipFill>
              <a:blip r:embed="rId6"/>
            </p:blipFill>
            <p:spPr>
              <a:xfrm>
                <a:off x="4088880" y="1277280"/>
                <a:ext cx="1260720" cy="1033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6686280" y="3523320"/>
              <a:ext cx="883440" cy="9000"/>
            </p14:xfrm>
          </p:contentPart>
        </mc:Choice>
        <mc:Fallback xmlns="">
          <p:pic>
            <p:nvPicPr>
              <p:cNvPr id="5" name="墨迹 4"/>
            </p:nvPicPr>
            <p:blipFill>
              <a:blip r:embed="rId8"/>
            </p:blipFill>
            <p:spPr>
              <a:xfrm>
                <a:off x="6686280" y="3523320"/>
                <a:ext cx="883440" cy="90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345680" y="3891960"/>
              <a:ext cx="1526400" cy="9000"/>
            </p14:xfrm>
          </p:contentPart>
        </mc:Choice>
        <mc:Fallback xmlns="">
          <p:pic>
            <p:nvPicPr>
              <p:cNvPr id="6" name="墨迹 5"/>
            </p:nvPicPr>
            <p:blipFill>
              <a:blip r:embed="rId10"/>
            </p:blipFill>
            <p:spPr>
              <a:xfrm>
                <a:off x="1345680" y="3891960"/>
                <a:ext cx="1526400" cy="90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6575040" y="4277520"/>
              <a:ext cx="60120" cy="9000"/>
            </p14:xfrm>
          </p:contentPart>
        </mc:Choice>
        <mc:Fallback xmlns="">
          <p:pic>
            <p:nvPicPr>
              <p:cNvPr id="7" name="墨迹 6"/>
            </p:nvPicPr>
            <p:blipFill>
              <a:blip r:embed="rId12"/>
            </p:blipFill>
            <p:spPr>
              <a:xfrm>
                <a:off x="6575040" y="4277520"/>
                <a:ext cx="60120" cy="90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5675040" y="5691960"/>
              <a:ext cx="1843200" cy="69120"/>
            </p14:xfrm>
          </p:contentPart>
        </mc:Choice>
        <mc:Fallback xmlns="">
          <p:pic>
            <p:nvPicPr>
              <p:cNvPr id="8" name="墨迹 7"/>
            </p:nvPicPr>
            <p:blipFill>
              <a:blip r:embed="rId14"/>
            </p:blipFill>
            <p:spPr>
              <a:xfrm>
                <a:off x="5675040" y="5691960"/>
                <a:ext cx="1843200" cy="6912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1011600" y="5958000"/>
              <a:ext cx="1140480" cy="86040"/>
            </p14:xfrm>
          </p:contentPart>
        </mc:Choice>
        <mc:Fallback xmlns="">
          <p:pic>
            <p:nvPicPr>
              <p:cNvPr id="9" name="墨迹 8"/>
            </p:nvPicPr>
            <p:blipFill>
              <a:blip r:embed="rId16"/>
            </p:blipFill>
            <p:spPr>
              <a:xfrm>
                <a:off x="1011600" y="5958000"/>
                <a:ext cx="1140480" cy="86040"/>
              </a:xfrm>
              <a:prstGeom prst="rect"/>
            </p:spPr>
          </p:pic>
        </mc:Fallback>
      </mc:AlternateContent>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3005" y="274955"/>
            <a:ext cx="7503795" cy="76200"/>
          </a:xfrm>
        </p:spPr>
        <p:txBody>
          <a:bodyPr/>
          <a:lstStyle/>
          <a:p>
            <a:r>
              <a:rPr lang="en-US" altLang="zh-CN"/>
              <a:t> </a:t>
            </a:r>
            <a:endParaRPr lang="en-US" altLang="zh-CN"/>
          </a:p>
        </p:txBody>
      </p:sp>
      <p:sp>
        <p:nvSpPr>
          <p:cNvPr id="3" name="内容占位符 2"/>
          <p:cNvSpPr>
            <a:spLocks noGrp="1"/>
          </p:cNvSpPr>
          <p:nvPr>
            <p:ph idx="1"/>
          </p:nvPr>
        </p:nvSpPr>
        <p:spPr>
          <a:xfrm>
            <a:off x="-12700" y="164465"/>
            <a:ext cx="9031605" cy="6562725"/>
          </a:xfrm>
        </p:spPr>
        <p:txBody>
          <a:bodyPr/>
          <a:lstStyle/>
          <a:p>
            <a:pPr marL="414020" latinLnBrk="0">
              <a:lnSpc>
                <a:spcPct val="100000"/>
              </a:lnSpc>
              <a:spcBef>
                <a:spcPts val="0"/>
              </a:spcBef>
            </a:pPr>
            <a:r>
              <a:rPr lang="en-US" altLang="zh-CN"/>
              <a:t>       </a:t>
            </a:r>
            <a:r>
              <a:rPr lang="zh-CN" altLang="en-US" sz="2400"/>
              <a:t>With this letter I would like to make a complaint in connection to train 564, scheduled for 9:02 a.m., 1st of December, 2020, from Edinburgh Haymarket to London Euston.</a:t>
            </a:r>
            <a:endParaRPr lang="zh-CN" altLang="en-US" sz="2400"/>
          </a:p>
          <a:p>
            <a:pPr marL="414020" latinLnBrk="0">
              <a:lnSpc>
                <a:spcPct val="100000"/>
              </a:lnSpc>
              <a:spcBef>
                <a:spcPts val="0"/>
              </a:spcBef>
            </a:pPr>
            <a:r>
              <a:rPr lang="en-US" altLang="zh-CN" sz="2400"/>
              <a:t>      </a:t>
            </a:r>
            <a:r>
              <a:rPr lang="zh-CN" altLang="en-US" sz="2400"/>
              <a:t>Because of reasons not specified to the passengers, the time of departure of the above mentioned train was delayed for two hours. I was therefore not able to reach my connecting train from London Euston to Paris, which was scheduled for 5:10 p.m.. So I was forced to change my original booking which cost me an additional sum of £20.</a:t>
            </a:r>
            <a:endParaRPr lang="zh-CN" altLang="en-US" sz="2400"/>
          </a:p>
          <a:p>
            <a:pPr marL="414020" latinLnBrk="0">
              <a:lnSpc>
                <a:spcPct val="100000"/>
              </a:lnSpc>
              <a:spcBef>
                <a:spcPts val="0"/>
              </a:spcBef>
            </a:pPr>
            <a:r>
              <a:rPr lang="en-US" altLang="zh-CN" sz="2400"/>
              <a:t>     </a:t>
            </a:r>
            <a:r>
              <a:rPr lang="zh-CN" altLang="en-US" sz="2400"/>
              <a:t>I contacted your customer service representative at London Euston station who advised me to write a letter to headquarters. </a:t>
            </a:r>
            <a:endParaRPr lang="zh-CN" altLang="en-US" sz="2400"/>
          </a:p>
          <a:p>
            <a:pPr marL="414020" latinLnBrk="0">
              <a:lnSpc>
                <a:spcPct val="100000"/>
              </a:lnSpc>
              <a:spcBef>
                <a:spcPts val="0"/>
              </a:spcBef>
            </a:pPr>
            <a:r>
              <a:rPr lang="en-US" altLang="zh-CN" sz="2400"/>
              <a:t>     </a:t>
            </a:r>
            <a:r>
              <a:rPr lang="zh-CN" altLang="en-US" sz="2400"/>
              <a:t>Relying on the Regulation Xyz I asked you to compensate for my expenses of £20.</a:t>
            </a:r>
            <a:endParaRPr lang="zh-CN" altLang="en-US" sz="2400"/>
          </a:p>
          <a:p>
            <a:pPr marL="414020" latinLnBrk="0">
              <a:lnSpc>
                <a:spcPct val="100000"/>
              </a:lnSpc>
              <a:spcBef>
                <a:spcPts val="0"/>
              </a:spcBef>
            </a:pPr>
            <a:r>
              <a:rPr lang="en-US" altLang="zh-CN" sz="2400"/>
              <a:t>    </a:t>
            </a:r>
            <a:r>
              <a:rPr lang="zh-CN" altLang="en-US" sz="2400"/>
              <a:t>Please send me the above mentioned sum within 15 days after receipt of this letter on the bank account below.</a:t>
            </a:r>
            <a:r>
              <a:rPr lang="en-US" altLang="zh-CN" sz="2400"/>
              <a:t> </a:t>
            </a:r>
            <a:endParaRPr lang="zh-CN" altLang="en-US" sz="2400"/>
          </a:p>
          <a:p>
            <a:pPr marL="414020" latinLnBrk="0">
              <a:lnSpc>
                <a:spcPct val="100000"/>
              </a:lnSpc>
              <a:spcBef>
                <a:spcPts val="0"/>
              </a:spcBef>
            </a:pPr>
            <a:r>
              <a:rPr lang="en-US" altLang="zh-CN" sz="2400"/>
              <a:t>         </a:t>
            </a:r>
            <a:r>
              <a:rPr lang="zh-CN" altLang="en-US" sz="2400"/>
              <a:t>I look forward to your reply.</a:t>
            </a:r>
            <a:endParaRPr lang="zh-CN" altLang="en-US" sz="24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15390" y="274955"/>
            <a:ext cx="7471410" cy="277495"/>
          </a:xfrm>
        </p:spPr>
        <p:txBody>
          <a:bodyPr/>
          <a:lstStyle/>
          <a:p>
            <a:r>
              <a:rPr lang="en-US" altLang="zh-CN"/>
              <a:t> </a:t>
            </a:r>
            <a:endParaRPr lang="en-US" altLang="zh-CN"/>
          </a:p>
        </p:txBody>
      </p:sp>
      <p:sp>
        <p:nvSpPr>
          <p:cNvPr id="3" name="内容占位符 2"/>
          <p:cNvSpPr>
            <a:spLocks noGrp="1"/>
          </p:cNvSpPr>
          <p:nvPr>
            <p:ph idx="1"/>
          </p:nvPr>
        </p:nvSpPr>
        <p:spPr>
          <a:xfrm>
            <a:off x="457200" y="439420"/>
            <a:ext cx="8438515" cy="5687060"/>
          </a:xfrm>
        </p:spPr>
        <p:txBody>
          <a:bodyPr/>
          <a:lstStyle/>
          <a:p>
            <a:r>
              <a:rPr lang="en-US" altLang="zh-CN" sz="2400"/>
              <a:t>       </a:t>
            </a:r>
            <a:r>
              <a:rPr lang="zh-CN" altLang="en-US" sz="2400"/>
              <a:t>I have received the $800 cheque which you pa</a:t>
            </a:r>
            <a:r>
              <a:rPr lang="en-US" altLang="zh-CN" sz="2400"/>
              <a:t>id</a:t>
            </a:r>
            <a:r>
              <a:rPr lang="zh-CN" altLang="en-US" sz="2400"/>
              <a:t> to me as a part-time software programmer in your company during my latest summer vacation. However, I am at a loss why the amount is $ 100 less than you promised to pay me.</a:t>
            </a:r>
            <a:endParaRPr lang="zh-CN" altLang="en-US" sz="2400"/>
          </a:p>
          <a:p>
            <a:r>
              <a:rPr lang="en-US" altLang="zh-CN" sz="2400"/>
              <a:t>      </a:t>
            </a:r>
            <a:r>
              <a:rPr lang="zh-CN" altLang="en-US" sz="2400"/>
              <a:t>It was contracted that a part-time software programmer’s weekly wage is $ 300. I signed the contract with you and consequently worked in your company for a total of 3 weeks. In the period, I went to and from work on time and to your satisfaction, I completed each task that you assigned me without any errors.</a:t>
            </a:r>
            <a:endParaRPr lang="zh-CN" altLang="en-US" sz="2400"/>
          </a:p>
          <a:p>
            <a:r>
              <a:rPr lang="en-US" altLang="zh-CN" sz="2400"/>
              <a:t>     </a:t>
            </a:r>
            <a:r>
              <a:rPr lang="zh-CN" altLang="en-US" sz="2400"/>
              <a:t>Also, no blame about me was ever heard in any aspect. So my total income should be $ 900, which is $ 100 more than that I gained from you. I firmly insist on your kind explanation of the difference and making it up as soon as possible.</a:t>
            </a:r>
            <a:endParaRPr lang="zh-CN" altLang="en-US" sz="2400"/>
          </a:p>
          <a:p>
            <a:r>
              <a:rPr lang="en-US" altLang="zh-CN" sz="2400"/>
              <a:t>       </a:t>
            </a:r>
            <a:r>
              <a:rPr lang="zh-CN" altLang="en-US" sz="2400"/>
              <a:t>Your early reply would be highly appreciated.</a:t>
            </a:r>
            <a:endParaRPr lang="zh-CN" altLang="en-US" sz="24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zh-CN" altLang="en-US" sz="3200" b="1" smtClean="0">
                <a:latin typeface="华文隶书" panose="02010800040101010101" pitchFamily="2" charset="-122"/>
                <a:ea typeface="华文隶书" panose="02010800040101010101" pitchFamily="2" charset="-122"/>
              </a:rPr>
              <a:t>五、道歉信</a:t>
            </a:r>
            <a:r>
              <a:rPr lang="zh-CN" altLang="en-US" sz="3200" b="1" smtClean="0">
                <a:latin typeface="Arial" panose="020B0604020202020204" pitchFamily="34" charset="0"/>
                <a:ea typeface="华文隶书" panose="02010800040101010101" pitchFamily="2" charset="-122"/>
              </a:rPr>
              <a:t> </a:t>
            </a:r>
            <a:r>
              <a:rPr lang="en-US" altLang="zh-CN" sz="2400" b="1" smtClean="0">
                <a:ea typeface="华文隶书" panose="02010800040101010101" pitchFamily="2" charset="-122"/>
              </a:rPr>
              <a:t>(A Letter of Apology)</a:t>
            </a:r>
            <a:br>
              <a:rPr lang="en-US" altLang="zh-CN" sz="2400" b="1" smtClean="0">
                <a:ea typeface="华文隶书" panose="02010800040101010101" pitchFamily="2" charset="-122"/>
              </a:rPr>
            </a:br>
            <a:endParaRPr lang="en-US" altLang="zh-CN" sz="2400" b="1" smtClean="0">
              <a:ea typeface="华文隶书" panose="02010800040101010101" pitchFamily="2" charset="-122"/>
            </a:endParaRPr>
          </a:p>
        </p:txBody>
      </p:sp>
      <p:sp>
        <p:nvSpPr>
          <p:cNvPr id="74754" name="Rectangle 3"/>
          <p:cNvSpPr>
            <a:spLocks noGrp="1" noChangeArrowheads="1"/>
          </p:cNvSpPr>
          <p:nvPr>
            <p:ph type="body" idx="1"/>
          </p:nvPr>
        </p:nvSpPr>
        <p:spPr>
          <a:xfrm>
            <a:off x="827088" y="1052513"/>
            <a:ext cx="7921625" cy="6337300"/>
          </a:xfrm>
        </p:spPr>
        <p:txBody>
          <a:bodyPr/>
          <a:lstStyle/>
          <a:p>
            <a:pPr eaLnBrk="1" hangingPunct="1">
              <a:lnSpc>
                <a:spcPct val="80000"/>
              </a:lnSpc>
              <a:buFont typeface="Wingdings" panose="05000000000000000000" pitchFamily="2" charset="2"/>
              <a:buNone/>
            </a:pPr>
            <a:br>
              <a:rPr lang="en-US" altLang="zh-CN" sz="1600" b="1" smtClean="0"/>
            </a:br>
            <a:r>
              <a:rPr lang="en-US" altLang="zh-CN" sz="1600" b="1" smtClean="0"/>
              <a:t>  </a:t>
            </a:r>
            <a:r>
              <a:rPr lang="zh-CN" altLang="en-US" sz="2400" smtClean="0">
                <a:ea typeface="楷体_GB2312" pitchFamily="49" charset="-122"/>
              </a:rPr>
              <a:t>我们在工作或生活中，有时难免会犯一些错误，</a:t>
            </a:r>
            <a:endParaRPr lang="zh-CN" altLang="en-US" sz="2400" smtClean="0">
              <a:ea typeface="楷体_GB2312" pitchFamily="49" charset="-122"/>
            </a:endParaRPr>
          </a:p>
          <a:p>
            <a:pPr eaLnBrk="1" hangingPunct="1">
              <a:lnSpc>
                <a:spcPct val="80000"/>
              </a:lnSpc>
              <a:buFont typeface="Wingdings" panose="05000000000000000000" pitchFamily="2" charset="2"/>
              <a:buNone/>
            </a:pPr>
            <a:r>
              <a:rPr lang="zh-CN" altLang="en-US" sz="2400" smtClean="0">
                <a:ea typeface="楷体_GB2312" pitchFamily="49" charset="-122"/>
              </a:rPr>
              <a:t>写封致歉信就显得很有必要。道歉信通常包括以下</a:t>
            </a:r>
            <a:endParaRPr lang="zh-CN" altLang="en-US" sz="2400" smtClean="0">
              <a:ea typeface="楷体_GB2312" pitchFamily="49" charset="-122"/>
            </a:endParaRPr>
          </a:p>
          <a:p>
            <a:pPr eaLnBrk="1" hangingPunct="1">
              <a:lnSpc>
                <a:spcPct val="80000"/>
              </a:lnSpc>
              <a:buFont typeface="Wingdings" panose="05000000000000000000" pitchFamily="2" charset="2"/>
              <a:buNone/>
            </a:pPr>
            <a:r>
              <a:rPr lang="zh-CN" altLang="en-US" sz="2400" smtClean="0">
                <a:ea typeface="楷体_GB2312" pitchFamily="49" charset="-122"/>
              </a:rPr>
              <a:t>内容：表示歉意；道歉的原由；出现差错的</a:t>
            </a:r>
            <a:r>
              <a:rPr lang="zh-CN" altLang="en-US" sz="2400" u="sng" smtClean="0">
                <a:ea typeface="楷体_GB2312" pitchFamily="49" charset="-122"/>
                <a:hlinkClick r:id="rId1" tooltip="%u592A%u592A%u4E5010S @utops.cc"/>
                <a:hlinkMouseOver r:id="rId2" action="ppaction://hlinkfile"/>
              </a:rPr>
              <a:t>原因</a:t>
            </a:r>
            <a:r>
              <a:rPr lang="en-US" altLang="zh-CN" sz="2400" u="sng" smtClean="0">
                <a:ea typeface="楷体_GB2312" pitchFamily="49" charset="-122"/>
              </a:rPr>
              <a:t>;</a:t>
            </a:r>
            <a:r>
              <a:rPr lang="en-US" altLang="zh-CN" sz="2400" smtClean="0">
                <a:ea typeface="楷体_GB2312" pitchFamily="49" charset="-122"/>
              </a:rPr>
              <a:t> </a:t>
            </a:r>
            <a:r>
              <a:rPr lang="zh-CN" altLang="en-US" sz="2400" smtClean="0">
                <a:ea typeface="楷体_GB2312" pitchFamily="49" charset="-122"/>
              </a:rPr>
              <a:t>提</a:t>
            </a:r>
            <a:endParaRPr lang="zh-CN" altLang="en-US" sz="2400" smtClean="0">
              <a:ea typeface="楷体_GB2312" pitchFamily="49" charset="-122"/>
            </a:endParaRPr>
          </a:p>
          <a:p>
            <a:pPr eaLnBrk="1" hangingPunct="1">
              <a:lnSpc>
                <a:spcPct val="80000"/>
              </a:lnSpc>
              <a:buFont typeface="Wingdings" panose="05000000000000000000" pitchFamily="2" charset="2"/>
              <a:buNone/>
            </a:pPr>
            <a:r>
              <a:rPr lang="zh-CN" altLang="en-US" sz="2400" smtClean="0">
                <a:ea typeface="楷体_GB2312" pitchFamily="49" charset="-122"/>
              </a:rPr>
              <a:t>出弥补措施；请求原谅。写道歉信的语言要诚挚</a:t>
            </a:r>
            <a:r>
              <a:rPr lang="en-US" altLang="zh-CN" sz="2400" smtClean="0">
                <a:ea typeface="楷体_GB2312" pitchFamily="49" charset="-122"/>
              </a:rPr>
              <a:t>, </a:t>
            </a:r>
            <a:r>
              <a:rPr lang="zh-CN" altLang="en-US" sz="2400" smtClean="0">
                <a:ea typeface="楷体_GB2312" pitchFamily="49" charset="-122"/>
              </a:rPr>
              <a:t>解</a:t>
            </a:r>
            <a:endParaRPr lang="zh-CN" altLang="en-US" sz="2400" smtClean="0">
              <a:ea typeface="楷体_GB2312" pitchFamily="49" charset="-122"/>
            </a:endParaRPr>
          </a:p>
          <a:p>
            <a:pPr eaLnBrk="1" hangingPunct="1">
              <a:lnSpc>
                <a:spcPct val="80000"/>
              </a:lnSpc>
              <a:buFont typeface="Wingdings" panose="05000000000000000000" pitchFamily="2" charset="2"/>
              <a:buNone/>
            </a:pPr>
            <a:r>
              <a:rPr lang="zh-CN" altLang="en-US" sz="2400" smtClean="0">
                <a:ea typeface="楷体_GB2312" pitchFamily="49" charset="-122"/>
              </a:rPr>
              <a:t>释的理由要真实，不要显出丝毫的虚情假意。 好的</a:t>
            </a:r>
            <a:endParaRPr lang="zh-CN" altLang="en-US" sz="2400" smtClean="0">
              <a:ea typeface="楷体_GB2312" pitchFamily="49" charset="-122"/>
            </a:endParaRPr>
          </a:p>
          <a:p>
            <a:pPr eaLnBrk="1" hangingPunct="1">
              <a:lnSpc>
                <a:spcPct val="80000"/>
              </a:lnSpc>
              <a:buFont typeface="Wingdings" panose="05000000000000000000" pitchFamily="2" charset="2"/>
              <a:buNone/>
            </a:pPr>
            <a:r>
              <a:rPr lang="zh-CN" altLang="en-US" sz="2400" smtClean="0">
                <a:ea typeface="楷体_GB2312" pitchFamily="49" charset="-122"/>
              </a:rPr>
              <a:t>道歉信不仅会取得对方的谅解，还会增进彼此的感情。</a:t>
            </a:r>
            <a:br>
              <a:rPr lang="zh-CN" altLang="en-US" sz="2400" smtClean="0">
                <a:ea typeface="楷体_GB2312" pitchFamily="49" charset="-122"/>
              </a:rPr>
            </a:br>
            <a:br>
              <a:rPr lang="zh-CN" altLang="en-US" sz="2400" smtClean="0">
                <a:ea typeface="楷体_GB2312" pitchFamily="49" charset="-122"/>
              </a:rPr>
            </a:br>
            <a:r>
              <a:rPr lang="zh-CN" altLang="en-US" sz="2400" smtClean="0">
                <a:latin typeface="楷体_GB2312" pitchFamily="49" charset="-122"/>
                <a:ea typeface="楷体_GB2312" pitchFamily="49" charset="-122"/>
              </a:rPr>
              <a:t>写作</a:t>
            </a:r>
            <a:r>
              <a:rPr lang="zh-CN" altLang="en-US" sz="2400" smtClean="0">
                <a:latin typeface="Arial" panose="020B0604020202020204" pitchFamily="34" charset="0"/>
                <a:ea typeface="楷体_GB2312" pitchFamily="49" charset="-122"/>
              </a:rPr>
              <a:t>“</a:t>
            </a:r>
            <a:r>
              <a:rPr lang="zh-CN" altLang="en-US" sz="2400" smtClean="0">
                <a:latin typeface="楷体_GB2312" pitchFamily="49" charset="-122"/>
                <a:ea typeface="楷体_GB2312" pitchFamily="49" charset="-122"/>
              </a:rPr>
              <a:t>三步走</a:t>
            </a:r>
            <a:r>
              <a:rPr lang="zh-CN" altLang="en-US" sz="2400" smtClean="0">
                <a:latin typeface="Arial" panose="020B0604020202020204" pitchFamily="34" charset="0"/>
                <a:ea typeface="楷体_GB2312" pitchFamily="49" charset="-122"/>
              </a:rPr>
              <a:t>”</a:t>
            </a:r>
            <a:r>
              <a:rPr lang="zh-CN" altLang="en-US" sz="2400" smtClean="0">
                <a:latin typeface="楷体_GB2312" pitchFamily="49" charset="-122"/>
                <a:ea typeface="楷体_GB2312" pitchFamily="49" charset="-122"/>
              </a:rPr>
              <a:t>：表示歉意</a:t>
            </a:r>
            <a:r>
              <a:rPr lang="en-US" altLang="zh-CN" sz="2400" smtClean="0">
                <a:latin typeface="楷体_GB2312" pitchFamily="49" charset="-122"/>
                <a:ea typeface="楷体_GB2312" pitchFamily="49" charset="-122"/>
              </a:rPr>
              <a:t>-&gt;</a:t>
            </a:r>
            <a:r>
              <a:rPr lang="zh-CN" altLang="en-US" sz="2400" smtClean="0">
                <a:latin typeface="楷体_GB2312" pitchFamily="49" charset="-122"/>
                <a:ea typeface="楷体_GB2312" pitchFamily="49" charset="-122"/>
              </a:rPr>
              <a:t>说明具体原因、提出补</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救办法</a:t>
            </a:r>
            <a:r>
              <a:rPr lang="en-US" altLang="zh-CN" sz="2400" smtClean="0">
                <a:latin typeface="楷体_GB2312" pitchFamily="49" charset="-122"/>
                <a:ea typeface="楷体_GB2312" pitchFamily="49" charset="-122"/>
              </a:rPr>
              <a:t>-&gt;</a:t>
            </a:r>
            <a:r>
              <a:rPr lang="zh-CN" altLang="en-US" sz="2400" smtClean="0">
                <a:latin typeface="楷体_GB2312" pitchFamily="49" charset="-122"/>
                <a:ea typeface="楷体_GB2312" pitchFamily="49" charset="-122"/>
              </a:rPr>
              <a:t>再次致歉、希望得到</a:t>
            </a:r>
            <a:r>
              <a:rPr lang="zh-CN" altLang="en-US" sz="2400" u="sng" smtClean="0">
                <a:latin typeface="楷体_GB2312" pitchFamily="49" charset="-122"/>
                <a:ea typeface="楷体_GB2312" pitchFamily="49" charset="-122"/>
                <a:hlinkClick r:id="rId3" tooltip="%u5353%u8D8A%u76D7%u5893 @utops.cc"/>
                <a:hlinkMouseOver r:id="rId4" action="ppaction://hlinkfile"/>
              </a:rPr>
              <a:t>理解</a:t>
            </a:r>
            <a:r>
              <a:rPr lang="en-US" altLang="zh-CN" sz="2400" smtClean="0">
                <a:latin typeface="楷体_GB2312" pitchFamily="49" charset="-122"/>
                <a:ea typeface="楷体_GB2312" pitchFamily="49" charset="-122"/>
              </a:rPr>
              <a:t>.</a:t>
            </a:r>
            <a:br>
              <a:rPr lang="en-US" altLang="zh-CN" sz="2400" smtClean="0">
                <a:latin typeface="楷体_GB2312" pitchFamily="49" charset="-122"/>
                <a:ea typeface="楷体_GB2312" pitchFamily="49" charset="-122"/>
              </a:rPr>
            </a:br>
            <a:br>
              <a:rPr lang="en-US" altLang="zh-CN" sz="2400" smtClean="0">
                <a:latin typeface="楷体_GB2312" pitchFamily="49" charset="-122"/>
                <a:ea typeface="楷体_GB2312" pitchFamily="49" charset="-122"/>
              </a:rPr>
            </a:br>
            <a:r>
              <a:rPr lang="zh-CN" altLang="en-US" sz="2400" smtClean="0">
                <a:latin typeface="楷体_GB2312" pitchFamily="49" charset="-122"/>
                <a:ea typeface="楷体_GB2312" pitchFamily="49" charset="-122"/>
              </a:rPr>
              <a:t>提示：在写作过程中，尽可能提供比较合理的理由。</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如果违反生活常识将导致扣分；在解释完原因后，尽量</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提供一个合适的补救办法，使行文更加完满。</a:t>
            </a:r>
            <a:br>
              <a:rPr lang="zh-CN" altLang="en-US" sz="2400" smtClean="0">
                <a:latin typeface="楷体_GB2312" pitchFamily="49" charset="-122"/>
                <a:ea typeface="楷体_GB2312" pitchFamily="49" charset="-122"/>
              </a:rPr>
            </a:br>
            <a:br>
              <a:rPr lang="zh-CN" altLang="en-US" sz="2400" smtClean="0">
                <a:latin typeface="楷体_GB2312" pitchFamily="49" charset="-122"/>
                <a:ea typeface="楷体_GB2312" pitchFamily="49" charset="-122"/>
              </a:rPr>
            </a:br>
            <a:endParaRPr lang="zh-CN" altLang="en-US" sz="2400" smtClean="0">
              <a:latin typeface="楷体_GB2312" pitchFamily="49" charset="-122"/>
              <a:ea typeface="楷体_GB2312" pitchFamily="49" charset="-122"/>
            </a:endParaRPr>
          </a:p>
        </p:txBody>
      </p:sp>
      <mc:AlternateContent xmlns:mc="http://schemas.openxmlformats.org/markup-compatibility/2006" xmlns:p14="http://schemas.microsoft.com/office/powerpoint/2010/main">
        <mc:Choice Requires="p14">
          <p:contentPart r:id="rId5" p14:bwMode="auto">
            <p14:nvContentPartPr>
              <p14:cNvPr id="2" name="墨迹 1"/>
              <p14:cNvContentPartPr/>
              <p14:nvPr/>
            </p14:nvContentPartPr>
            <p14:xfrm>
              <a:off x="1928520" y="2125800"/>
              <a:ext cx="986400" cy="137520"/>
            </p14:xfrm>
          </p:contentPart>
        </mc:Choice>
        <mc:Fallback xmlns="">
          <p:pic>
            <p:nvPicPr>
              <p:cNvPr id="2" name="墨迹 1"/>
            </p:nvPicPr>
            <p:blipFill>
              <a:blip r:embed="rId6"/>
            </p:blipFill>
            <p:spPr>
              <a:xfrm>
                <a:off x="1928520" y="2125800"/>
                <a:ext cx="986400" cy="137520"/>
              </a:xfrm>
              <a:prstGeom prst="rect"/>
            </p:spPr>
          </p:pic>
        </mc:Fallback>
      </mc:AlternateContent>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6" name="Text Box 4"/>
          <p:cNvSpPr txBox="1">
            <a:spLocks noChangeArrowheads="1"/>
          </p:cNvSpPr>
          <p:nvPr/>
        </p:nvSpPr>
        <p:spPr bwMode="auto">
          <a:xfrm>
            <a:off x="395288" y="620713"/>
            <a:ext cx="8497887" cy="5447645"/>
          </a:xfrm>
          <a:prstGeom prst="rect">
            <a:avLst/>
          </a:prstGeom>
          <a:noFill/>
          <a:ln w="9525">
            <a:noFill/>
            <a:miter lim="800000"/>
          </a:ln>
          <a:effectLst/>
        </p:spPr>
        <p:txBody>
          <a:bodyPr>
            <a:spAutoFit/>
          </a:bodyPr>
          <a:lstStyle/>
          <a:p>
            <a:pPr>
              <a:defRPr/>
            </a:pPr>
            <a:r>
              <a:rPr lang="en-US" altLang="zh-CN" b="1" dirty="0">
                <a:effectLst>
                  <a:outerShdw blurRad="38100" dist="38100" dir="2700000" algn="tl">
                    <a:srgbClr val="C0C0C0"/>
                  </a:outerShdw>
                </a:effectLst>
                <a:latin typeface="Cambria" panose="02040503050406030204" charset="0"/>
                <a:ea typeface="华文楷体" panose="02010600040101010101" charset="-122"/>
              </a:rPr>
              <a:t>                                                                                                    </a:t>
            </a:r>
            <a:r>
              <a:rPr lang="zh-CN" altLang="zh-CN" sz="2400" b="1" dirty="0">
                <a:effectLst>
                  <a:outerShdw blurRad="38100" dist="38100" dir="2700000" algn="tl">
                    <a:srgbClr val="C0C0C0"/>
                  </a:outerShdw>
                </a:effectLst>
                <a:latin typeface="Cambria" panose="02040503050406030204" charset="0"/>
                <a:ea typeface="华文楷体" panose="02010600040101010101" charset="-122"/>
              </a:rPr>
              <a:t>May 5, 20</a:t>
            </a:r>
            <a:r>
              <a:rPr lang="en-US" altLang="zh-CN" sz="2400" b="1" dirty="0">
                <a:effectLst>
                  <a:outerShdw blurRad="38100" dist="38100" dir="2700000" algn="tl">
                    <a:srgbClr val="C0C0C0"/>
                  </a:outerShdw>
                </a:effectLst>
                <a:latin typeface="Cambria" panose="02040503050406030204" charset="0"/>
                <a:ea typeface="华文楷体" panose="02010600040101010101" charset="-122"/>
              </a:rPr>
              <a:t>11</a:t>
            </a:r>
            <a:endParaRPr lang="zh-CN" altLang="zh-CN" sz="2400" b="1" dirty="0">
              <a:effectLst>
                <a:outerShdw blurRad="38100" dist="38100" dir="2700000" algn="tl">
                  <a:srgbClr val="C0C0C0"/>
                </a:outerShdw>
              </a:effectLst>
              <a:latin typeface="Cambria" panose="02040503050406030204" charset="0"/>
              <a:ea typeface="华文楷体" panose="02010600040101010101" charset="-122"/>
            </a:endParaRPr>
          </a:p>
          <a:p>
            <a:pPr>
              <a:defRPr/>
            </a:pPr>
            <a:r>
              <a:rPr lang="zh-CN" altLang="zh-CN" sz="2400" b="1" dirty="0">
                <a:effectLst>
                  <a:outerShdw blurRad="38100" dist="38100" dir="2700000" algn="tl">
                    <a:srgbClr val="C0C0C0"/>
                  </a:outerShdw>
                </a:effectLst>
                <a:latin typeface="Cambria" panose="02040503050406030204" charset="0"/>
                <a:ea typeface="华文楷体" panose="02010600040101010101" charset="-122"/>
              </a:rPr>
              <a:t>Dear John,</a:t>
            </a:r>
            <a:endParaRPr lang="zh-CN" altLang="zh-CN" sz="2400" b="1" dirty="0">
              <a:effectLst>
                <a:outerShdw blurRad="38100" dist="38100" dir="2700000" algn="tl">
                  <a:srgbClr val="C0C0C0"/>
                </a:outerShdw>
              </a:effectLst>
              <a:latin typeface="Cambria" panose="02040503050406030204" charset="0"/>
              <a:ea typeface="华文楷体" panose="02010600040101010101" charset="-122"/>
            </a:endParaRPr>
          </a:p>
          <a:p>
            <a:pPr>
              <a:defRPr/>
            </a:pPr>
            <a:r>
              <a:rPr lang="en-US" altLang="zh-CN" sz="2400" b="1" dirty="0">
                <a:effectLst>
                  <a:outerShdw blurRad="38100" dist="38100" dir="2700000" algn="tl">
                    <a:srgbClr val="C0C0C0"/>
                  </a:outerShdw>
                </a:effectLst>
                <a:latin typeface="Cambria" panose="02040503050406030204" charset="0"/>
                <a:ea typeface="华文楷体" panose="02010600040101010101" charset="-122"/>
              </a:rPr>
              <a:t>        </a:t>
            </a:r>
            <a:r>
              <a:rPr lang="zh-CN" altLang="zh-CN" sz="2400" b="1" dirty="0">
                <a:effectLst>
                  <a:outerShdw blurRad="38100" dist="38100" dir="2700000" algn="tl">
                    <a:srgbClr val="C0C0C0"/>
                  </a:outerShdw>
                </a:effectLst>
                <a:latin typeface="Cambria" panose="02040503050406030204" charset="0"/>
                <a:ea typeface="华文楷体" panose="02010600040101010101" charset="-122"/>
              </a:rPr>
              <a:t>I</a:t>
            </a:r>
            <a:r>
              <a:rPr lang="zh-CN" altLang="zh-CN" sz="2400" b="1" dirty="0" smtClean="0">
                <a:effectLst>
                  <a:outerShdw blurRad="38100" dist="38100" dir="2700000" algn="tl">
                    <a:srgbClr val="C0C0C0"/>
                  </a:outerShdw>
                </a:effectLst>
                <a:latin typeface="Cambria" panose="02040503050406030204" charset="0"/>
                <a:ea typeface="华文楷体" panose="02010600040101010101" charset="-122"/>
              </a:rPr>
              <a:t>‘m terribly sorry that I failed to come yesterday. I hope that this did not mess you completely, although I know that you had already made some special</a:t>
            </a:r>
            <a:r>
              <a:rPr lang="en-US" altLang="zh-CN" sz="2400" b="1">
                <a:effectLst>
                  <a:outerShdw blurRad="38100" dist="38100" dir="2700000" algn="tl">
                    <a:srgbClr val="C0C0C0"/>
                  </a:outerShdw>
                </a:effectLst>
                <a:latin typeface="Cambria" panose="02040503050406030204" charset="0"/>
                <a:ea typeface="华文楷体" panose="02010600040101010101" charset="-122"/>
              </a:rPr>
              <a:t> </a:t>
            </a:r>
            <a:r>
              <a:rPr lang="en-US" altLang="zh-CN" sz="2400" b="1" smtClean="0">
                <a:effectLst>
                  <a:outerShdw blurRad="38100" dist="38100" dir="2700000" algn="tl">
                    <a:srgbClr val="C0C0C0"/>
                  </a:outerShdw>
                </a:effectLst>
                <a:latin typeface="Cambria" panose="02040503050406030204" charset="0"/>
                <a:ea typeface="华文楷体" panose="02010600040101010101" charset="-122"/>
              </a:rPr>
              <a:t>arrangement</a:t>
            </a:r>
            <a:r>
              <a:rPr lang="zh-CN" altLang="zh-CN" sz="2400" b="1" smtClean="0">
                <a:effectLst>
                  <a:outerShdw blurRad="38100" dist="38100" dir="2700000" algn="tl">
                    <a:srgbClr val="C0C0C0"/>
                  </a:outerShdw>
                </a:effectLst>
                <a:latin typeface="Cambria" panose="02040503050406030204" charset="0"/>
                <a:ea typeface="华文楷体" panose="02010600040101010101" charset="-122"/>
              </a:rPr>
              <a:t> for our meeting</a:t>
            </a:r>
            <a:r>
              <a:rPr lang="zh-CN" altLang="en-US" sz="2400" b="1" smtClean="0">
                <a:effectLst>
                  <a:outerShdw blurRad="38100" dist="38100" dir="2700000" algn="tl">
                    <a:srgbClr val="C0C0C0"/>
                  </a:outerShdw>
                </a:effectLst>
                <a:latin typeface="Cambria" panose="02040503050406030204" charset="0"/>
                <a:ea typeface="华文楷体" panose="02010600040101010101" charset="-122"/>
              </a:rPr>
              <a:t>. </a:t>
            </a:r>
            <a:r>
              <a:rPr lang="zh-CN" altLang="zh-CN" sz="2400" b="1" smtClean="0">
                <a:effectLst>
                  <a:outerShdw blurRad="38100" dist="38100" dir="2700000" algn="tl">
                    <a:srgbClr val="C0C0C0"/>
                  </a:outerShdw>
                </a:effectLst>
                <a:latin typeface="Cambria" panose="02040503050406030204" charset="0"/>
                <a:ea typeface="华文楷体" panose="02010600040101010101" charset="-122"/>
              </a:rPr>
              <a:t> </a:t>
            </a:r>
            <a:r>
              <a:rPr lang="zh-CN" altLang="zh-CN" sz="2400" b="1" dirty="0" smtClean="0">
                <a:effectLst>
                  <a:outerShdw blurRad="38100" dist="38100" dir="2700000" algn="tl">
                    <a:srgbClr val="C0C0C0"/>
                  </a:outerShdw>
                </a:effectLst>
                <a:latin typeface="Cambria" panose="02040503050406030204" charset="0"/>
                <a:ea typeface="华文楷体" panose="02010600040101010101" charset="-122"/>
              </a:rPr>
              <a:t>I’</a:t>
            </a:r>
            <a:r>
              <a:rPr lang="zh-CN" altLang="zh-CN" sz="2400" b="1" dirty="0">
                <a:effectLst>
                  <a:outerShdw blurRad="38100" dist="38100" dir="2700000" algn="tl">
                    <a:srgbClr val="C0C0C0"/>
                  </a:outerShdw>
                </a:effectLst>
                <a:latin typeface="Cambria" panose="02040503050406030204" charset="0"/>
                <a:ea typeface="华文楷体" panose="02010600040101010101" charset="-122"/>
              </a:rPr>
              <a:t>m very sorry about all that. I’m sure you’ll be sympathetic, however, when I tell you that my father is dangerously ill in a hospital, and that I found it impossible for me to leave him when he is in this state. I hope you will accept my sincere apologies.</a:t>
            </a:r>
            <a:endParaRPr lang="zh-CN" altLang="zh-CN" sz="2400" b="1" dirty="0">
              <a:effectLst>
                <a:outerShdw blurRad="38100" dist="38100" dir="2700000" algn="tl">
                  <a:srgbClr val="C0C0C0"/>
                </a:outerShdw>
              </a:effectLst>
              <a:latin typeface="Cambria" panose="02040503050406030204" charset="0"/>
              <a:ea typeface="华文楷体" panose="02010600040101010101" charset="-122"/>
            </a:endParaRPr>
          </a:p>
          <a:p>
            <a:pPr>
              <a:defRPr/>
            </a:pPr>
            <a:endParaRPr lang="en-US" altLang="zh-CN" sz="2400" b="1" dirty="0">
              <a:effectLst>
                <a:outerShdw blurRad="38100" dist="38100" dir="2700000" algn="tl">
                  <a:srgbClr val="C0C0C0"/>
                </a:outerShdw>
              </a:effectLst>
              <a:latin typeface="Cambria" panose="02040503050406030204" charset="0"/>
              <a:ea typeface="华文楷体" panose="02010600040101010101" charset="-122"/>
            </a:endParaRPr>
          </a:p>
          <a:p>
            <a:pPr>
              <a:defRPr/>
            </a:pPr>
            <a:r>
              <a:rPr lang="en-US" altLang="zh-CN" sz="2400" b="1" dirty="0">
                <a:effectLst>
                  <a:outerShdw blurRad="38100" dist="38100" dir="2700000" algn="tl">
                    <a:srgbClr val="C0C0C0"/>
                  </a:outerShdw>
                </a:effectLst>
                <a:latin typeface="Cambria" panose="02040503050406030204" charset="0"/>
                <a:ea typeface="华文楷体" panose="02010600040101010101" charset="-122"/>
              </a:rPr>
              <a:t>                                                                           </a:t>
            </a:r>
            <a:r>
              <a:rPr lang="zh-CN" altLang="zh-CN" sz="2400" b="1" dirty="0">
                <a:effectLst>
                  <a:outerShdw blurRad="38100" dist="38100" dir="2700000" algn="tl">
                    <a:srgbClr val="C0C0C0"/>
                  </a:outerShdw>
                </a:effectLst>
                <a:latin typeface="Cambria" panose="02040503050406030204" charset="0"/>
                <a:ea typeface="华文楷体" panose="02010600040101010101" charset="-122"/>
              </a:rPr>
              <a:t>Yours,</a:t>
            </a:r>
            <a:endParaRPr lang="en-US" altLang="zh-CN" sz="2400" b="1" dirty="0">
              <a:effectLst>
                <a:outerShdw blurRad="38100" dist="38100" dir="2700000" algn="tl">
                  <a:srgbClr val="C0C0C0"/>
                </a:outerShdw>
              </a:effectLst>
              <a:latin typeface="Cambria" panose="02040503050406030204" charset="0"/>
              <a:ea typeface="华文楷体" panose="02010600040101010101" charset="-122"/>
            </a:endParaRPr>
          </a:p>
          <a:p>
            <a:pPr>
              <a:defRPr/>
            </a:pPr>
            <a:r>
              <a:rPr lang="en-US" altLang="zh-CN" sz="2400" b="1" dirty="0">
                <a:effectLst>
                  <a:outerShdw blurRad="38100" dist="38100" dir="2700000" algn="tl">
                    <a:srgbClr val="C0C0C0"/>
                  </a:outerShdw>
                </a:effectLst>
                <a:latin typeface="Cambria" panose="02040503050406030204" charset="0"/>
                <a:ea typeface="华文楷体" panose="02010600040101010101" charset="-122"/>
              </a:rPr>
              <a:t>                                                                           </a:t>
            </a:r>
            <a:r>
              <a:rPr lang="zh-CN" altLang="zh-CN" sz="2400" b="1" dirty="0">
                <a:effectLst>
                  <a:outerShdw blurRad="38100" dist="38100" dir="2700000" algn="tl">
                    <a:srgbClr val="C0C0C0"/>
                  </a:outerShdw>
                </a:effectLst>
                <a:latin typeface="Cambria" panose="02040503050406030204" charset="0"/>
                <a:ea typeface="华文楷体" panose="02010600040101010101" charset="-122"/>
              </a:rPr>
              <a:t>Alan Hoad </a:t>
            </a:r>
            <a:endParaRPr lang="en-US" altLang="zh-CN" sz="2400" b="1" dirty="0">
              <a:effectLst>
                <a:outerShdw blurRad="38100" dist="38100" dir="2700000" algn="tl">
                  <a:srgbClr val="C0C0C0"/>
                </a:outerShdw>
              </a:effectLst>
              <a:latin typeface="Cambria" panose="02040503050406030204" charset="0"/>
              <a:ea typeface="华文楷体" panose="02010600040101010101" charset="-122"/>
            </a:endParaRPr>
          </a:p>
          <a:p>
            <a:pPr>
              <a:spcBef>
                <a:spcPct val="50000"/>
              </a:spcBef>
              <a:defRPr/>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509000" y="1585800"/>
              <a:ext cx="1149120" cy="86040"/>
            </p14:xfrm>
          </p:contentPart>
        </mc:Choice>
        <mc:Fallback xmlns="">
          <p:pic>
            <p:nvPicPr>
              <p:cNvPr id="2" name="墨迹 1"/>
            </p:nvPicPr>
            <p:blipFill>
              <a:blip r:embed="rId2"/>
            </p:blipFill>
            <p:spPr>
              <a:xfrm>
                <a:off x="4509000" y="1585800"/>
                <a:ext cx="1149120" cy="860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566160" y="1954440"/>
              <a:ext cx="677520" cy="51840"/>
            </p14:xfrm>
          </p:contentPart>
        </mc:Choice>
        <mc:Fallback xmlns="">
          <p:pic>
            <p:nvPicPr>
              <p:cNvPr id="3" name="墨迹 2"/>
            </p:nvPicPr>
            <p:blipFill>
              <a:blip r:embed="rId4"/>
            </p:blipFill>
            <p:spPr>
              <a:xfrm>
                <a:off x="3566160" y="1954440"/>
                <a:ext cx="677520" cy="518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963080" y="3069000"/>
              <a:ext cx="1149120" cy="34560"/>
            </p14:xfrm>
          </p:contentPart>
        </mc:Choice>
        <mc:Fallback xmlns="">
          <p:pic>
            <p:nvPicPr>
              <p:cNvPr id="4" name="墨迹 3"/>
            </p:nvPicPr>
            <p:blipFill>
              <a:blip r:embed="rId6"/>
            </p:blipFill>
            <p:spPr>
              <a:xfrm>
                <a:off x="1963080" y="3069000"/>
                <a:ext cx="1149120" cy="345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997520" y="3952080"/>
              <a:ext cx="1371960" cy="223200"/>
            </p14:xfrm>
          </p:contentPart>
        </mc:Choice>
        <mc:Fallback xmlns="">
          <p:pic>
            <p:nvPicPr>
              <p:cNvPr id="5" name="墨迹 4"/>
            </p:nvPicPr>
            <p:blipFill>
              <a:blip r:embed="rId8"/>
            </p:blipFill>
            <p:spPr>
              <a:xfrm>
                <a:off x="4997520" y="3952080"/>
                <a:ext cx="1371960" cy="223200"/>
              </a:xfrm>
              <a:prstGeom prst="rect"/>
            </p:spPr>
          </p:pic>
        </mc:Fallback>
      </mc:AlternateContent>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p:cNvSpPr>
            <a:spLocks noGrp="1" noChangeArrowheads="1"/>
          </p:cNvSpPr>
          <p:nvPr>
            <p:ph type="body" idx="1"/>
          </p:nvPr>
        </p:nvSpPr>
        <p:spPr>
          <a:xfrm>
            <a:off x="468313" y="765175"/>
            <a:ext cx="8229600" cy="5543550"/>
          </a:xfrm>
        </p:spPr>
        <p:txBody>
          <a:bodyPr/>
          <a:lstStyle/>
          <a:p>
            <a:pPr eaLnBrk="1" hangingPunct="1">
              <a:lnSpc>
                <a:spcPct val="90000"/>
              </a:lnSpc>
              <a:buFont typeface="Wingdings" panose="05000000000000000000" pitchFamily="2" charset="2"/>
              <a:buNone/>
            </a:pPr>
            <a:r>
              <a:rPr lang="zh-CN" altLang="en-US" b="1" smtClean="0">
                <a:ea typeface="楷体_GB2312" pitchFamily="49" charset="-122"/>
              </a:rPr>
              <a:t>常用语：</a:t>
            </a:r>
            <a:br>
              <a:rPr lang="zh-CN" altLang="en-US" sz="2400" smtClean="0"/>
            </a:br>
            <a:br>
              <a:rPr lang="zh-CN" altLang="en-US" sz="2400" smtClean="0"/>
            </a:br>
            <a:r>
              <a:rPr lang="zh-CN" altLang="en-US" sz="2400" smtClean="0"/>
              <a:t>　</a:t>
            </a:r>
            <a:r>
              <a:rPr lang="en-US" altLang="zh-CN" sz="2400" smtClean="0"/>
              <a:t>Thank you for your invitation to dinner at your home tomorrow evening. Unfortunately, it is much to my regret that I cannot.</a:t>
            </a:r>
            <a:br>
              <a:rPr lang="en-US" altLang="zh-CN" sz="2400" smtClean="0"/>
            </a:br>
            <a:br>
              <a:rPr lang="en-US" altLang="zh-CN" sz="2400" smtClean="0"/>
            </a:br>
            <a:r>
              <a:rPr lang="zh-CN" altLang="en-US" sz="2400" smtClean="0"/>
              <a:t>　</a:t>
            </a:r>
            <a:r>
              <a:rPr lang="en-US" altLang="zh-CN" sz="2400" smtClean="0"/>
              <a:t>I feel terribly sorry for missing the chance of.</a:t>
            </a:r>
            <a:br>
              <a:rPr lang="en-US" altLang="zh-CN" sz="2400" smtClean="0"/>
            </a:br>
            <a:br>
              <a:rPr lang="en-US" altLang="zh-CN" sz="2400" smtClean="0"/>
            </a:br>
            <a:r>
              <a:rPr lang="zh-CN" altLang="en-US" sz="2400" smtClean="0"/>
              <a:t>　</a:t>
            </a:r>
            <a:r>
              <a:rPr lang="en-US" altLang="zh-CN" sz="2400" smtClean="0"/>
              <a:t>Is it possible for you and me to have a private meeting afterwards?</a:t>
            </a:r>
            <a:br>
              <a:rPr lang="en-US" altLang="zh-CN" sz="2400" smtClean="0"/>
            </a:br>
            <a:br>
              <a:rPr lang="en-US" altLang="zh-CN" sz="2400" smtClean="0"/>
            </a:br>
            <a:r>
              <a:rPr lang="zh-CN" altLang="en-US" sz="2400" smtClean="0"/>
              <a:t>　</a:t>
            </a:r>
            <a:r>
              <a:rPr lang="en-US" altLang="zh-CN" sz="2400" smtClean="0"/>
              <a:t>If so, please don't hesitate to drop me a call about your preferable date.</a:t>
            </a:r>
            <a:endParaRPr lang="en-US" altLang="zh-CN" sz="2400" smtClean="0"/>
          </a:p>
          <a:p>
            <a:pPr eaLnBrk="1" hangingPunct="1">
              <a:lnSpc>
                <a:spcPct val="90000"/>
              </a:lnSpc>
              <a:buFont typeface="Wingdings" panose="05000000000000000000" pitchFamily="2" charset="2"/>
              <a:buNone/>
            </a:pPr>
            <a:r>
              <a:rPr lang="en-US" altLang="zh-CN" sz="2400" smtClean="0"/>
              <a:t> </a:t>
            </a:r>
            <a:br>
              <a:rPr lang="en-US" altLang="zh-CN" sz="2400" smtClean="0"/>
            </a:br>
            <a:r>
              <a:rPr lang="zh-CN" altLang="en-US" sz="2400" smtClean="0"/>
              <a:t>　</a:t>
            </a:r>
            <a:r>
              <a:rPr lang="en-US" altLang="zh-CN" sz="2400" smtClean="0"/>
              <a:t>Please allow me to say sorry again. </a:t>
            </a:r>
            <a:br>
              <a:rPr lang="en-US" altLang="zh-CN" sz="2400" smtClean="0"/>
            </a:br>
            <a:endParaRPr lang="en-US" altLang="zh-CN" sz="240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6334920" y="4706280"/>
              <a:ext cx="480600" cy="69120"/>
            </p14:xfrm>
          </p:contentPart>
        </mc:Choice>
        <mc:Fallback xmlns="">
          <p:pic>
            <p:nvPicPr>
              <p:cNvPr id="2" name="墨迹 1"/>
            </p:nvPicPr>
            <p:blipFill>
              <a:blip r:embed="rId2"/>
            </p:blipFill>
            <p:spPr>
              <a:xfrm>
                <a:off x="6334920" y="4706280"/>
                <a:ext cx="480600" cy="691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908640" y="4980600"/>
              <a:ext cx="1320480" cy="60480"/>
            </p14:xfrm>
          </p:contentPart>
        </mc:Choice>
        <mc:Fallback xmlns="">
          <p:pic>
            <p:nvPicPr>
              <p:cNvPr id="3" name="墨迹 2"/>
            </p:nvPicPr>
            <p:blipFill>
              <a:blip r:embed="rId4"/>
            </p:blipFill>
            <p:spPr>
              <a:xfrm>
                <a:off x="908640" y="4980600"/>
                <a:ext cx="1320480" cy="60480"/>
              </a:xfrm>
              <a:prstGeom prst="rect"/>
            </p:spPr>
          </p:pic>
        </mc:Fallback>
      </mc:AlternateContent>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3"/>
          <p:cNvSpPr>
            <a:spLocks noGrp="1" noChangeArrowheads="1"/>
          </p:cNvSpPr>
          <p:nvPr>
            <p:ph type="body" idx="1"/>
          </p:nvPr>
        </p:nvSpPr>
        <p:spPr>
          <a:xfrm>
            <a:off x="457200" y="765175"/>
            <a:ext cx="8229600" cy="5102225"/>
          </a:xfrm>
        </p:spPr>
        <p:txBody>
          <a:bodyPr/>
          <a:lstStyle/>
          <a:p>
            <a:pPr eaLnBrk="1" hangingPunct="1">
              <a:lnSpc>
                <a:spcPct val="90000"/>
              </a:lnSpc>
              <a:buFont typeface="Wingdings" panose="05000000000000000000" pitchFamily="2" charset="2"/>
              <a:buNone/>
            </a:pPr>
            <a:r>
              <a:rPr lang="en-US" altLang="zh-CN" smtClean="0"/>
              <a:t>Directions:</a:t>
            </a:r>
            <a:br>
              <a:rPr lang="en-US" altLang="zh-CN" smtClean="0"/>
            </a:br>
            <a:br>
              <a:rPr lang="en-US" altLang="zh-CN" smtClean="0"/>
            </a:br>
            <a:r>
              <a:rPr lang="zh-CN" altLang="en-US" smtClean="0"/>
              <a:t>　 </a:t>
            </a:r>
            <a:r>
              <a:rPr lang="en-US" altLang="zh-CN" smtClean="0"/>
              <a:t>You are invited to a dinner at a friend's house, but you are not able to attend because of the preparation for a coming examination. </a:t>
            </a:r>
            <a:r>
              <a:rPr lang="en-US" altLang="zh-CN" i="1" smtClean="0"/>
              <a:t>Write a letter to your friends to express your apology, explain your reason, and suggest a meeting at another time</a:t>
            </a:r>
            <a:r>
              <a:rPr lang="zh-CN" altLang="en-US" i="1" smtClean="0"/>
              <a:t>。</a:t>
            </a:r>
            <a:br>
              <a:rPr lang="zh-CN" altLang="en-US" i="1" smtClean="0"/>
            </a:br>
            <a:br>
              <a:rPr lang="zh-CN" altLang="en-US" smtClean="0"/>
            </a:br>
            <a:endParaRPr lang="zh-CN" altLang="en-US"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588760" y="3214800"/>
              <a:ext cx="454680" cy="25920"/>
            </p14:xfrm>
          </p:contentPart>
        </mc:Choice>
        <mc:Fallback xmlns="">
          <p:pic>
            <p:nvPicPr>
              <p:cNvPr id="2" name="墨迹 1"/>
            </p:nvPicPr>
            <p:blipFill>
              <a:blip r:embed="rId2"/>
            </p:blipFill>
            <p:spPr>
              <a:xfrm>
                <a:off x="2588760" y="3214800"/>
                <a:ext cx="454680" cy="25920"/>
              </a:xfrm>
              <a:prstGeom prst="rect"/>
            </p:spPr>
          </p:pic>
        </mc:Fallback>
      </mc:AlternateContent>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3"/>
          <p:cNvSpPr>
            <a:spLocks noGrp="1" noChangeArrowheads="1"/>
          </p:cNvSpPr>
          <p:nvPr>
            <p:ph type="body" idx="1"/>
          </p:nvPr>
        </p:nvSpPr>
        <p:spPr>
          <a:xfrm>
            <a:off x="457200" y="692150"/>
            <a:ext cx="8229600" cy="5832475"/>
          </a:xfrm>
        </p:spPr>
        <p:txBody>
          <a:bodyPr/>
          <a:lstStyle/>
          <a:p>
            <a:pPr eaLnBrk="1" hangingPunct="1">
              <a:lnSpc>
                <a:spcPct val="80000"/>
              </a:lnSpc>
              <a:buFont typeface="Wingdings" panose="05000000000000000000" pitchFamily="2" charset="2"/>
              <a:buNone/>
            </a:pPr>
            <a:r>
              <a:rPr lang="en-US" altLang="zh-CN" sz="2400" smtClean="0"/>
              <a:t>    Dear Anne,</a:t>
            </a:r>
            <a:br>
              <a:rPr lang="en-US" altLang="zh-CN" sz="2400" smtClean="0"/>
            </a:br>
            <a:br>
              <a:rPr lang="en-US" altLang="zh-CN" sz="2400" smtClean="0"/>
            </a:br>
            <a:r>
              <a:rPr lang="en-US" altLang="zh-CN" sz="2400" smtClean="0"/>
              <a:t>Thank you for your invitation to dinner at your home tomorrow evening. Unfortunately, it is much to my regret that I cannot join you and your family, because I will be fully occupied then for an important exam coming the day after tomorrow. I feel terribly sorry for missing the chance of such a happy get-together, and I hope that all of you enjoy a good time. Is it possible for you and me to have a private meeting afterward? If so, please don‘t hesitate to drop me a line about your preferable date. I do long for a pleasant chat with you</a:t>
            </a:r>
            <a:r>
              <a:rPr lang="zh-CN" altLang="en-US" sz="2400" smtClean="0"/>
              <a:t>。</a:t>
            </a:r>
            <a:br>
              <a:rPr lang="zh-CN" altLang="en-US" sz="2400" smtClean="0"/>
            </a:br>
            <a:br>
              <a:rPr lang="zh-CN" altLang="en-US" sz="2400" smtClean="0"/>
            </a:br>
            <a:r>
              <a:rPr lang="en-US" altLang="zh-CN" sz="2400" smtClean="0"/>
              <a:t>Please allow me to say sorry again</a:t>
            </a:r>
            <a:r>
              <a:rPr lang="zh-CN" altLang="en-US" sz="2400" smtClean="0"/>
              <a:t>。</a:t>
            </a:r>
            <a:br>
              <a:rPr lang="zh-CN" altLang="en-US" sz="2400" smtClean="0"/>
            </a:br>
            <a:endParaRPr lang="zh-CN" altLang="en-US" sz="2400" smtClean="0"/>
          </a:p>
          <a:p>
            <a:pPr eaLnBrk="1" hangingPunct="1">
              <a:lnSpc>
                <a:spcPct val="80000"/>
              </a:lnSpc>
              <a:buFont typeface="Wingdings" panose="05000000000000000000" pitchFamily="2" charset="2"/>
              <a:buNone/>
            </a:pPr>
            <a:r>
              <a:rPr lang="zh-CN" altLang="en-US" sz="2400" smtClean="0"/>
              <a:t>     </a:t>
            </a:r>
            <a:r>
              <a:rPr lang="en-US" altLang="zh-CN" sz="2400" smtClean="0"/>
              <a:t>Regards,</a:t>
            </a:r>
            <a:br>
              <a:rPr lang="en-US" altLang="zh-CN" sz="2400" smtClean="0"/>
            </a:br>
            <a:br>
              <a:rPr lang="en-US" altLang="zh-CN" sz="2400" smtClean="0"/>
            </a:br>
            <a:r>
              <a:rPr lang="en-US" altLang="zh-CN" sz="2400" smtClean="0"/>
              <a:t> Li Ming</a:t>
            </a:r>
            <a:br>
              <a:rPr lang="en-US" altLang="zh-CN" sz="2400" smtClean="0"/>
            </a:br>
            <a:endParaRPr lang="en-US" altLang="zh-CN" sz="240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951480" y="1706040"/>
              <a:ext cx="754560" cy="34560"/>
            </p14:xfrm>
          </p:contentPart>
        </mc:Choice>
        <mc:Fallback xmlns="">
          <p:pic>
            <p:nvPicPr>
              <p:cNvPr id="2" name="墨迹 1"/>
            </p:nvPicPr>
            <p:blipFill>
              <a:blip r:embed="rId2"/>
            </p:blipFill>
            <p:spPr>
              <a:xfrm>
                <a:off x="951480" y="1706040"/>
                <a:ext cx="754560" cy="345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223680" y="1285920"/>
              <a:ext cx="857520" cy="154440"/>
            </p14:xfrm>
          </p:contentPart>
        </mc:Choice>
        <mc:Fallback xmlns="">
          <p:pic>
            <p:nvPicPr>
              <p:cNvPr id="3" name="墨迹 2"/>
            </p:nvPicPr>
            <p:blipFill>
              <a:blip r:embed="rId4"/>
            </p:blipFill>
            <p:spPr>
              <a:xfrm>
                <a:off x="6223680" y="1285920"/>
                <a:ext cx="857520" cy="1544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6703560" y="1774440"/>
              <a:ext cx="1440720" cy="34560"/>
            </p14:xfrm>
          </p:contentPart>
        </mc:Choice>
        <mc:Fallback xmlns="">
          <p:pic>
            <p:nvPicPr>
              <p:cNvPr id="4" name="墨迹 3"/>
            </p:nvPicPr>
            <p:blipFill>
              <a:blip r:embed="rId6"/>
            </p:blipFill>
            <p:spPr>
              <a:xfrm>
                <a:off x="6703560" y="1774440"/>
                <a:ext cx="1440720" cy="345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2648880" y="2014560"/>
              <a:ext cx="2957760" cy="163080"/>
            </p14:xfrm>
          </p:contentPart>
        </mc:Choice>
        <mc:Fallback xmlns="">
          <p:pic>
            <p:nvPicPr>
              <p:cNvPr id="5" name="墨迹 4"/>
            </p:nvPicPr>
            <p:blipFill>
              <a:blip r:embed="rId8"/>
            </p:blipFill>
            <p:spPr>
              <a:xfrm>
                <a:off x="2648880" y="2014560"/>
                <a:ext cx="2957760" cy="1630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560240" y="2271600"/>
              <a:ext cx="1080360" cy="60480"/>
            </p14:xfrm>
          </p:contentPart>
        </mc:Choice>
        <mc:Fallback xmlns="">
          <p:pic>
            <p:nvPicPr>
              <p:cNvPr id="6" name="墨迹 5"/>
            </p:nvPicPr>
            <p:blipFill>
              <a:blip r:embed="rId10"/>
            </p:blipFill>
            <p:spPr>
              <a:xfrm>
                <a:off x="1560240" y="2271600"/>
                <a:ext cx="1080360" cy="604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2982960" y="2923200"/>
              <a:ext cx="1577880" cy="77400"/>
            </p14:xfrm>
          </p:contentPart>
        </mc:Choice>
        <mc:Fallback xmlns="">
          <p:pic>
            <p:nvPicPr>
              <p:cNvPr id="7" name="墨迹 6"/>
            </p:nvPicPr>
            <p:blipFill>
              <a:blip r:embed="rId12"/>
            </p:blipFill>
            <p:spPr>
              <a:xfrm>
                <a:off x="2982960" y="2923200"/>
                <a:ext cx="1577880" cy="774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4294800" y="3866040"/>
              <a:ext cx="1937520" cy="69120"/>
            </p14:xfrm>
          </p:contentPart>
        </mc:Choice>
        <mc:Fallback xmlns="">
          <p:pic>
            <p:nvPicPr>
              <p:cNvPr id="8" name="墨迹 7"/>
            </p:nvPicPr>
            <p:blipFill>
              <a:blip r:embed="rId14"/>
            </p:blipFill>
            <p:spPr>
              <a:xfrm>
                <a:off x="4294800" y="3866040"/>
                <a:ext cx="1937520" cy="6912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7003440" y="3806280"/>
              <a:ext cx="986400" cy="17280"/>
            </p14:xfrm>
          </p:contentPart>
        </mc:Choice>
        <mc:Fallback xmlns="">
          <p:pic>
            <p:nvPicPr>
              <p:cNvPr id="9" name="墨迹 8"/>
            </p:nvPicPr>
            <p:blipFill>
              <a:blip r:embed="rId16"/>
            </p:blipFill>
            <p:spPr>
              <a:xfrm>
                <a:off x="7003440" y="3806280"/>
                <a:ext cx="986400" cy="17280"/>
              </a:xfrm>
              <a:prstGeom prst="rect"/>
            </p:spPr>
          </p:pic>
        </mc:Fallback>
      </mc:AlternateContent>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ChangeArrowheads="1"/>
          </p:cNvSpPr>
          <p:nvPr>
            <p:ph type="title"/>
          </p:nvPr>
        </p:nvSpPr>
        <p:spPr>
          <a:xfrm>
            <a:off x="468313" y="188913"/>
            <a:ext cx="8229600" cy="936625"/>
          </a:xfrm>
        </p:spPr>
        <p:txBody>
          <a:bodyPr/>
          <a:lstStyle/>
          <a:p>
            <a:pPr eaLnBrk="1" hangingPunct="1"/>
            <a:r>
              <a:rPr lang="zh-CN" altLang="en-US" sz="3600" b="1" smtClean="0">
                <a:ea typeface="华文隶书" panose="02010800040101010101" pitchFamily="2" charset="-122"/>
              </a:rPr>
              <a:t>六、 感谢信</a:t>
            </a:r>
            <a:r>
              <a:rPr lang="zh-CN" altLang="en-US" b="1" smtClean="0"/>
              <a:t> </a:t>
            </a:r>
            <a:r>
              <a:rPr lang="en-US" altLang="zh-CN" sz="2800" b="1" smtClean="0"/>
              <a:t>(A Letter of Thanks)</a:t>
            </a:r>
            <a:endParaRPr lang="en-US" altLang="zh-CN" sz="2800" b="1" smtClean="0"/>
          </a:p>
        </p:txBody>
      </p:sp>
      <p:sp>
        <p:nvSpPr>
          <p:cNvPr id="79874" name="Rectangle 3"/>
          <p:cNvSpPr>
            <a:spLocks noGrp="1" noChangeArrowheads="1"/>
          </p:cNvSpPr>
          <p:nvPr>
            <p:ph type="body" idx="1"/>
          </p:nvPr>
        </p:nvSpPr>
        <p:spPr>
          <a:xfrm>
            <a:off x="468313" y="692150"/>
            <a:ext cx="8229600" cy="6165850"/>
          </a:xfrm>
        </p:spPr>
        <p:txBody>
          <a:bodyPr/>
          <a:lstStyle/>
          <a:p>
            <a:pPr eaLnBrk="1" hangingPunct="1">
              <a:lnSpc>
                <a:spcPct val="80000"/>
              </a:lnSpc>
              <a:buFont typeface="Wingdings" panose="05000000000000000000" pitchFamily="2" charset="2"/>
              <a:buNone/>
            </a:pPr>
            <a:br>
              <a:rPr lang="en-US" altLang="zh-CN" sz="1400" smtClean="0"/>
            </a:br>
            <a:br>
              <a:rPr lang="en-US" altLang="zh-CN" sz="1400" smtClean="0"/>
            </a:br>
            <a:br>
              <a:rPr lang="en-US" altLang="zh-CN" sz="1400" smtClean="0"/>
            </a:br>
            <a:r>
              <a:rPr lang="zh-CN" altLang="en-US" sz="2800" smtClean="0"/>
              <a:t>英文感谢信是商务信函中经常出现的题材。在商</a:t>
            </a:r>
            <a:endParaRPr lang="zh-CN" altLang="en-US" sz="2800" smtClean="0"/>
          </a:p>
          <a:p>
            <a:pPr eaLnBrk="1" hangingPunct="1">
              <a:lnSpc>
                <a:spcPct val="80000"/>
              </a:lnSpc>
              <a:buFont typeface="Wingdings" panose="05000000000000000000" pitchFamily="2" charset="2"/>
              <a:buNone/>
            </a:pPr>
            <a:r>
              <a:rPr lang="zh-CN" altLang="en-US" sz="2800" smtClean="0"/>
              <a:t>务交往中，如果受到邀请，得到对方的照顾提携，</a:t>
            </a:r>
            <a:endParaRPr lang="zh-CN" altLang="en-US" sz="2800" smtClean="0"/>
          </a:p>
          <a:p>
            <a:pPr eaLnBrk="1" hangingPunct="1">
              <a:lnSpc>
                <a:spcPct val="80000"/>
              </a:lnSpc>
              <a:buFont typeface="Wingdings" panose="05000000000000000000" pitchFamily="2" charset="2"/>
              <a:buNone/>
            </a:pPr>
            <a:r>
              <a:rPr lang="zh-CN" altLang="en-US" sz="2800" smtClean="0"/>
              <a:t>或是得到了他人的帮助、推荐、介绍后最好去封感</a:t>
            </a:r>
            <a:endParaRPr lang="zh-CN" altLang="en-US" sz="2800" smtClean="0"/>
          </a:p>
          <a:p>
            <a:pPr eaLnBrk="1" hangingPunct="1">
              <a:lnSpc>
                <a:spcPct val="80000"/>
              </a:lnSpc>
              <a:buFont typeface="Wingdings" panose="05000000000000000000" pitchFamily="2" charset="2"/>
              <a:buNone/>
            </a:pPr>
            <a:r>
              <a:rPr lang="zh-CN" altLang="en-US" sz="2800" smtClean="0"/>
              <a:t>谢信表达真诚的谢意。</a:t>
            </a:r>
            <a:endParaRPr lang="zh-CN" altLang="en-US" sz="2800" smtClean="0"/>
          </a:p>
          <a:p>
            <a:pPr eaLnBrk="1" hangingPunct="1">
              <a:lnSpc>
                <a:spcPct val="80000"/>
              </a:lnSpc>
              <a:buFont typeface="Wingdings" panose="05000000000000000000" pitchFamily="2" charset="2"/>
              <a:buNone/>
            </a:pPr>
            <a:r>
              <a:rPr lang="zh-CN" altLang="en-US" sz="2800" smtClean="0"/>
              <a:t>  感谢信通常应一事一谢，篇幅要注意简短，措词要</a:t>
            </a:r>
            <a:endParaRPr lang="zh-CN" altLang="en-US" sz="2800" smtClean="0"/>
          </a:p>
          <a:p>
            <a:pPr eaLnBrk="1" hangingPunct="1">
              <a:lnSpc>
                <a:spcPct val="80000"/>
              </a:lnSpc>
              <a:buFont typeface="Wingdings" panose="05000000000000000000" pitchFamily="2" charset="2"/>
              <a:buNone/>
            </a:pPr>
            <a:r>
              <a:rPr lang="zh-CN" altLang="en-US" sz="2800" smtClean="0"/>
              <a:t>自然，语气要诚恳。</a:t>
            </a:r>
            <a:endParaRPr lang="zh-CN" altLang="en-US" sz="2800" smtClean="0"/>
          </a:p>
          <a:p>
            <a:pPr eaLnBrk="1" hangingPunct="1">
              <a:lnSpc>
                <a:spcPct val="80000"/>
              </a:lnSpc>
              <a:buFont typeface="Wingdings" panose="05000000000000000000" pitchFamily="2" charset="2"/>
              <a:buNone/>
            </a:pPr>
            <a:r>
              <a:rPr lang="zh-CN" altLang="en-US" sz="2800" smtClean="0"/>
              <a:t>   感谢信的开头应简述写感谢信的目的。</a:t>
            </a:r>
            <a:endParaRPr lang="zh-CN" altLang="en-US" sz="2800" smtClean="0"/>
          </a:p>
          <a:p>
            <a:pPr eaLnBrk="1" hangingPunct="1">
              <a:lnSpc>
                <a:spcPct val="80000"/>
              </a:lnSpc>
              <a:buFont typeface="Wingdings" panose="05000000000000000000" pitchFamily="2" charset="2"/>
              <a:buNone/>
            </a:pPr>
            <a:r>
              <a:rPr lang="zh-CN" altLang="en-US" sz="2800" smtClean="0"/>
              <a:t>   感谢信的主要部分，应特别指出由于对方的帮</a:t>
            </a:r>
            <a:endParaRPr lang="zh-CN" altLang="en-US" sz="2800" smtClean="0"/>
          </a:p>
          <a:p>
            <a:pPr eaLnBrk="1" hangingPunct="1">
              <a:lnSpc>
                <a:spcPct val="80000"/>
              </a:lnSpc>
              <a:buFont typeface="Wingdings" panose="05000000000000000000" pitchFamily="2" charset="2"/>
              <a:buNone/>
            </a:pPr>
            <a:r>
              <a:rPr lang="zh-CN" altLang="en-US" sz="2800" smtClean="0"/>
              <a:t>助，使自己所得到的益处。</a:t>
            </a:r>
            <a:endParaRPr lang="zh-CN" altLang="en-US" sz="2800" smtClean="0"/>
          </a:p>
          <a:p>
            <a:pPr eaLnBrk="1" hangingPunct="1">
              <a:lnSpc>
                <a:spcPct val="80000"/>
              </a:lnSpc>
              <a:buFont typeface="Wingdings" panose="05000000000000000000" pitchFamily="2" charset="2"/>
              <a:buNone/>
            </a:pPr>
            <a:r>
              <a:rPr lang="zh-CN" altLang="en-US" sz="2800" smtClean="0"/>
              <a:t>   感谢信的最后有时可再次表达感谢之意，也可表</a:t>
            </a:r>
            <a:endParaRPr lang="zh-CN" altLang="en-US" sz="2800" smtClean="0"/>
          </a:p>
          <a:p>
            <a:pPr eaLnBrk="1" hangingPunct="1">
              <a:lnSpc>
                <a:spcPct val="80000"/>
              </a:lnSpc>
              <a:buFont typeface="Wingdings" panose="05000000000000000000" pitchFamily="2" charset="2"/>
              <a:buNone/>
            </a:pPr>
            <a:r>
              <a:rPr lang="zh-CN" altLang="en-US" sz="2800" smtClean="0"/>
              <a:t>达希望继续合作、保持联络的愿望或有机会报答对</a:t>
            </a:r>
            <a:endParaRPr lang="zh-CN" altLang="en-US" sz="2800" smtClean="0"/>
          </a:p>
          <a:p>
            <a:pPr eaLnBrk="1" hangingPunct="1">
              <a:lnSpc>
                <a:spcPct val="80000"/>
              </a:lnSpc>
              <a:buFont typeface="Wingdings" panose="05000000000000000000" pitchFamily="2" charset="2"/>
              <a:buNone/>
            </a:pPr>
            <a:r>
              <a:rPr lang="zh-CN" altLang="en-US" sz="2800" smtClean="0"/>
              <a:t>方的承诺等。</a:t>
            </a:r>
            <a:endParaRPr lang="zh-CN" altLang="en-US" sz="280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828880" y="3034800"/>
              <a:ext cx="1423440" cy="257400"/>
            </p14:xfrm>
          </p:contentPart>
        </mc:Choice>
        <mc:Fallback xmlns="">
          <p:pic>
            <p:nvPicPr>
              <p:cNvPr id="2" name="墨迹 1"/>
            </p:nvPicPr>
            <p:blipFill>
              <a:blip r:embed="rId2"/>
            </p:blipFill>
            <p:spPr>
              <a:xfrm>
                <a:off x="2828880" y="3034800"/>
                <a:ext cx="1423440" cy="257400"/>
              </a:xfrm>
              <a:prstGeom prst="rect"/>
            </p:spPr>
          </p:pic>
        </mc:Fallback>
      </mc:AlternateContent>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p:cNvSpPr>
            <a:spLocks noGrp="1" noChangeArrowheads="1"/>
          </p:cNvSpPr>
          <p:nvPr>
            <p:ph type="body" idx="1"/>
          </p:nvPr>
        </p:nvSpPr>
        <p:spPr>
          <a:xfrm>
            <a:off x="395288" y="476250"/>
            <a:ext cx="8229600" cy="6094413"/>
          </a:xfrm>
        </p:spPr>
        <p:txBody>
          <a:bodyPr rtlCol="0">
            <a:normAutofit/>
          </a:bodyPr>
          <a:lstStyle/>
          <a:p>
            <a:pPr marL="609600" indent="-609600" eaLnBrk="1" fontAlgn="auto" hangingPunct="1">
              <a:lnSpc>
                <a:spcPct val="80000"/>
              </a:lnSpc>
              <a:spcAft>
                <a:spcPts val="0"/>
              </a:spcAft>
              <a:buFont typeface="Wingdings" panose="05000000000000000000" pitchFamily="2" charset="2"/>
              <a:buNone/>
              <a:defRPr/>
            </a:pPr>
            <a:r>
              <a:rPr lang="zh-CN" altLang="zh-CN" sz="2400">
                <a:effectLst>
                  <a:outerShdw blurRad="38100" dist="38100" dir="2700000" algn="tl">
                    <a:srgbClr val="C0C0C0"/>
                  </a:outerShdw>
                </a:effectLst>
              </a:rPr>
              <a:t>英语感谢信常用语句</a:t>
            </a:r>
            <a:r>
              <a:rPr lang="en-US" altLang="zh-CN" sz="2400">
                <a:effectLst>
                  <a:outerShdw blurRad="38100" dist="38100" dir="2700000" algn="tl">
                    <a:srgbClr val="C0C0C0"/>
                  </a:outerShdw>
                </a:effectLst>
              </a:rPr>
              <a:t>: </a:t>
            </a:r>
            <a:endParaRPr lang="en-US" altLang="zh-CN" sz="2400">
              <a:effectLst>
                <a:outerShdw blurRad="38100" dist="38100" dir="2700000" algn="tl">
                  <a:srgbClr val="C0C0C0"/>
                </a:outerShdw>
              </a:effectLst>
            </a:endParaRPr>
          </a:p>
          <a:p>
            <a:pPr marL="609600" indent="-609600" eaLnBrk="1" fontAlgn="auto" hangingPunct="1">
              <a:lnSpc>
                <a:spcPct val="80000"/>
              </a:lnSpc>
              <a:spcAft>
                <a:spcPts val="0"/>
              </a:spcAft>
              <a:buFont typeface="Wingdings" panose="05000000000000000000" pitchFamily="2" charset="2"/>
              <a:buNone/>
              <a:defRPr/>
            </a:pPr>
            <a:r>
              <a:rPr lang="zh-CN" altLang="zh-CN" sz="2400">
                <a:effectLst>
                  <a:outerShdw blurRad="38100" dist="38100" dir="2700000" algn="tl">
                    <a:srgbClr val="C0C0C0"/>
                  </a:outerShdw>
                </a:effectLst>
              </a:rPr>
              <a:t>⑴</a:t>
            </a:r>
            <a:r>
              <a:rPr lang="en-US" altLang="zh-CN" sz="2400">
                <a:effectLst>
                  <a:outerShdw blurRad="38100" dist="38100" dir="2700000" algn="tl">
                    <a:srgbClr val="C0C0C0"/>
                  </a:outerShdw>
                </a:effectLst>
              </a:rPr>
              <a:t>  Many thanks for your kind and warm help.</a:t>
            </a:r>
            <a:endParaRPr lang="en-US" altLang="zh-CN" sz="2400">
              <a:effectLst>
                <a:outerShdw blurRad="38100" dist="38100" dir="2700000" algn="tl">
                  <a:srgbClr val="C0C0C0"/>
                </a:outerShdw>
              </a:effectLst>
            </a:endParaRPr>
          </a:p>
          <a:p>
            <a:pPr marL="609600" indent="-609600" eaLnBrk="1" fontAlgn="auto" hangingPunct="1">
              <a:lnSpc>
                <a:spcPct val="80000"/>
              </a:lnSpc>
              <a:spcAft>
                <a:spcPts val="0"/>
              </a:spcAft>
              <a:buFont typeface="Wingdings" panose="05000000000000000000" pitchFamily="2" charset="2"/>
              <a:buNone/>
              <a:defRPr/>
            </a:pPr>
            <a:r>
              <a:rPr lang="en-US" altLang="zh-CN" sz="2400">
                <a:effectLst>
                  <a:outerShdw blurRad="38100" dist="38100" dir="2700000" algn="tl">
                    <a:srgbClr val="C0C0C0"/>
                  </a:outerShdw>
                </a:effectLst>
              </a:rPr>
              <a:t>⑵  I am greatly indebted to you for your help.</a:t>
            </a:r>
            <a:endParaRPr lang="en-US" altLang="zh-CN" sz="2400">
              <a:effectLst>
                <a:outerShdw blurRad="38100" dist="38100" dir="2700000" algn="tl">
                  <a:srgbClr val="C0C0C0"/>
                </a:outerShdw>
              </a:effectLst>
            </a:endParaRPr>
          </a:p>
          <a:p>
            <a:pPr marL="609600" indent="-609600" eaLnBrk="1" fontAlgn="auto" hangingPunct="1">
              <a:lnSpc>
                <a:spcPct val="80000"/>
              </a:lnSpc>
              <a:spcAft>
                <a:spcPts val="0"/>
              </a:spcAft>
              <a:buFont typeface="Wingdings" panose="05000000000000000000" pitchFamily="2" charset="2"/>
              <a:buNone/>
              <a:defRPr/>
            </a:pPr>
            <a:r>
              <a:rPr lang="en-US" altLang="zh-CN" sz="2400">
                <a:effectLst>
                  <a:outerShdw blurRad="38100" dist="38100" dir="2700000" algn="tl">
                    <a:srgbClr val="C0C0C0"/>
                  </a:outerShdw>
                </a:effectLst>
              </a:rPr>
              <a:t>⑶ Thank you for your generous hospitality.</a:t>
            </a:r>
            <a:endParaRPr lang="en-US" altLang="zh-CN" sz="2400">
              <a:effectLst>
                <a:outerShdw blurRad="38100" dist="38100" dir="2700000" algn="tl">
                  <a:srgbClr val="C0C0C0"/>
                </a:outerShdw>
              </a:effectLst>
            </a:endParaRPr>
          </a:p>
          <a:p>
            <a:pPr marL="609600" indent="-609600" eaLnBrk="1" fontAlgn="auto" hangingPunct="1">
              <a:lnSpc>
                <a:spcPct val="80000"/>
              </a:lnSpc>
              <a:spcAft>
                <a:spcPts val="0"/>
              </a:spcAft>
              <a:buFont typeface="Wingdings" panose="05000000000000000000" pitchFamily="2" charset="2"/>
              <a:buNone/>
              <a:defRPr/>
            </a:pPr>
            <a:r>
              <a:rPr lang="en-US" altLang="zh-CN" sz="2400">
                <a:effectLst>
                  <a:outerShdw blurRad="38100" dist="38100" dir="2700000" algn="tl">
                    <a:srgbClr val="C0C0C0"/>
                  </a:outerShdw>
                </a:effectLst>
              </a:rPr>
              <a:t>⑷  It was really exciting to get your New Year</a:t>
            </a:r>
            <a:r>
              <a:rPr lang="zh-CN" altLang="en-US" sz="2400">
                <a:effectLst>
                  <a:outerShdw blurRad="38100" dist="38100" dir="2700000" algn="tl">
                    <a:srgbClr val="C0C0C0"/>
                  </a:outerShdw>
                </a:effectLst>
              </a:rPr>
              <a:t>＇</a:t>
            </a:r>
            <a:r>
              <a:rPr lang="en-US" altLang="zh-CN" sz="2400">
                <a:effectLst>
                  <a:outerShdw blurRad="38100" dist="38100" dir="2700000" algn="tl">
                    <a:srgbClr val="C0C0C0"/>
                  </a:outerShdw>
                </a:effectLst>
              </a:rPr>
              <a:t>s card!</a:t>
            </a:r>
            <a:endParaRPr lang="en-US" altLang="zh-CN" sz="2400">
              <a:effectLst>
                <a:outerShdw blurRad="38100" dist="38100" dir="2700000" algn="tl">
                  <a:srgbClr val="C0C0C0"/>
                </a:outerShdw>
              </a:effectLst>
            </a:endParaRPr>
          </a:p>
          <a:p>
            <a:pPr marL="609600" indent="-609600" eaLnBrk="1" fontAlgn="auto" hangingPunct="1">
              <a:lnSpc>
                <a:spcPct val="80000"/>
              </a:lnSpc>
              <a:spcAft>
                <a:spcPts val="0"/>
              </a:spcAft>
              <a:buFont typeface="Wingdings" panose="05000000000000000000" pitchFamily="2" charset="2"/>
              <a:buNone/>
              <a:defRPr/>
            </a:pPr>
            <a:r>
              <a:rPr lang="en-US" altLang="zh-CN" sz="2400">
                <a:effectLst>
                  <a:outerShdw blurRad="38100" dist="38100" dir="2700000" algn="tl">
                    <a:srgbClr val="C0C0C0"/>
                  </a:outerShdw>
                </a:effectLst>
              </a:rPr>
              <a:t>⑸  I</a:t>
            </a:r>
            <a:r>
              <a:rPr lang="zh-CN" altLang="en-US" sz="2400">
                <a:effectLst>
                  <a:outerShdw blurRad="38100" dist="38100" dir="2700000" algn="tl">
                    <a:srgbClr val="C0C0C0"/>
                  </a:outerShdw>
                </a:effectLst>
              </a:rPr>
              <a:t>＇</a:t>
            </a:r>
            <a:r>
              <a:rPr lang="en-US" altLang="zh-CN" sz="2400">
                <a:effectLst>
                  <a:outerShdw blurRad="38100" dist="38100" dir="2700000" algn="tl">
                    <a:srgbClr val="C0C0C0"/>
                  </a:outerShdw>
                </a:effectLst>
              </a:rPr>
              <a:t>m sincerely grateful for all your help in finding me a place.</a:t>
            </a:r>
            <a:endParaRPr lang="en-US" altLang="zh-CN" sz="2400">
              <a:effectLst>
                <a:outerShdw blurRad="38100" dist="38100" dir="2700000" algn="tl">
                  <a:srgbClr val="C0C0C0"/>
                </a:outerShdw>
              </a:effectLst>
            </a:endParaRPr>
          </a:p>
          <a:p>
            <a:pPr marL="609600" indent="-609600" eaLnBrk="1" fontAlgn="auto" hangingPunct="1">
              <a:lnSpc>
                <a:spcPct val="80000"/>
              </a:lnSpc>
              <a:spcAft>
                <a:spcPts val="0"/>
              </a:spcAft>
              <a:buFont typeface="Wingdings" panose="05000000000000000000" pitchFamily="2" charset="2"/>
              <a:buNone/>
              <a:defRPr/>
            </a:pPr>
            <a:r>
              <a:rPr lang="en-US" altLang="zh-CN" sz="2400">
                <a:effectLst>
                  <a:outerShdw blurRad="38100" dist="38100" dir="2700000" algn="tl">
                    <a:srgbClr val="C0C0C0"/>
                  </a:outerShdw>
                </a:effectLst>
              </a:rPr>
              <a:t> ⑹ Your note of congratulations is deeply appreciated.</a:t>
            </a:r>
            <a:endParaRPr lang="en-US" altLang="zh-CN" sz="2400">
              <a:effectLst>
                <a:outerShdw blurRad="38100" dist="38100" dir="2700000" algn="tl">
                  <a:srgbClr val="C0C0C0"/>
                </a:outerShdw>
              </a:effectLst>
            </a:endParaRPr>
          </a:p>
          <a:p>
            <a:pPr marL="609600" indent="-609600" eaLnBrk="1" fontAlgn="auto" hangingPunct="1">
              <a:lnSpc>
                <a:spcPct val="80000"/>
              </a:lnSpc>
              <a:spcAft>
                <a:spcPts val="0"/>
              </a:spcAft>
              <a:buFont typeface="Wingdings" panose="05000000000000000000" pitchFamily="2" charset="2"/>
              <a:buNone/>
              <a:defRPr/>
            </a:pPr>
            <a:r>
              <a:rPr lang="en-US" altLang="zh-CN" sz="2400">
                <a:effectLst>
                  <a:outerShdw blurRad="38100" dist="38100" dir="2700000" algn="tl">
                    <a:srgbClr val="C0C0C0"/>
                  </a:outerShdw>
                </a:effectLst>
              </a:rPr>
              <a:t>(7) Thank you for your kindness to have done me a favour.</a:t>
            </a:r>
            <a:r>
              <a:rPr lang="en-US" altLang="zh-CN" sz="2400"/>
              <a:t> </a:t>
            </a:r>
            <a:r>
              <a:rPr lang="en-US" altLang="zh-CN" sz="2400">
                <a:effectLst>
                  <a:outerShdw blurRad="38100" dist="38100" dir="2700000" algn="tl">
                    <a:srgbClr val="C0C0C0"/>
                  </a:outerShdw>
                </a:effectLst>
              </a:rPr>
              <a:t>  </a:t>
            </a:r>
            <a:endParaRPr lang="en-US" altLang="zh-CN" sz="2400">
              <a:effectLst>
                <a:outerShdw blurRad="38100" dist="38100" dir="2700000" algn="tl">
                  <a:srgbClr val="C0C0C0"/>
                </a:outerShdw>
              </a:effectLst>
            </a:endParaRPr>
          </a:p>
          <a:p>
            <a:pPr marL="609600" indent="-609600" eaLnBrk="1" fontAlgn="auto" hangingPunct="1">
              <a:lnSpc>
                <a:spcPct val="80000"/>
              </a:lnSpc>
              <a:spcAft>
                <a:spcPts val="0"/>
              </a:spcAft>
              <a:buFont typeface="Wingdings" panose="05000000000000000000" pitchFamily="2" charset="2"/>
              <a:buNone/>
              <a:defRPr/>
            </a:pPr>
            <a:r>
              <a:rPr lang="en-US" altLang="zh-CN" sz="2400"/>
              <a:t>(8)On behalf of my whole family</a:t>
            </a:r>
            <a:r>
              <a:rPr lang="zh-CN" altLang="en-US" sz="2400"/>
              <a:t>，</a:t>
            </a:r>
            <a:r>
              <a:rPr lang="en-US" altLang="zh-CN" sz="2400"/>
              <a:t>I would like to extend my sincere gratitude for……</a:t>
            </a:r>
            <a:endParaRPr lang="en-US" altLang="zh-CN" sz="2400"/>
          </a:p>
          <a:p>
            <a:pPr marL="609600" indent="-609600" eaLnBrk="1" fontAlgn="auto" hangingPunct="1">
              <a:lnSpc>
                <a:spcPct val="80000"/>
              </a:lnSpc>
              <a:spcAft>
                <a:spcPts val="0"/>
              </a:spcAft>
              <a:buFont typeface="Wingdings" panose="05000000000000000000" pitchFamily="2" charset="2"/>
              <a:buNone/>
              <a:defRPr/>
            </a:pPr>
            <a:r>
              <a:rPr lang="en-US" altLang="zh-CN" sz="2400"/>
              <a:t> (9) Nothing will be able to erase our wonderful memories</a:t>
            </a:r>
            <a:r>
              <a:rPr lang="zh-CN" altLang="en-US" sz="2400"/>
              <a:t>，</a:t>
            </a:r>
            <a:r>
              <a:rPr lang="en-US" altLang="zh-CN" sz="2400"/>
              <a:t>we will nurture them  forever.</a:t>
            </a:r>
            <a:endParaRPr lang="en-US" altLang="zh-CN" sz="2400"/>
          </a:p>
          <a:p>
            <a:pPr marL="609600" indent="-609600" eaLnBrk="1" fontAlgn="auto" hangingPunct="1">
              <a:lnSpc>
                <a:spcPct val="80000"/>
              </a:lnSpc>
              <a:spcAft>
                <a:spcPts val="0"/>
              </a:spcAft>
              <a:buFont typeface="Wingdings" panose="05000000000000000000" pitchFamily="2" charset="2"/>
              <a:buNone/>
              <a:defRPr/>
            </a:pPr>
            <a:r>
              <a:rPr lang="en-US" altLang="zh-CN" sz="2400"/>
              <a:t>(10)Thanks again for your kind help.</a:t>
            </a:r>
            <a:endParaRPr lang="en-US" altLang="zh-CN" sz="2400"/>
          </a:p>
          <a:p>
            <a:pPr marL="609600" indent="-609600" eaLnBrk="1" fontAlgn="auto" hangingPunct="1">
              <a:lnSpc>
                <a:spcPct val="80000"/>
              </a:lnSpc>
              <a:spcAft>
                <a:spcPts val="0"/>
              </a:spcAft>
              <a:buFont typeface="Wingdings" panose="05000000000000000000" pitchFamily="2" charset="2"/>
              <a:buNone/>
              <a:defRPr/>
            </a:pPr>
            <a:r>
              <a:rPr lang="en-US" altLang="zh-CN" sz="2400"/>
              <a:t> (11) My true gratitude is beyond any words description.</a:t>
            </a:r>
            <a:endParaRPr lang="en-US" altLang="zh-CN" sz="2400"/>
          </a:p>
          <a:p>
            <a:pPr marL="609600" indent="-609600" eaLnBrk="1" fontAlgn="auto" hangingPunct="1">
              <a:lnSpc>
                <a:spcPct val="80000"/>
              </a:lnSpc>
              <a:spcAft>
                <a:spcPts val="0"/>
              </a:spcAft>
              <a:buFont typeface="Wingdings" panose="05000000000000000000" pitchFamily="2" charset="2"/>
              <a:buNone/>
              <a:defRPr/>
            </a:pPr>
            <a:r>
              <a:rPr lang="en-US" altLang="zh-CN" sz="2400"/>
              <a:t>(12)Please accept my thanks</a:t>
            </a:r>
            <a:r>
              <a:rPr lang="zh-CN" altLang="en-US" sz="2400"/>
              <a:t>，</a:t>
            </a:r>
            <a:r>
              <a:rPr lang="en-US" altLang="zh-CN" sz="2400"/>
              <a:t>now and always. </a:t>
            </a:r>
            <a:endParaRPr lang="en-US" altLang="zh-CN" sz="2400">
              <a:effectLst>
                <a:outerShdw blurRad="38100" dist="38100" dir="2700000" algn="tl">
                  <a:srgbClr val="C0C0C0"/>
                </a:outerShdw>
              </a:effectLst>
            </a:endParaRPr>
          </a:p>
        </p:txBody>
      </p:sp>
      <p:sp>
        <p:nvSpPr>
          <p:cNvPr id="80898" name="Rectangle 5"/>
          <p:cNvSpPr>
            <a:spLocks noChangeArrowheads="1"/>
          </p:cNvSpPr>
          <p:nvPr/>
        </p:nvSpPr>
        <p:spPr bwMode="auto">
          <a:xfrm>
            <a:off x="4365625" y="3246438"/>
            <a:ext cx="412750" cy="366712"/>
          </a:xfrm>
          <a:prstGeom prst="rect">
            <a:avLst/>
          </a:prstGeom>
          <a:noFill/>
          <a:ln w="9525">
            <a:noFill/>
            <a:miter lim="800000"/>
          </a:ln>
        </p:spPr>
        <p:txBody>
          <a:bodyPr wrap="none">
            <a:spAutoFit/>
          </a:bodyPr>
          <a:lstStyle/>
          <a:p>
            <a:r>
              <a:rPr lang="en-US" altLang="zh-CN">
                <a:latin typeface="Cambria" panose="02040503050406030204" charset="0"/>
                <a:ea typeface="华文楷体" panose="02010600040101010101" charset="-122"/>
              </a:rPr>
              <a:t>⑨</a:t>
            </a:r>
            <a:endParaRPr lang="en-US" altLang="zh-CN">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977040" y="985680"/>
              <a:ext cx="1603440" cy="26280"/>
            </p14:xfrm>
          </p:contentPart>
        </mc:Choice>
        <mc:Fallback xmlns="">
          <p:pic>
            <p:nvPicPr>
              <p:cNvPr id="2" name="墨迹 1"/>
            </p:nvPicPr>
            <p:blipFill>
              <a:blip r:embed="rId2"/>
            </p:blipFill>
            <p:spPr>
              <a:xfrm>
                <a:off x="977040" y="985680"/>
                <a:ext cx="1603440" cy="262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2528640" y="1388880"/>
              <a:ext cx="1380600" cy="25920"/>
            </p14:xfrm>
          </p:contentPart>
        </mc:Choice>
        <mc:Fallback xmlns="">
          <p:pic>
            <p:nvPicPr>
              <p:cNvPr id="3" name="墨迹 2"/>
            </p:nvPicPr>
            <p:blipFill>
              <a:blip r:embed="rId4"/>
            </p:blipFill>
            <p:spPr>
              <a:xfrm>
                <a:off x="2528640" y="1388880"/>
                <a:ext cx="1380600" cy="2592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131480" y="1371600"/>
              <a:ext cx="317520" cy="9000"/>
            </p14:xfrm>
          </p:contentPart>
        </mc:Choice>
        <mc:Fallback xmlns="">
          <p:pic>
            <p:nvPicPr>
              <p:cNvPr id="4" name="墨迹 3"/>
            </p:nvPicPr>
            <p:blipFill>
              <a:blip r:embed="rId6"/>
            </p:blipFill>
            <p:spPr>
              <a:xfrm>
                <a:off x="1131480" y="1371600"/>
                <a:ext cx="317520" cy="90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731840" y="1714320"/>
              <a:ext cx="1414800" cy="77760"/>
            </p14:xfrm>
          </p:contentPart>
        </mc:Choice>
        <mc:Fallback xmlns="">
          <p:pic>
            <p:nvPicPr>
              <p:cNvPr id="5" name="墨迹 4"/>
            </p:nvPicPr>
            <p:blipFill>
              <a:blip r:embed="rId8"/>
            </p:blipFill>
            <p:spPr>
              <a:xfrm>
                <a:off x="4731840" y="1714320"/>
                <a:ext cx="1414800" cy="777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3454560" y="1748880"/>
              <a:ext cx="1303560" cy="9000"/>
            </p14:xfrm>
          </p:contentPart>
        </mc:Choice>
        <mc:Fallback xmlns="">
          <p:pic>
            <p:nvPicPr>
              <p:cNvPr id="6" name="墨迹 5"/>
            </p:nvPicPr>
            <p:blipFill>
              <a:blip r:embed="rId10"/>
            </p:blipFill>
            <p:spPr>
              <a:xfrm>
                <a:off x="3454560" y="1748880"/>
                <a:ext cx="1303560" cy="90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2940120" y="2477520"/>
              <a:ext cx="977760" cy="34560"/>
            </p14:xfrm>
          </p:contentPart>
        </mc:Choice>
        <mc:Fallback xmlns="">
          <p:pic>
            <p:nvPicPr>
              <p:cNvPr id="7" name="墨迹 6"/>
            </p:nvPicPr>
            <p:blipFill>
              <a:blip r:embed="rId12"/>
            </p:blipFill>
            <p:spPr>
              <a:xfrm>
                <a:off x="2940120" y="2477520"/>
                <a:ext cx="977760" cy="345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5846400" y="3146040"/>
              <a:ext cx="1749240" cy="17640"/>
            </p14:xfrm>
          </p:contentPart>
        </mc:Choice>
        <mc:Fallback xmlns="">
          <p:pic>
            <p:nvPicPr>
              <p:cNvPr id="8" name="墨迹 7"/>
            </p:nvPicPr>
            <p:blipFill>
              <a:blip r:embed="rId14"/>
            </p:blipFill>
            <p:spPr>
              <a:xfrm>
                <a:off x="5846400" y="3146040"/>
                <a:ext cx="1749240" cy="176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7192080" y="3523320"/>
              <a:ext cx="806400" cy="9000"/>
            </p14:xfrm>
          </p:contentPart>
        </mc:Choice>
        <mc:Fallback xmlns="">
          <p:pic>
            <p:nvPicPr>
              <p:cNvPr id="9" name="墨迹 8"/>
            </p:nvPicPr>
            <p:blipFill>
              <a:blip r:embed="rId16"/>
            </p:blipFill>
            <p:spPr>
              <a:xfrm>
                <a:off x="7192080" y="3523320"/>
                <a:ext cx="806400" cy="90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908640" y="3823200"/>
              <a:ext cx="1560600" cy="77760"/>
            </p14:xfrm>
          </p:contentPart>
        </mc:Choice>
        <mc:Fallback xmlns="">
          <p:pic>
            <p:nvPicPr>
              <p:cNvPr id="10" name="墨迹 9"/>
            </p:nvPicPr>
            <p:blipFill>
              <a:blip r:embed="rId18"/>
            </p:blipFill>
            <p:spPr>
              <a:xfrm>
                <a:off x="908640" y="3823200"/>
                <a:ext cx="1560600" cy="7776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6926400" y="3857760"/>
              <a:ext cx="849240" cy="60120"/>
            </p14:xfrm>
          </p:contentPart>
        </mc:Choice>
        <mc:Fallback xmlns="">
          <p:pic>
            <p:nvPicPr>
              <p:cNvPr id="11" name="墨迹 10"/>
            </p:nvPicPr>
            <p:blipFill>
              <a:blip r:embed="rId20"/>
            </p:blipFill>
            <p:spPr>
              <a:xfrm>
                <a:off x="6926400" y="3857760"/>
                <a:ext cx="849240" cy="6012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4029120" y="4560480"/>
              <a:ext cx="660240" cy="9000"/>
            </p14:xfrm>
          </p:contentPart>
        </mc:Choice>
        <mc:Fallback xmlns="">
          <p:pic>
            <p:nvPicPr>
              <p:cNvPr id="12" name="墨迹 11"/>
            </p:nvPicPr>
            <p:blipFill>
              <a:blip r:embed="rId22"/>
            </p:blipFill>
            <p:spPr>
              <a:xfrm>
                <a:off x="4029120" y="4560480"/>
                <a:ext cx="660240" cy="90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2117160" y="4817880"/>
              <a:ext cx="1020600" cy="43200"/>
            </p14:xfrm>
          </p:contentPart>
        </mc:Choice>
        <mc:Fallback xmlns="">
          <p:pic>
            <p:nvPicPr>
              <p:cNvPr id="13" name="墨迹 12"/>
            </p:nvPicPr>
            <p:blipFill>
              <a:blip r:embed="rId24"/>
            </p:blipFill>
            <p:spPr>
              <a:xfrm>
                <a:off x="2117160" y="4817880"/>
                <a:ext cx="1020600" cy="432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2262960" y="5598000"/>
              <a:ext cx="1191960" cy="25920"/>
            </p14:xfrm>
          </p:contentPart>
        </mc:Choice>
        <mc:Fallback xmlns="">
          <p:pic>
            <p:nvPicPr>
              <p:cNvPr id="14" name="墨迹 13"/>
            </p:nvPicPr>
            <p:blipFill>
              <a:blip r:embed="rId26"/>
            </p:blipFill>
            <p:spPr>
              <a:xfrm>
                <a:off x="2262960" y="5598000"/>
                <a:ext cx="1191960" cy="2592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3874680" y="5554800"/>
              <a:ext cx="4166640" cy="51840"/>
            </p14:xfrm>
          </p:contentPart>
        </mc:Choice>
        <mc:Fallback xmlns="">
          <p:pic>
            <p:nvPicPr>
              <p:cNvPr id="15" name="墨迹 14"/>
            </p:nvPicPr>
            <p:blipFill>
              <a:blip r:embed="rId28"/>
            </p:blipFill>
            <p:spPr>
              <a:xfrm>
                <a:off x="3874680" y="5554800"/>
                <a:ext cx="4166640" cy="5184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6" name="墨迹 15"/>
              <p14:cNvContentPartPr/>
              <p14:nvPr/>
            </p14:nvContentPartPr>
            <p14:xfrm>
              <a:off x="4620600" y="5966280"/>
              <a:ext cx="1971720" cy="77760"/>
            </p14:xfrm>
          </p:contentPart>
        </mc:Choice>
        <mc:Fallback xmlns="">
          <p:pic>
            <p:nvPicPr>
              <p:cNvPr id="16" name="墨迹 15"/>
            </p:nvPicPr>
            <p:blipFill>
              <a:blip r:embed="rId30"/>
            </p:blipFill>
            <p:spPr>
              <a:xfrm>
                <a:off x="4620600" y="5966280"/>
                <a:ext cx="1971720" cy="77760"/>
              </a:xfrm>
              <a:prstGeom prst="rect"/>
            </p:spPr>
          </p:pic>
        </mc:Fallback>
      </mc:AlternateContent>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3"/>
          <p:cNvSpPr>
            <a:spLocks noGrp="1" noChangeArrowheads="1"/>
          </p:cNvSpPr>
          <p:nvPr>
            <p:ph type="body" idx="1"/>
          </p:nvPr>
        </p:nvSpPr>
        <p:spPr>
          <a:xfrm>
            <a:off x="457200" y="765175"/>
            <a:ext cx="8229600" cy="5688013"/>
          </a:xfrm>
        </p:spPr>
        <p:txBody>
          <a:bodyPr/>
          <a:lstStyle/>
          <a:p>
            <a:pPr eaLnBrk="1" hangingPunct="1">
              <a:lnSpc>
                <a:spcPct val="80000"/>
              </a:lnSpc>
              <a:buFont typeface="Wingdings" panose="05000000000000000000" pitchFamily="2" charset="2"/>
              <a:buNone/>
            </a:pPr>
            <a:r>
              <a:rPr lang="en-US" altLang="zh-CN" sz="2000" smtClean="0"/>
              <a:t>Dear Mr. Green,  </a:t>
            </a:r>
            <a:endParaRPr lang="en-US" altLang="zh-CN" sz="2000" smtClean="0"/>
          </a:p>
          <a:p>
            <a:pPr eaLnBrk="1" hangingPunct="1">
              <a:lnSpc>
                <a:spcPct val="80000"/>
              </a:lnSpc>
              <a:buFont typeface="Wingdings" panose="05000000000000000000" pitchFamily="2" charset="2"/>
              <a:buNone/>
            </a:pPr>
            <a:r>
              <a:rPr lang="en-US" altLang="zh-CN" sz="2000" smtClean="0"/>
              <a:t>Thank you very much for seeing me yesterday. The interview confirmed </a:t>
            </a:r>
            <a:endParaRPr lang="en-US" altLang="zh-CN" sz="2000" smtClean="0"/>
          </a:p>
          <a:p>
            <a:pPr eaLnBrk="1" hangingPunct="1">
              <a:lnSpc>
                <a:spcPct val="80000"/>
              </a:lnSpc>
              <a:buFont typeface="Wingdings" panose="05000000000000000000" pitchFamily="2" charset="2"/>
              <a:buNone/>
            </a:pPr>
            <a:r>
              <a:rPr lang="en-US" altLang="zh-CN" sz="2000" smtClean="0"/>
              <a:t>what others have told me that Open Company would be a terrific place </a:t>
            </a:r>
            <a:endParaRPr lang="en-US" altLang="zh-CN" sz="2000" smtClean="0"/>
          </a:p>
          <a:p>
            <a:pPr eaLnBrk="1" hangingPunct="1">
              <a:lnSpc>
                <a:spcPct val="80000"/>
              </a:lnSpc>
              <a:buFont typeface="Wingdings" panose="05000000000000000000" pitchFamily="2" charset="2"/>
              <a:buNone/>
            </a:pPr>
            <a:r>
              <a:rPr lang="en-US" altLang="zh-CN" sz="2000" smtClean="0"/>
              <a:t>for someone with many skills and interests.  </a:t>
            </a:r>
            <a:endParaRPr lang="en-US" altLang="zh-CN" sz="2000" smtClean="0"/>
          </a:p>
          <a:p>
            <a:pPr eaLnBrk="1" hangingPunct="1">
              <a:lnSpc>
                <a:spcPct val="80000"/>
              </a:lnSpc>
              <a:buFont typeface="Wingdings" panose="05000000000000000000" pitchFamily="2" charset="2"/>
              <a:buNone/>
            </a:pPr>
            <a:endParaRPr lang="en-US" altLang="zh-CN" sz="2000" smtClean="0"/>
          </a:p>
          <a:p>
            <a:pPr eaLnBrk="1" hangingPunct="1">
              <a:lnSpc>
                <a:spcPct val="80000"/>
              </a:lnSpc>
              <a:buFont typeface="Wingdings" panose="05000000000000000000" pitchFamily="2" charset="2"/>
              <a:buNone/>
            </a:pPr>
            <a:r>
              <a:rPr lang="en-US" altLang="zh-CN" sz="2000" smtClean="0"/>
              <a:t>I am convinced that I could make an impact and add value as an </a:t>
            </a:r>
            <a:endParaRPr lang="en-US" altLang="zh-CN" sz="2000" smtClean="0"/>
          </a:p>
          <a:p>
            <a:pPr eaLnBrk="1" hangingPunct="1">
              <a:lnSpc>
                <a:spcPct val="80000"/>
              </a:lnSpc>
              <a:buFont typeface="Wingdings" panose="05000000000000000000" pitchFamily="2" charset="2"/>
              <a:buNone/>
            </a:pPr>
            <a:r>
              <a:rPr lang="en-US" altLang="zh-CN" sz="2000" smtClean="0"/>
              <a:t>Assistant in your department. As we reviewed my background, I hope </a:t>
            </a:r>
            <a:endParaRPr lang="en-US" altLang="zh-CN" sz="2000" smtClean="0"/>
          </a:p>
          <a:p>
            <a:pPr eaLnBrk="1" hangingPunct="1">
              <a:lnSpc>
                <a:spcPct val="80000"/>
              </a:lnSpc>
              <a:buFont typeface="Wingdings" panose="05000000000000000000" pitchFamily="2" charset="2"/>
              <a:buNone/>
            </a:pPr>
            <a:r>
              <a:rPr lang="en-US" altLang="zh-CN" sz="2000" smtClean="0"/>
              <a:t>that you came to a similar conclusion. It was indeed a pleasure to </a:t>
            </a:r>
            <a:endParaRPr lang="en-US" altLang="zh-CN" sz="2000" smtClean="0"/>
          </a:p>
          <a:p>
            <a:pPr eaLnBrk="1" hangingPunct="1">
              <a:lnSpc>
                <a:spcPct val="80000"/>
              </a:lnSpc>
              <a:buFont typeface="Wingdings" panose="05000000000000000000" pitchFamily="2" charset="2"/>
              <a:buNone/>
            </a:pPr>
            <a:r>
              <a:rPr lang="en-US" altLang="zh-CN" sz="2000" smtClean="0"/>
              <a:t>discuss the opportunities with you. I thank you again for the opportunity </a:t>
            </a:r>
            <a:endParaRPr lang="en-US" altLang="zh-CN" sz="2000" smtClean="0"/>
          </a:p>
          <a:p>
            <a:pPr eaLnBrk="1" hangingPunct="1">
              <a:lnSpc>
                <a:spcPct val="80000"/>
              </a:lnSpc>
              <a:buFont typeface="Wingdings" panose="05000000000000000000" pitchFamily="2" charset="2"/>
              <a:buNone/>
            </a:pPr>
            <a:r>
              <a:rPr lang="en-US" altLang="zh-CN" sz="2000" smtClean="0"/>
              <a:t>and look forward to our next interaction.  </a:t>
            </a:r>
            <a:endParaRPr lang="en-US" altLang="zh-CN" sz="2000" smtClean="0"/>
          </a:p>
          <a:p>
            <a:pPr eaLnBrk="1" hangingPunct="1">
              <a:lnSpc>
                <a:spcPct val="80000"/>
              </a:lnSpc>
              <a:buFont typeface="Wingdings" panose="05000000000000000000" pitchFamily="2" charset="2"/>
              <a:buNone/>
            </a:pPr>
            <a:endParaRPr lang="en-US" altLang="zh-CN" sz="2000" smtClean="0"/>
          </a:p>
          <a:p>
            <a:pPr eaLnBrk="1" hangingPunct="1">
              <a:lnSpc>
                <a:spcPct val="80000"/>
              </a:lnSpc>
              <a:buFont typeface="Wingdings" panose="05000000000000000000" pitchFamily="2" charset="2"/>
              <a:buNone/>
            </a:pPr>
            <a:r>
              <a:rPr lang="en-US" altLang="zh-CN" sz="2000" smtClean="0"/>
              <a:t>Again, you can reach me everyday at123456, or you may leave a </a:t>
            </a:r>
            <a:endParaRPr lang="en-US" altLang="zh-CN" sz="2000" smtClean="0"/>
          </a:p>
          <a:p>
            <a:pPr eaLnBrk="1" hangingPunct="1">
              <a:lnSpc>
                <a:spcPct val="80000"/>
              </a:lnSpc>
              <a:buFont typeface="Wingdings" panose="05000000000000000000" pitchFamily="2" charset="2"/>
              <a:buNone/>
            </a:pPr>
            <a:r>
              <a:rPr lang="en-US" altLang="zh-CN" sz="2000" smtClean="0"/>
              <a:t>message on my answering machine, and I will return your call </a:t>
            </a:r>
            <a:endParaRPr lang="en-US" altLang="zh-CN" sz="2000" smtClean="0"/>
          </a:p>
          <a:p>
            <a:pPr eaLnBrk="1" hangingPunct="1">
              <a:lnSpc>
                <a:spcPct val="80000"/>
              </a:lnSpc>
              <a:buFont typeface="Wingdings" panose="05000000000000000000" pitchFamily="2" charset="2"/>
              <a:buNone/>
            </a:pPr>
            <a:r>
              <a:rPr lang="en-US" altLang="zh-CN" sz="2000" smtClean="0"/>
              <a:t>promptly.  </a:t>
            </a:r>
            <a:endParaRPr lang="en-US" altLang="zh-CN" sz="2000" smtClean="0"/>
          </a:p>
          <a:p>
            <a:pPr eaLnBrk="1" hangingPunct="1">
              <a:lnSpc>
                <a:spcPct val="80000"/>
              </a:lnSpc>
              <a:buFont typeface="Wingdings" panose="05000000000000000000" pitchFamily="2" charset="2"/>
              <a:buNone/>
            </a:pPr>
            <a:endParaRPr lang="en-US" altLang="zh-CN" sz="2000" smtClean="0"/>
          </a:p>
          <a:p>
            <a:pPr eaLnBrk="1" hangingPunct="1">
              <a:lnSpc>
                <a:spcPct val="80000"/>
              </a:lnSpc>
              <a:buFont typeface="Wingdings" panose="05000000000000000000" pitchFamily="2" charset="2"/>
              <a:buNone/>
            </a:pPr>
            <a:r>
              <a:rPr lang="en-US" altLang="zh-CN" sz="2000" smtClean="0"/>
              <a:t>Sincerely Yours, </a:t>
            </a:r>
            <a:endParaRPr lang="en-US" altLang="zh-CN" sz="2000" smtClean="0"/>
          </a:p>
          <a:p>
            <a:pPr eaLnBrk="1" hangingPunct="1">
              <a:lnSpc>
                <a:spcPct val="80000"/>
              </a:lnSpc>
              <a:buFont typeface="Wingdings" panose="05000000000000000000" pitchFamily="2" charset="2"/>
              <a:buNone/>
            </a:pPr>
            <a:r>
              <a:rPr lang="en-US" altLang="zh-CN" sz="2000" smtClean="0"/>
              <a:t>Li Ming </a:t>
            </a:r>
            <a:endParaRPr lang="en-US" altLang="zh-CN" sz="200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71240" y="2571840"/>
              <a:ext cx="1106280" cy="240120"/>
            </p14:xfrm>
          </p:contentPart>
        </mc:Choice>
        <mc:Fallback xmlns="">
          <p:pic>
            <p:nvPicPr>
              <p:cNvPr id="2" name="墨迹 1"/>
            </p:nvPicPr>
            <p:blipFill>
              <a:blip r:embed="rId2"/>
            </p:blipFill>
            <p:spPr>
              <a:xfrm>
                <a:off x="471240" y="2571840"/>
                <a:ext cx="1106280" cy="2401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5777640" y="2383200"/>
              <a:ext cx="1577880" cy="94680"/>
            </p14:xfrm>
          </p:contentPart>
        </mc:Choice>
        <mc:Fallback xmlns="">
          <p:pic>
            <p:nvPicPr>
              <p:cNvPr id="3" name="墨迹 2"/>
            </p:nvPicPr>
            <p:blipFill>
              <a:blip r:embed="rId4"/>
            </p:blipFill>
            <p:spPr>
              <a:xfrm>
                <a:off x="5777640" y="2383200"/>
                <a:ext cx="1577880" cy="946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448640" y="3043080"/>
              <a:ext cx="3120840" cy="77760"/>
            </p14:xfrm>
          </p:contentPart>
        </mc:Choice>
        <mc:Fallback xmlns="">
          <p:pic>
            <p:nvPicPr>
              <p:cNvPr id="4" name="墨迹 3"/>
            </p:nvPicPr>
            <p:blipFill>
              <a:blip r:embed="rId6"/>
            </p:blipFill>
            <p:spPr>
              <a:xfrm>
                <a:off x="1448640" y="3043080"/>
                <a:ext cx="3120840" cy="777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6420600" y="3129120"/>
              <a:ext cx="1131840" cy="360"/>
            </p14:xfrm>
          </p:contentPart>
        </mc:Choice>
        <mc:Fallback xmlns="">
          <p:pic>
            <p:nvPicPr>
              <p:cNvPr id="5" name="墨迹 4"/>
            </p:nvPicPr>
            <p:blipFill>
              <a:blip r:embed="rId8"/>
            </p:blipFill>
            <p:spPr>
              <a:xfrm>
                <a:off x="6420600" y="3129120"/>
                <a:ext cx="113184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3128760" y="3643200"/>
              <a:ext cx="2194920" cy="26280"/>
            </p14:xfrm>
          </p:contentPart>
        </mc:Choice>
        <mc:Fallback xmlns="">
          <p:pic>
            <p:nvPicPr>
              <p:cNvPr id="6" name="墨迹 5"/>
            </p:nvPicPr>
            <p:blipFill>
              <a:blip r:embed="rId10"/>
            </p:blipFill>
            <p:spPr>
              <a:xfrm>
                <a:off x="3128760" y="3643200"/>
                <a:ext cx="2194920" cy="262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2202840" y="4217760"/>
              <a:ext cx="917640" cy="68760"/>
            </p14:xfrm>
          </p:contentPart>
        </mc:Choice>
        <mc:Fallback xmlns="">
          <p:pic>
            <p:nvPicPr>
              <p:cNvPr id="7" name="墨迹 6"/>
            </p:nvPicPr>
            <p:blipFill>
              <a:blip r:embed="rId12"/>
            </p:blipFill>
            <p:spPr>
              <a:xfrm>
                <a:off x="2202840" y="4217760"/>
                <a:ext cx="917640" cy="687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5572080" y="4577760"/>
              <a:ext cx="1843200" cy="25920"/>
            </p14:xfrm>
          </p:contentPart>
        </mc:Choice>
        <mc:Fallback xmlns="">
          <p:pic>
            <p:nvPicPr>
              <p:cNvPr id="8" name="墨迹 7"/>
            </p:nvPicPr>
            <p:blipFill>
              <a:blip r:embed="rId14"/>
            </p:blipFill>
            <p:spPr>
              <a:xfrm>
                <a:off x="5572080" y="4577760"/>
                <a:ext cx="1843200" cy="25920"/>
              </a:xfrm>
              <a:prstGeom prst="rect"/>
            </p:spPr>
          </p:pic>
        </mc:Fallback>
      </mc:AlternateContent>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a:xfrm>
            <a:off x="611188" y="333375"/>
            <a:ext cx="8229600" cy="719138"/>
          </a:xfrm>
        </p:spPr>
        <p:txBody>
          <a:bodyPr/>
          <a:lstStyle/>
          <a:p>
            <a:pPr eaLnBrk="1" hangingPunct="1"/>
            <a:r>
              <a:rPr lang="zh-CN" altLang="en-US" sz="3600" b="1" smtClean="0">
                <a:ea typeface="华文隶书" panose="02010800040101010101" pitchFamily="2" charset="-122"/>
              </a:rPr>
              <a:t>七、祝贺信</a:t>
            </a:r>
            <a:r>
              <a:rPr lang="zh-CN" altLang="en-US" sz="4000" b="1" smtClean="0"/>
              <a:t> </a:t>
            </a:r>
            <a:r>
              <a:rPr lang="en-US" altLang="zh-CN" sz="2800" b="1" smtClean="0"/>
              <a:t>(A Letter of Congratulation)</a:t>
            </a:r>
            <a:r>
              <a:rPr lang="zh-CN" altLang="en-US" sz="4000" smtClean="0"/>
              <a:t>　　</a:t>
            </a:r>
            <a:endParaRPr lang="zh-CN" altLang="en-US" sz="4000" smtClean="0"/>
          </a:p>
        </p:txBody>
      </p:sp>
      <p:sp>
        <p:nvSpPr>
          <p:cNvPr id="82946" name="Rectangle 3"/>
          <p:cNvSpPr>
            <a:spLocks noGrp="1" noChangeArrowheads="1"/>
          </p:cNvSpPr>
          <p:nvPr>
            <p:ph type="body" idx="1"/>
          </p:nvPr>
        </p:nvSpPr>
        <p:spPr>
          <a:xfrm>
            <a:off x="468313" y="1196975"/>
            <a:ext cx="8229600" cy="4454525"/>
          </a:xfrm>
        </p:spPr>
        <p:txBody>
          <a:bodyPr/>
          <a:lstStyle/>
          <a:p>
            <a:pPr eaLnBrk="1" hangingPunct="1">
              <a:lnSpc>
                <a:spcPct val="90000"/>
              </a:lnSpc>
              <a:buFont typeface="Wingdings" panose="05000000000000000000" pitchFamily="2" charset="2"/>
              <a:buNone/>
            </a:pPr>
            <a:r>
              <a:rPr lang="en-US" altLang="zh-CN" sz="2800" smtClean="0">
                <a:latin typeface="楷体_GB2312" pitchFamily="49" charset="-122"/>
                <a:ea typeface="楷体_GB2312" pitchFamily="49" charset="-122"/>
              </a:rPr>
              <a:t>  </a:t>
            </a:r>
            <a:r>
              <a:rPr lang="zh-CN" altLang="en-US" sz="2800" smtClean="0"/>
              <a:t>英语中，祝贺信使用的频率很高。凡是遇到重大</a:t>
            </a:r>
            <a:endParaRPr lang="zh-CN" altLang="en-US" sz="2800" smtClean="0"/>
          </a:p>
          <a:p>
            <a:pPr eaLnBrk="1" hangingPunct="1">
              <a:lnSpc>
                <a:spcPct val="90000"/>
              </a:lnSpc>
              <a:buFont typeface="Wingdings" panose="05000000000000000000" pitchFamily="2" charset="2"/>
              <a:buNone/>
            </a:pPr>
            <a:r>
              <a:rPr lang="zh-CN" altLang="en-US" sz="2800" smtClean="0"/>
              <a:t>的喜庆节日，如圣诞节、新年、婚礼和生日等等，</a:t>
            </a:r>
            <a:endParaRPr lang="zh-CN" altLang="en-US" sz="2800" smtClean="0"/>
          </a:p>
          <a:p>
            <a:pPr eaLnBrk="1" hangingPunct="1">
              <a:lnSpc>
                <a:spcPct val="90000"/>
              </a:lnSpc>
              <a:buFont typeface="Wingdings" panose="05000000000000000000" pitchFamily="2" charset="2"/>
              <a:buNone/>
            </a:pPr>
            <a:r>
              <a:rPr lang="zh-CN" altLang="en-US" sz="2800" smtClean="0"/>
              <a:t>亲友间要写祝贺信。当亲友晋升、毕业、考试成功</a:t>
            </a:r>
            <a:endParaRPr lang="zh-CN" altLang="en-US" sz="2800" smtClean="0"/>
          </a:p>
          <a:p>
            <a:pPr eaLnBrk="1" hangingPunct="1">
              <a:lnSpc>
                <a:spcPct val="90000"/>
              </a:lnSpc>
              <a:buFont typeface="Wingdings" panose="05000000000000000000" pitchFamily="2" charset="2"/>
              <a:buNone/>
            </a:pPr>
            <a:r>
              <a:rPr lang="zh-CN" altLang="en-US" sz="2800" smtClean="0"/>
              <a:t>或出国留学时也要写祝贺信。祝贺信相对而言是比</a:t>
            </a:r>
            <a:endParaRPr lang="zh-CN" altLang="en-US" sz="2800" smtClean="0"/>
          </a:p>
          <a:p>
            <a:pPr eaLnBrk="1" hangingPunct="1">
              <a:lnSpc>
                <a:spcPct val="90000"/>
              </a:lnSpc>
              <a:buFont typeface="Wingdings" panose="05000000000000000000" pitchFamily="2" charset="2"/>
              <a:buNone/>
            </a:pPr>
            <a:r>
              <a:rPr lang="zh-CN" altLang="en-US" sz="2800" smtClean="0"/>
              <a:t>较容易写的，但用词必须亲切有礼、表达出真诚的</a:t>
            </a:r>
            <a:endParaRPr lang="zh-CN" altLang="en-US" sz="2800" smtClean="0"/>
          </a:p>
          <a:p>
            <a:pPr eaLnBrk="1" hangingPunct="1">
              <a:lnSpc>
                <a:spcPct val="90000"/>
              </a:lnSpc>
              <a:buFont typeface="Wingdings" panose="05000000000000000000" pitchFamily="2" charset="2"/>
              <a:buNone/>
            </a:pPr>
            <a:r>
              <a:rPr lang="zh-CN" altLang="en-US" sz="2800" smtClean="0"/>
              <a:t>喜悦感情。具体写作步骤：</a:t>
            </a:r>
            <a:endParaRPr lang="zh-CN" altLang="en-US" sz="2800" smtClean="0"/>
          </a:p>
          <a:p>
            <a:pPr eaLnBrk="1" hangingPunct="1">
              <a:lnSpc>
                <a:spcPct val="90000"/>
              </a:lnSpc>
              <a:buFont typeface="Wingdings" panose="05000000000000000000" pitchFamily="2" charset="2"/>
              <a:buNone/>
            </a:pPr>
            <a:r>
              <a:rPr lang="zh-CN" altLang="en-US" sz="2800" smtClean="0"/>
              <a:t>　首段：表达听到喜讯的心情。</a:t>
            </a:r>
            <a:endParaRPr lang="zh-CN" altLang="en-US" sz="2800" smtClean="0"/>
          </a:p>
          <a:p>
            <a:pPr eaLnBrk="1" hangingPunct="1">
              <a:lnSpc>
                <a:spcPct val="90000"/>
              </a:lnSpc>
              <a:buFont typeface="Wingdings" panose="05000000000000000000" pitchFamily="2" charset="2"/>
              <a:buNone/>
            </a:pPr>
            <a:r>
              <a:rPr lang="zh-CN" altLang="en-US" sz="2800" smtClean="0"/>
              <a:t>　主体段落：对喜讯进行积极评价。</a:t>
            </a:r>
            <a:endParaRPr lang="zh-CN" altLang="en-US" sz="2800" smtClean="0"/>
          </a:p>
          <a:p>
            <a:pPr eaLnBrk="1" hangingPunct="1">
              <a:lnSpc>
                <a:spcPct val="90000"/>
              </a:lnSpc>
              <a:buFont typeface="Wingdings" panose="05000000000000000000" pitchFamily="2" charset="2"/>
              <a:buNone/>
            </a:pPr>
            <a:r>
              <a:rPr lang="zh-CN" altLang="en-US" sz="2800" smtClean="0"/>
              <a:t>　结尾段：表达衷心的祝贺之情。 </a:t>
            </a:r>
            <a:endParaRPr lang="zh-CN" altLang="en-US" sz="2800" smtClean="0"/>
          </a:p>
          <a:p>
            <a:pPr eaLnBrk="1" hangingPunct="1">
              <a:lnSpc>
                <a:spcPct val="90000"/>
              </a:lnSpc>
            </a:pPr>
            <a:endParaRPr lang="en-US" altLang="zh-CN" sz="2800" smtClean="0">
              <a:latin typeface="楷体_GB2312" pitchFamily="49" charset="-122"/>
              <a:ea typeface="楷体_GB2312" pitchFamily="49"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483440" y="4749120"/>
              <a:ext cx="1414800" cy="17640"/>
            </p14:xfrm>
          </p:contentPart>
        </mc:Choice>
        <mc:Fallback xmlns="">
          <p:pic>
            <p:nvPicPr>
              <p:cNvPr id="2" name="墨迹 1"/>
            </p:nvPicPr>
            <p:blipFill>
              <a:blip r:embed="rId2"/>
            </p:blipFill>
            <p:spPr>
              <a:xfrm>
                <a:off x="4483440" y="4749120"/>
                <a:ext cx="1414800" cy="176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131720" y="5177880"/>
              <a:ext cx="1449360" cy="94680"/>
            </p14:xfrm>
          </p:contentPart>
        </mc:Choice>
        <mc:Fallback xmlns="">
          <p:pic>
            <p:nvPicPr>
              <p:cNvPr id="3" name="墨迹 2"/>
            </p:nvPicPr>
            <p:blipFill>
              <a:blip r:embed="rId4"/>
            </p:blipFill>
            <p:spPr>
              <a:xfrm>
                <a:off x="4131720" y="5177880"/>
                <a:ext cx="1449360" cy="94680"/>
              </a:xfrm>
              <a:prstGeom prst="rect"/>
            </p:spPr>
          </p:pic>
        </mc:Fallback>
      </mc:AlternateContent>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body" idx="1"/>
          </p:nvPr>
        </p:nvSpPr>
        <p:spPr>
          <a:xfrm>
            <a:off x="457200" y="404813"/>
            <a:ext cx="8229600" cy="6453187"/>
          </a:xfrm>
        </p:spPr>
        <p:txBody>
          <a:bodyPr/>
          <a:lstStyle/>
          <a:p>
            <a:pPr eaLnBrk="1" hangingPunct="1">
              <a:lnSpc>
                <a:spcPct val="90000"/>
              </a:lnSpc>
              <a:buFont typeface="Wingdings" panose="05000000000000000000" pitchFamily="2" charset="2"/>
              <a:buNone/>
            </a:pPr>
            <a:r>
              <a:rPr lang="en-US" altLang="zh-CN" sz="2400" smtClean="0"/>
              <a:t>Dear Jason,</a:t>
            </a:r>
            <a:br>
              <a:rPr lang="en-US" altLang="zh-CN" sz="2400" smtClean="0"/>
            </a:br>
            <a:endParaRPr lang="en-US" altLang="zh-CN" sz="2400" smtClean="0"/>
          </a:p>
          <a:p>
            <a:pPr eaLnBrk="1" hangingPunct="1">
              <a:lnSpc>
                <a:spcPct val="90000"/>
              </a:lnSpc>
              <a:buFont typeface="Wingdings" panose="05000000000000000000" pitchFamily="2" charset="2"/>
              <a:buNone/>
            </a:pPr>
            <a:r>
              <a:rPr lang="en-US" altLang="zh-CN" sz="2400" smtClean="0"/>
              <a:t>I am much delighted to learn that you have been elected </a:t>
            </a:r>
            <a:endParaRPr lang="en-US" altLang="zh-CN" sz="2400" smtClean="0"/>
          </a:p>
          <a:p>
            <a:pPr eaLnBrk="1" hangingPunct="1">
              <a:lnSpc>
                <a:spcPct val="90000"/>
              </a:lnSpc>
              <a:buFont typeface="Wingdings" panose="05000000000000000000" pitchFamily="2" charset="2"/>
              <a:buNone/>
            </a:pPr>
            <a:r>
              <a:rPr lang="en-US" altLang="zh-CN" sz="2400" smtClean="0"/>
              <a:t>the Chairman of our University Students' Union. This is a </a:t>
            </a:r>
            <a:endParaRPr lang="en-US" altLang="zh-CN" sz="2400" smtClean="0"/>
          </a:p>
          <a:p>
            <a:pPr eaLnBrk="1" hangingPunct="1">
              <a:lnSpc>
                <a:spcPct val="90000"/>
              </a:lnSpc>
              <a:buFont typeface="Wingdings" panose="05000000000000000000" pitchFamily="2" charset="2"/>
              <a:buNone/>
            </a:pPr>
            <a:r>
              <a:rPr lang="en-US" altLang="zh-CN" sz="2400" smtClean="0"/>
              <a:t>special and happy moment for you and I am very proud of </a:t>
            </a:r>
            <a:endParaRPr lang="en-US" altLang="zh-CN" sz="2400" smtClean="0"/>
          </a:p>
          <a:p>
            <a:pPr eaLnBrk="1" hangingPunct="1">
              <a:lnSpc>
                <a:spcPct val="90000"/>
              </a:lnSpc>
              <a:buFont typeface="Wingdings" panose="05000000000000000000" pitchFamily="2" charset="2"/>
              <a:buNone/>
            </a:pPr>
            <a:r>
              <a:rPr lang="en-US" altLang="zh-CN" sz="2400" smtClean="0"/>
              <a:t>your achievement.</a:t>
            </a:r>
            <a:endParaRPr lang="en-US" altLang="zh-CN" sz="2400" smtClean="0"/>
          </a:p>
          <a:p>
            <a:pPr eaLnBrk="1" hangingPunct="1">
              <a:lnSpc>
                <a:spcPct val="90000"/>
              </a:lnSpc>
              <a:buFont typeface="Wingdings" panose="05000000000000000000" pitchFamily="2" charset="2"/>
              <a:buNone/>
            </a:pPr>
            <a:r>
              <a:rPr lang="en-US" altLang="zh-CN" sz="2400" smtClean="0"/>
              <a:t>The Students' Union plays an essential role in our campus </a:t>
            </a:r>
            <a:endParaRPr lang="en-US" altLang="zh-CN" sz="2400" smtClean="0"/>
          </a:p>
          <a:p>
            <a:pPr eaLnBrk="1" hangingPunct="1">
              <a:lnSpc>
                <a:spcPct val="90000"/>
              </a:lnSpc>
              <a:buFont typeface="Wingdings" panose="05000000000000000000" pitchFamily="2" charset="2"/>
              <a:buNone/>
            </a:pPr>
            <a:r>
              <a:rPr lang="en-US" altLang="zh-CN" sz="2400" smtClean="0"/>
              <a:t>life. Managing and leveraging such an organization not only </a:t>
            </a:r>
            <a:endParaRPr lang="en-US" altLang="zh-CN" sz="2400" smtClean="0"/>
          </a:p>
          <a:p>
            <a:pPr eaLnBrk="1" hangingPunct="1">
              <a:lnSpc>
                <a:spcPct val="90000"/>
              </a:lnSpc>
              <a:buFont typeface="Wingdings" panose="05000000000000000000" pitchFamily="2" charset="2"/>
              <a:buNone/>
            </a:pPr>
            <a:r>
              <a:rPr lang="en-US" altLang="zh-CN" sz="2400" smtClean="0"/>
              <a:t>poses a great challenge to you, but will also fundamentally </a:t>
            </a:r>
            <a:endParaRPr lang="en-US" altLang="zh-CN" sz="2400" smtClean="0"/>
          </a:p>
          <a:p>
            <a:pPr eaLnBrk="1" hangingPunct="1">
              <a:lnSpc>
                <a:spcPct val="90000"/>
              </a:lnSpc>
              <a:buFont typeface="Wingdings" panose="05000000000000000000" pitchFamily="2" charset="2"/>
              <a:buNone/>
            </a:pPr>
            <a:r>
              <a:rPr lang="en-US" altLang="zh-CN" sz="2400" smtClean="0"/>
              <a:t>enhance your ability comprehensively. I believe this </a:t>
            </a:r>
            <a:endParaRPr lang="en-US" altLang="zh-CN" sz="2400" smtClean="0"/>
          </a:p>
          <a:p>
            <a:pPr eaLnBrk="1" hangingPunct="1">
              <a:lnSpc>
                <a:spcPct val="90000"/>
              </a:lnSpc>
              <a:buFont typeface="Wingdings" panose="05000000000000000000" pitchFamily="2" charset="2"/>
              <a:buNone/>
            </a:pPr>
            <a:r>
              <a:rPr lang="en-US" altLang="zh-CN" sz="2400" smtClean="0"/>
              <a:t>position will be a new beginning, and a chance for you to </a:t>
            </a:r>
            <a:endParaRPr lang="en-US" altLang="zh-CN" sz="2400" smtClean="0"/>
          </a:p>
          <a:p>
            <a:pPr eaLnBrk="1" hangingPunct="1">
              <a:lnSpc>
                <a:spcPct val="90000"/>
              </a:lnSpc>
              <a:buFont typeface="Wingdings" panose="05000000000000000000" pitchFamily="2" charset="2"/>
              <a:buNone/>
            </a:pPr>
            <a:r>
              <a:rPr lang="en-US" altLang="zh-CN" sz="2400" smtClean="0"/>
              <a:t>embrace a fuller life and pave the way for a brilliant future </a:t>
            </a:r>
            <a:endParaRPr lang="en-US" altLang="zh-CN" sz="2400" smtClean="0"/>
          </a:p>
          <a:p>
            <a:pPr eaLnBrk="1" hangingPunct="1">
              <a:lnSpc>
                <a:spcPct val="90000"/>
              </a:lnSpc>
              <a:buFont typeface="Wingdings" panose="05000000000000000000" pitchFamily="2" charset="2"/>
              <a:buNone/>
            </a:pPr>
            <a:r>
              <a:rPr lang="en-US" altLang="zh-CN" sz="2400" smtClean="0"/>
              <a:t>career.</a:t>
            </a:r>
            <a:endParaRPr lang="en-US" altLang="zh-CN" sz="2400" smtClean="0"/>
          </a:p>
          <a:p>
            <a:pPr eaLnBrk="1" hangingPunct="1">
              <a:lnSpc>
                <a:spcPct val="90000"/>
              </a:lnSpc>
              <a:buFont typeface="Wingdings" panose="05000000000000000000" pitchFamily="2" charset="2"/>
              <a:buNone/>
            </a:pPr>
            <a:r>
              <a:rPr lang="en-US" altLang="zh-CN" sz="2400" smtClean="0"/>
              <a:t>Please accept my most sincere congratulations!</a:t>
            </a:r>
            <a:endParaRPr lang="en-US" altLang="zh-CN" sz="2400" smtClean="0"/>
          </a:p>
          <a:p>
            <a:pPr eaLnBrk="1" hangingPunct="1">
              <a:lnSpc>
                <a:spcPct val="90000"/>
              </a:lnSpc>
              <a:buFont typeface="Wingdings" panose="05000000000000000000" pitchFamily="2" charset="2"/>
              <a:buNone/>
            </a:pPr>
            <a:r>
              <a:rPr lang="en-US" altLang="zh-CN" sz="2400" smtClean="0"/>
              <a:t>Best wishes,</a:t>
            </a:r>
            <a:endParaRPr lang="en-US" altLang="zh-CN" sz="2400" smtClean="0"/>
          </a:p>
          <a:p>
            <a:pPr eaLnBrk="1" hangingPunct="1">
              <a:lnSpc>
                <a:spcPct val="90000"/>
              </a:lnSpc>
              <a:buFont typeface="Wingdings" panose="05000000000000000000" pitchFamily="2" charset="2"/>
              <a:buNone/>
            </a:pPr>
            <a:r>
              <a:rPr lang="en-US" altLang="zh-CN" sz="2400" smtClean="0"/>
              <a:t>Li Ming</a:t>
            </a:r>
            <a:endParaRPr lang="en-US" altLang="zh-CN" sz="240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114200" y="2897640"/>
              <a:ext cx="2932200" cy="274680"/>
            </p14:xfrm>
          </p:contentPart>
        </mc:Choice>
        <mc:Fallback xmlns="">
          <p:pic>
            <p:nvPicPr>
              <p:cNvPr id="2" name="墨迹 1"/>
            </p:nvPicPr>
            <p:blipFill>
              <a:blip r:embed="rId2"/>
            </p:blipFill>
            <p:spPr>
              <a:xfrm>
                <a:off x="1114200" y="2897640"/>
                <a:ext cx="2932200" cy="2746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231720" y="4157640"/>
              <a:ext cx="2314800" cy="163080"/>
            </p14:xfrm>
          </p:contentPart>
        </mc:Choice>
        <mc:Fallback xmlns="">
          <p:pic>
            <p:nvPicPr>
              <p:cNvPr id="3" name="墨迹 2"/>
            </p:nvPicPr>
            <p:blipFill>
              <a:blip r:embed="rId4"/>
            </p:blipFill>
            <p:spPr>
              <a:xfrm>
                <a:off x="3231720" y="4157640"/>
                <a:ext cx="2314800" cy="1630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582840" y="5014800"/>
              <a:ext cx="1166040" cy="9000"/>
            </p14:xfrm>
          </p:contentPart>
        </mc:Choice>
        <mc:Fallback xmlns="">
          <p:pic>
            <p:nvPicPr>
              <p:cNvPr id="4" name="墨迹 3"/>
            </p:nvPicPr>
            <p:blipFill>
              <a:blip r:embed="rId6"/>
            </p:blipFill>
            <p:spPr>
              <a:xfrm>
                <a:off x="582840" y="5014800"/>
                <a:ext cx="1166040" cy="90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565560" y="5366520"/>
              <a:ext cx="1166400" cy="25920"/>
            </p14:xfrm>
          </p:contentPart>
        </mc:Choice>
        <mc:Fallback xmlns="">
          <p:pic>
            <p:nvPicPr>
              <p:cNvPr id="5" name="墨迹 4"/>
            </p:nvPicPr>
            <p:blipFill>
              <a:blip r:embed="rId8"/>
            </p:blipFill>
            <p:spPr>
              <a:xfrm>
                <a:off x="565560" y="5366520"/>
                <a:ext cx="1166400" cy="25920"/>
              </a:xfrm>
              <a:prstGeom prst="rect"/>
            </p:spPr>
          </p:pic>
        </mc:Fallback>
      </mc:AlternateContent>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body" idx="1"/>
          </p:nvPr>
        </p:nvSpPr>
        <p:spPr>
          <a:xfrm>
            <a:off x="468313" y="620713"/>
            <a:ext cx="8229600" cy="5905500"/>
          </a:xfrm>
        </p:spPr>
        <p:txBody>
          <a:bodyPr/>
          <a:lstStyle/>
          <a:p>
            <a:pPr eaLnBrk="1" hangingPunct="1">
              <a:lnSpc>
                <a:spcPct val="80000"/>
              </a:lnSpc>
            </a:pPr>
            <a:r>
              <a:rPr lang="zh-CN" altLang="en-US" sz="2000" b="1" smtClean="0"/>
              <a:t>常用表达方式：</a:t>
            </a:r>
            <a:endParaRPr lang="zh-CN" altLang="en-US" sz="2000" b="1" smtClean="0"/>
          </a:p>
          <a:p>
            <a:pPr eaLnBrk="1" hangingPunct="1">
              <a:lnSpc>
                <a:spcPct val="80000"/>
              </a:lnSpc>
            </a:pPr>
            <a:endParaRPr lang="zh-CN" altLang="en-US" sz="2000" b="1" smtClean="0"/>
          </a:p>
          <a:p>
            <a:pPr eaLnBrk="1" hangingPunct="1">
              <a:lnSpc>
                <a:spcPct val="80000"/>
              </a:lnSpc>
            </a:pPr>
            <a:r>
              <a:rPr lang="en-US" altLang="zh-CN" sz="2000" smtClean="0"/>
              <a:t>1</a:t>
            </a:r>
            <a:r>
              <a:rPr lang="zh-CN" altLang="en-US" sz="2000" smtClean="0"/>
              <a:t>、开始部分句式</a:t>
            </a:r>
            <a:endParaRPr lang="zh-CN" altLang="en-US" sz="2000" smtClean="0"/>
          </a:p>
          <a:p>
            <a:pPr eaLnBrk="1" hangingPunct="1">
              <a:lnSpc>
                <a:spcPct val="80000"/>
              </a:lnSpc>
            </a:pPr>
            <a:r>
              <a:rPr lang="en-US" altLang="zh-CN" sz="2000" smtClean="0"/>
              <a:t>On the occasion of… </a:t>
            </a:r>
            <a:r>
              <a:rPr lang="zh-CN" altLang="en-US" sz="2000" smtClean="0"/>
              <a:t>值此</a:t>
            </a:r>
            <a:r>
              <a:rPr lang="en-US" altLang="zh-CN" sz="2000" smtClean="0"/>
              <a:t>……</a:t>
            </a:r>
            <a:r>
              <a:rPr lang="zh-CN" altLang="en-US" sz="2000" smtClean="0"/>
              <a:t>之际</a:t>
            </a:r>
            <a:endParaRPr lang="zh-CN" altLang="en-US" sz="2000" smtClean="0"/>
          </a:p>
          <a:p>
            <a:pPr eaLnBrk="1" hangingPunct="1">
              <a:lnSpc>
                <a:spcPct val="80000"/>
              </a:lnSpc>
            </a:pPr>
            <a:r>
              <a:rPr lang="en-US" altLang="zh-CN" sz="2000" smtClean="0">
                <a:solidFill>
                  <a:srgbClr val="660066"/>
                </a:solidFill>
              </a:rPr>
              <a:t>Congratulations on your success/achievement! </a:t>
            </a:r>
            <a:r>
              <a:rPr lang="zh-CN" altLang="en-US" sz="2000" smtClean="0">
                <a:solidFill>
                  <a:srgbClr val="660066"/>
                </a:solidFill>
              </a:rPr>
              <a:t>祝贺您成功！</a:t>
            </a:r>
            <a:endParaRPr lang="zh-CN" altLang="en-US" sz="2000" smtClean="0">
              <a:solidFill>
                <a:srgbClr val="660066"/>
              </a:solidFill>
            </a:endParaRPr>
          </a:p>
          <a:p>
            <a:pPr eaLnBrk="1" hangingPunct="1">
              <a:lnSpc>
                <a:spcPct val="80000"/>
              </a:lnSpc>
            </a:pPr>
            <a:r>
              <a:rPr lang="en-US" altLang="zh-CN" sz="2000" smtClean="0"/>
              <a:t>I am writing to convey my warm congratulations on your appointment to… </a:t>
            </a:r>
            <a:r>
              <a:rPr lang="zh-CN" altLang="en-US" sz="2000" smtClean="0"/>
              <a:t>欣闻您荣升</a:t>
            </a:r>
            <a:r>
              <a:rPr lang="en-US" altLang="zh-CN" sz="2000" smtClean="0"/>
              <a:t>……</a:t>
            </a:r>
            <a:r>
              <a:rPr lang="zh-CN" altLang="en-US" sz="2000" smtClean="0"/>
              <a:t>一职</a:t>
            </a:r>
            <a:r>
              <a:rPr lang="en-US" altLang="zh-CN" sz="2000" smtClean="0"/>
              <a:t>.</a:t>
            </a:r>
            <a:r>
              <a:rPr lang="zh-CN" altLang="en-US" sz="2000" smtClean="0"/>
              <a:t>特向您致以最衷心的祝贺</a:t>
            </a:r>
            <a:r>
              <a:rPr lang="en-US" altLang="zh-CN" sz="2000" smtClean="0"/>
              <a:t>.</a:t>
            </a:r>
            <a:endParaRPr lang="en-US" altLang="zh-CN" sz="2000" smtClean="0"/>
          </a:p>
          <a:p>
            <a:pPr eaLnBrk="1" hangingPunct="1">
              <a:lnSpc>
                <a:spcPct val="80000"/>
              </a:lnSpc>
            </a:pPr>
            <a:r>
              <a:rPr lang="en-US" altLang="zh-CN" sz="2000" smtClean="0">
                <a:solidFill>
                  <a:srgbClr val="660066"/>
                </a:solidFill>
              </a:rPr>
              <a:t>Allow me to convey my warm congratulations on..</a:t>
            </a:r>
            <a:r>
              <a:rPr lang="zh-CN" altLang="en-US" sz="2000" smtClean="0">
                <a:solidFill>
                  <a:srgbClr val="660066"/>
                </a:solidFill>
              </a:rPr>
              <a:t>请允许我对</a:t>
            </a:r>
            <a:r>
              <a:rPr lang="en-US" altLang="zh-CN" sz="2000" smtClean="0">
                <a:solidFill>
                  <a:srgbClr val="660066"/>
                </a:solidFill>
              </a:rPr>
              <a:t>……</a:t>
            </a:r>
            <a:r>
              <a:rPr lang="zh-CN" altLang="en-US" sz="2000" smtClean="0">
                <a:solidFill>
                  <a:srgbClr val="660066"/>
                </a:solidFill>
              </a:rPr>
              <a:t>表示祝贺</a:t>
            </a:r>
            <a:r>
              <a:rPr lang="en-US" altLang="zh-CN" sz="2000" smtClean="0">
                <a:solidFill>
                  <a:srgbClr val="660066"/>
                </a:solidFill>
              </a:rPr>
              <a:t>.</a:t>
            </a:r>
            <a:endParaRPr lang="en-US" altLang="zh-CN" sz="2000" smtClean="0">
              <a:solidFill>
                <a:srgbClr val="660066"/>
              </a:solidFill>
            </a:endParaRPr>
          </a:p>
          <a:p>
            <a:pPr eaLnBrk="1" hangingPunct="1">
              <a:lnSpc>
                <a:spcPct val="80000"/>
              </a:lnSpc>
            </a:pPr>
            <a:r>
              <a:rPr lang="en-US" altLang="zh-CN" sz="2000" smtClean="0"/>
              <a:t>Please accept our heartiest/most sincere congratulations.</a:t>
            </a:r>
            <a:r>
              <a:rPr lang="zh-CN" altLang="en-US" sz="2000" smtClean="0"/>
              <a:t>请接受我们最真诚</a:t>
            </a:r>
            <a:r>
              <a:rPr lang="en-US" altLang="zh-CN" sz="2000" smtClean="0"/>
              <a:t>/</a:t>
            </a:r>
            <a:r>
              <a:rPr lang="zh-CN" altLang="en-US" sz="2000" smtClean="0"/>
              <a:t>诚挚的祝福</a:t>
            </a:r>
            <a:r>
              <a:rPr lang="en-US" altLang="zh-CN" sz="2000" smtClean="0"/>
              <a:t>.</a:t>
            </a:r>
            <a:endParaRPr lang="en-US" altLang="zh-CN" sz="2000" smtClean="0"/>
          </a:p>
          <a:p>
            <a:pPr eaLnBrk="1" hangingPunct="1">
              <a:lnSpc>
                <a:spcPct val="80000"/>
              </a:lnSpc>
            </a:pPr>
            <a:r>
              <a:rPr lang="en-US" altLang="zh-CN" sz="2000" smtClean="0"/>
              <a:t>Convey my warm congratulations on..</a:t>
            </a:r>
            <a:r>
              <a:rPr lang="zh-CN" altLang="en-US" sz="2000" smtClean="0"/>
              <a:t>对</a:t>
            </a:r>
            <a:r>
              <a:rPr lang="en-US" altLang="zh-CN" sz="2000" smtClean="0"/>
              <a:t>……</a:t>
            </a:r>
            <a:r>
              <a:rPr lang="zh-CN" altLang="en-US" sz="2000" smtClean="0"/>
              <a:t>致以热烈的祝贺。</a:t>
            </a:r>
            <a:endParaRPr lang="zh-CN" altLang="en-US" sz="2000" smtClean="0"/>
          </a:p>
          <a:p>
            <a:pPr eaLnBrk="1" hangingPunct="1">
              <a:lnSpc>
                <a:spcPct val="80000"/>
              </a:lnSpc>
            </a:pPr>
            <a:r>
              <a:rPr lang="en-US" altLang="zh-CN" sz="2000" smtClean="0">
                <a:solidFill>
                  <a:srgbClr val="660066"/>
                </a:solidFill>
              </a:rPr>
              <a:t>I am glad to hear that you were appointed …on which I congratulate you most heartily.</a:t>
            </a:r>
            <a:r>
              <a:rPr lang="zh-CN" altLang="en-US" sz="2000" smtClean="0">
                <a:solidFill>
                  <a:srgbClr val="660066"/>
                </a:solidFill>
              </a:rPr>
              <a:t>喜闻您荣升</a:t>
            </a:r>
            <a:r>
              <a:rPr lang="en-US" altLang="zh-CN" sz="2000" smtClean="0">
                <a:solidFill>
                  <a:srgbClr val="660066"/>
                </a:solidFill>
              </a:rPr>
              <a:t>……</a:t>
            </a:r>
            <a:r>
              <a:rPr lang="zh-CN" altLang="en-US" sz="2000" smtClean="0">
                <a:solidFill>
                  <a:srgbClr val="660066"/>
                </a:solidFill>
              </a:rPr>
              <a:t>一职，特向您致以最衷心的祝贺</a:t>
            </a:r>
            <a:r>
              <a:rPr lang="zh-CN" altLang="en-US" sz="2000" smtClean="0"/>
              <a:t>。</a:t>
            </a:r>
            <a:endParaRPr lang="zh-CN" altLang="en-US" sz="2000" smtClean="0"/>
          </a:p>
          <a:p>
            <a:pPr eaLnBrk="1" hangingPunct="1">
              <a:lnSpc>
                <a:spcPct val="80000"/>
              </a:lnSpc>
            </a:pPr>
            <a:r>
              <a:rPr lang="en-US" altLang="zh-CN" sz="2000" smtClean="0"/>
              <a:t>I’m so glad to hear of you winning the prize in the...contest. Congratulations! </a:t>
            </a:r>
            <a:r>
              <a:rPr lang="zh-CN" altLang="en-US" sz="2000" smtClean="0"/>
              <a:t>喜闻您在</a:t>
            </a:r>
            <a:r>
              <a:rPr lang="en-US" altLang="zh-CN" sz="2000" smtClean="0"/>
              <a:t>……</a:t>
            </a:r>
            <a:r>
              <a:rPr lang="zh-CN" altLang="en-US" sz="2000" smtClean="0"/>
              <a:t>大赛中获奖，特向您表示祝贺。</a:t>
            </a:r>
            <a:endParaRPr lang="zh-CN" altLang="en-US" sz="2000" smtClean="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ext Box 4"/>
          <p:cNvSpPr txBox="1">
            <a:spLocks noChangeArrowheads="1"/>
          </p:cNvSpPr>
          <p:nvPr/>
        </p:nvSpPr>
        <p:spPr bwMode="auto">
          <a:xfrm>
            <a:off x="395288" y="836613"/>
            <a:ext cx="8137525" cy="4339650"/>
          </a:xfrm>
          <a:prstGeom prst="rect">
            <a:avLst/>
          </a:prstGeom>
          <a:noFill/>
          <a:ln w="9525">
            <a:noFill/>
            <a:miter lim="800000"/>
          </a:ln>
        </p:spPr>
        <p:txBody>
          <a:bodyPr>
            <a:spAutoFit/>
          </a:bodyPr>
          <a:lstStyle/>
          <a:p>
            <a:r>
              <a:rPr lang="en-US" altLang="zh-CN" sz="2400" b="1" dirty="0">
                <a:latin typeface="Cambria" panose="02040503050406030204" charset="0"/>
                <a:ea typeface="华文楷体" panose="02010600040101010101" charset="-122"/>
              </a:rPr>
              <a:t>2</a:t>
            </a:r>
            <a:r>
              <a:rPr lang="zh-CN" altLang="en-US" sz="2400" b="1" dirty="0">
                <a:latin typeface="Cambria" panose="02040503050406030204" charset="0"/>
                <a:ea typeface="华文楷体" panose="02010600040101010101" charset="-122"/>
              </a:rPr>
              <a:t>．中间部分句式</a:t>
            </a:r>
            <a:endParaRPr lang="zh-CN" altLang="en-US" sz="2400" b="1" dirty="0">
              <a:latin typeface="Cambria" panose="02040503050406030204" charset="0"/>
              <a:ea typeface="华文楷体" panose="02010600040101010101" charset="-122"/>
            </a:endParaRPr>
          </a:p>
          <a:p>
            <a:endParaRPr lang="zh-CN" altLang="en-US" sz="2400" b="1"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I am delighted that the many years of service you have given to your company/school has been recognized and appreciated.</a:t>
            </a:r>
            <a:r>
              <a:rPr lang="zh-CN" altLang="en-US" sz="2400" dirty="0">
                <a:latin typeface="Cambria" panose="02040503050406030204" charset="0"/>
                <a:ea typeface="华文楷体" panose="02010600040101010101" charset="-122"/>
              </a:rPr>
              <a:t>多年来您对公司</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学校的贡献被认可、欣赏 ，我非常高兴。</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I also thank you for the assistance you have given </a:t>
            </a:r>
            <a:r>
              <a:rPr lang="en-US" altLang="zh-CN" sz="2400" dirty="0" smtClean="0">
                <a:latin typeface="Cambria" panose="02040503050406030204" charset="0"/>
                <a:ea typeface="华文楷体" panose="02010600040101010101" charset="-122"/>
              </a:rPr>
              <a:t>me </a:t>
            </a:r>
            <a:r>
              <a:rPr lang="en-US" altLang="zh-CN" sz="2400" dirty="0">
                <a:latin typeface="Cambria" panose="02040503050406030204" charset="0"/>
                <a:ea typeface="华文楷体" panose="02010600040101010101" charset="-122"/>
              </a:rPr>
              <a:t>in my work and look forward to further cooperation in the future.</a:t>
            </a:r>
            <a:r>
              <a:rPr lang="zh-CN" altLang="en-US" sz="2400" dirty="0">
                <a:latin typeface="Cambria" panose="02040503050406030204" charset="0"/>
                <a:ea typeface="华文楷体" panose="02010600040101010101" charset="-122"/>
              </a:rPr>
              <a:t>我也感谢您对我工作给予的支持，并期望未来能有更好的合作。</a:t>
            </a:r>
            <a:endParaRPr lang="zh-CN" altLang="en-US" sz="2400"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097280" y="1894680"/>
              <a:ext cx="2640600" cy="51480"/>
            </p14:xfrm>
          </p:contentPart>
        </mc:Choice>
        <mc:Fallback xmlns="">
          <p:pic>
            <p:nvPicPr>
              <p:cNvPr id="2" name="墨迹 1"/>
            </p:nvPicPr>
            <p:blipFill>
              <a:blip r:embed="rId2"/>
            </p:blipFill>
            <p:spPr>
              <a:xfrm>
                <a:off x="1097280" y="1894680"/>
                <a:ext cx="2640600" cy="514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2691720" y="2400120"/>
              <a:ext cx="1123200" cy="146160"/>
            </p14:xfrm>
          </p:contentPart>
        </mc:Choice>
        <mc:Fallback xmlns="">
          <p:pic>
            <p:nvPicPr>
              <p:cNvPr id="3" name="墨迹 2"/>
            </p:nvPicPr>
            <p:blipFill>
              <a:blip r:embed="rId4"/>
            </p:blipFill>
            <p:spPr>
              <a:xfrm>
                <a:off x="2691720" y="2400120"/>
                <a:ext cx="1123200" cy="1461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963320" y="2151720"/>
              <a:ext cx="1731960" cy="77400"/>
            </p14:xfrm>
          </p:contentPart>
        </mc:Choice>
        <mc:Fallback xmlns="">
          <p:pic>
            <p:nvPicPr>
              <p:cNvPr id="4" name="墨迹 3"/>
            </p:nvPicPr>
            <p:blipFill>
              <a:blip r:embed="rId6"/>
            </p:blipFill>
            <p:spPr>
              <a:xfrm>
                <a:off x="4963320" y="2151720"/>
                <a:ext cx="1731960" cy="77400"/>
              </a:xfrm>
              <a:prstGeom prst="rect"/>
            </p:spPr>
          </p:pic>
        </mc:Fallback>
      </mc:AlternateContent>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ext Box 4"/>
          <p:cNvSpPr txBox="1">
            <a:spLocks noChangeArrowheads="1"/>
          </p:cNvSpPr>
          <p:nvPr/>
        </p:nvSpPr>
        <p:spPr bwMode="auto">
          <a:xfrm>
            <a:off x="323850" y="620713"/>
            <a:ext cx="8496300" cy="6186309"/>
          </a:xfrm>
          <a:prstGeom prst="rect">
            <a:avLst/>
          </a:prstGeom>
          <a:noFill/>
          <a:ln w="9525">
            <a:noFill/>
            <a:miter lim="800000"/>
          </a:ln>
        </p:spPr>
        <p:txBody>
          <a:bodyPr>
            <a:spAutoFit/>
          </a:bodyPr>
          <a:lstStyle/>
          <a:p>
            <a:r>
              <a:rPr lang="en-US" altLang="zh-CN" sz="2400" b="1" dirty="0">
                <a:latin typeface="Cambria" panose="02040503050406030204" charset="0"/>
                <a:ea typeface="华文楷体" panose="02010600040101010101" charset="-122"/>
              </a:rPr>
              <a:t>3</a:t>
            </a:r>
            <a:r>
              <a:rPr lang="zh-CN" altLang="en-US" sz="2400" b="1" dirty="0">
                <a:latin typeface="Cambria" panose="02040503050406030204" charset="0"/>
                <a:ea typeface="华文楷体" panose="02010600040101010101" charset="-122"/>
              </a:rPr>
              <a:t>．结束部分句式</a:t>
            </a:r>
            <a:endParaRPr lang="zh-CN" altLang="en-US" sz="2400" b="1"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Hope things are going all right with you.</a:t>
            </a:r>
            <a:r>
              <a:rPr lang="zh-CN" altLang="en-US" sz="2400" dirty="0">
                <a:latin typeface="Cambria" panose="02040503050406030204" charset="0"/>
                <a:ea typeface="华文楷体" panose="02010600040101010101" charset="-122"/>
              </a:rPr>
              <a:t>祝万事如意！</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I send you my best wishes for the future.</a:t>
            </a:r>
            <a:r>
              <a:rPr lang="zh-CN" altLang="en-US" sz="2400" dirty="0">
                <a:latin typeface="Cambria" panose="02040503050406030204" charset="0"/>
                <a:ea typeface="华文楷体" panose="02010600040101010101" charset="-122"/>
              </a:rPr>
              <a:t>祝您前程远大！</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We wish you success in...</a:t>
            </a:r>
            <a:r>
              <a:rPr lang="zh-CN" altLang="en-US" sz="2400" dirty="0">
                <a:latin typeface="Cambria" panose="02040503050406030204" charset="0"/>
                <a:ea typeface="华文楷体" panose="02010600040101010101" charset="-122"/>
              </a:rPr>
              <a:t>祝贺您在</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取得成功！</a:t>
            </a:r>
            <a:endParaRPr lang="zh-CN" altLang="en-US" sz="2400" dirty="0">
              <a:latin typeface="Cambria" panose="02040503050406030204" charset="0"/>
              <a:ea typeface="华文楷体" panose="02010600040101010101" charset="-122"/>
            </a:endParaRPr>
          </a:p>
          <a:p>
            <a:r>
              <a:rPr lang="en-US" altLang="zh-CN" sz="2400" dirty="0" smtClean="0">
                <a:latin typeface="Cambria" panose="02040503050406030204" charset="0"/>
                <a:ea typeface="华文楷体" panose="02010600040101010101" charset="-122"/>
              </a:rPr>
              <a:t>We look </a:t>
            </a:r>
            <a:r>
              <a:rPr lang="en-US" altLang="zh-CN" sz="2400" dirty="0">
                <a:latin typeface="Cambria" panose="02040503050406030204" charset="0"/>
                <a:ea typeface="华文楷体" panose="02010600040101010101" charset="-122"/>
              </a:rPr>
              <a:t>forward to closer cooperation with you.</a:t>
            </a:r>
            <a:r>
              <a:rPr lang="zh-CN" altLang="en-US" sz="2400" dirty="0">
                <a:latin typeface="Cambria" panose="02040503050406030204" charset="0"/>
                <a:ea typeface="华文楷体" panose="02010600040101010101" charset="-122"/>
              </a:rPr>
              <a:t>期待与您更密切的合作。</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We wish you success in your new post and look forward to closer cooperation with you in the development of trade between our two companies.</a:t>
            </a:r>
            <a:r>
              <a:rPr lang="zh-CN" altLang="en-US" sz="2400" dirty="0">
                <a:latin typeface="Cambria" panose="02040503050406030204" charset="0"/>
                <a:ea typeface="华文楷体" panose="02010600040101010101" charset="-122"/>
              </a:rPr>
              <a:t>我们祝愿您在新的职位取得成功，期待我们在贸易发展上进一步合作。</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I hope that the coming year will bring a further increase in exchange of culture between our two countries and we look forward to continued friendly relations with you. </a:t>
            </a:r>
            <a:r>
              <a:rPr lang="zh-CN" altLang="en-US" sz="2400" dirty="0">
                <a:latin typeface="Cambria" panose="02040503050406030204" charset="0"/>
                <a:ea typeface="华文楷体" panose="02010600040101010101" charset="-122"/>
              </a:rPr>
              <a:t>希望在新的一年里我们两国之间的文化交流有进一步的增加，并希望我们的友好关系继续下去。</a:t>
            </a:r>
            <a:endParaRPr lang="zh-CN" altLang="en-US" sz="2400"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45680" y="2254680"/>
              <a:ext cx="2014920" cy="51840"/>
            </p14:xfrm>
          </p:contentPart>
        </mc:Choice>
        <mc:Fallback xmlns="">
          <p:pic>
            <p:nvPicPr>
              <p:cNvPr id="2" name="墨迹 1"/>
            </p:nvPicPr>
            <p:blipFill>
              <a:blip r:embed="rId2"/>
            </p:blipFill>
            <p:spPr>
              <a:xfrm>
                <a:off x="445680" y="2254680"/>
                <a:ext cx="2014920" cy="518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934200" y="3051720"/>
              <a:ext cx="2160720" cy="163440"/>
            </p14:xfrm>
          </p:contentPart>
        </mc:Choice>
        <mc:Fallback xmlns="">
          <p:pic>
            <p:nvPicPr>
              <p:cNvPr id="3" name="墨迹 2"/>
            </p:nvPicPr>
            <p:blipFill>
              <a:blip r:embed="rId4"/>
            </p:blipFill>
            <p:spPr>
              <a:xfrm>
                <a:off x="934200" y="3051720"/>
                <a:ext cx="2160720" cy="1634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5383440" y="4500720"/>
              <a:ext cx="360" cy="360"/>
            </p14:xfrm>
          </p:contentPart>
        </mc:Choice>
        <mc:Fallback xmlns="">
          <p:pic>
            <p:nvPicPr>
              <p:cNvPr id="4" name="墨迹 3"/>
            </p:nvPicPr>
            <p:blipFill>
              <a:blip r:embed="rId6"/>
            </p:blipFill>
            <p:spPr>
              <a:xfrm>
                <a:off x="5383440" y="4500720"/>
                <a:ext cx="360" cy="3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663440" y="4483440"/>
              <a:ext cx="3155040" cy="77400"/>
            </p14:xfrm>
          </p:contentPart>
        </mc:Choice>
        <mc:Fallback xmlns="">
          <p:pic>
            <p:nvPicPr>
              <p:cNvPr id="5" name="墨迹 4"/>
            </p:nvPicPr>
            <p:blipFill>
              <a:blip r:embed="rId8"/>
            </p:blipFill>
            <p:spPr>
              <a:xfrm>
                <a:off x="4663440" y="4483440"/>
                <a:ext cx="3155040" cy="774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651240" y="4560480"/>
              <a:ext cx="1175040" cy="26280"/>
            </p14:xfrm>
          </p:contentPart>
        </mc:Choice>
        <mc:Fallback xmlns="">
          <p:pic>
            <p:nvPicPr>
              <p:cNvPr id="6" name="墨迹 5"/>
            </p:nvPicPr>
            <p:blipFill>
              <a:blip r:embed="rId10"/>
            </p:blipFill>
            <p:spPr>
              <a:xfrm>
                <a:off x="651240" y="4560480"/>
                <a:ext cx="1175040" cy="262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3994560" y="4560480"/>
              <a:ext cx="437760" cy="9000"/>
            </p14:xfrm>
          </p:contentPart>
        </mc:Choice>
        <mc:Fallback xmlns="">
          <p:pic>
            <p:nvPicPr>
              <p:cNvPr id="7" name="墨迹 6"/>
            </p:nvPicPr>
            <p:blipFill>
              <a:blip r:embed="rId12"/>
            </p:blipFill>
            <p:spPr>
              <a:xfrm>
                <a:off x="3994560" y="4560480"/>
                <a:ext cx="437760" cy="90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334080" y="4894920"/>
              <a:ext cx="1783440" cy="86040"/>
            </p14:xfrm>
          </p:contentPart>
        </mc:Choice>
        <mc:Fallback xmlns="">
          <p:pic>
            <p:nvPicPr>
              <p:cNvPr id="8" name="墨迹 7"/>
            </p:nvPicPr>
            <p:blipFill>
              <a:blip r:embed="rId14"/>
            </p:blipFill>
            <p:spPr>
              <a:xfrm>
                <a:off x="334080" y="4894920"/>
                <a:ext cx="1783440" cy="860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882720" y="2391840"/>
              <a:ext cx="360" cy="360"/>
            </p14:xfrm>
          </p:contentPart>
        </mc:Choice>
        <mc:Fallback xmlns="">
          <p:pic>
            <p:nvPicPr>
              <p:cNvPr id="9" name="墨迹 8"/>
            </p:nvPicPr>
            <p:blipFill>
              <a:blip r:embed="rId6"/>
            </p:blipFill>
            <p:spPr>
              <a:xfrm>
                <a:off x="882720" y="2391840"/>
                <a:ext cx="360" cy="36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0" name="墨迹 9"/>
              <p14:cNvContentPartPr/>
              <p14:nvPr/>
            </p14:nvContentPartPr>
            <p14:xfrm>
              <a:off x="445680" y="2349000"/>
              <a:ext cx="86040" cy="17280"/>
            </p14:xfrm>
          </p:contentPart>
        </mc:Choice>
        <mc:Fallback xmlns="">
          <p:pic>
            <p:nvPicPr>
              <p:cNvPr id="10" name="墨迹 9"/>
            </p:nvPicPr>
            <p:blipFill>
              <a:blip r:embed="rId17"/>
            </p:blipFill>
            <p:spPr>
              <a:xfrm>
                <a:off x="445680" y="2349000"/>
                <a:ext cx="86040" cy="1728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1" name="墨迹 10"/>
              <p14:cNvContentPartPr/>
              <p14:nvPr/>
            </p14:nvContentPartPr>
            <p14:xfrm>
              <a:off x="788400" y="2391840"/>
              <a:ext cx="360" cy="360"/>
            </p14:xfrm>
          </p:contentPart>
        </mc:Choice>
        <mc:Fallback xmlns="">
          <p:pic>
            <p:nvPicPr>
              <p:cNvPr id="11" name="墨迹 10"/>
            </p:nvPicPr>
            <p:blipFill>
              <a:blip r:embed="rId6"/>
            </p:blipFill>
            <p:spPr>
              <a:xfrm>
                <a:off x="788400" y="2391840"/>
                <a:ext cx="360" cy="360"/>
              </a:xfrm>
              <a:prstGeom prst="rect"/>
            </p:spPr>
          </p:pic>
        </mc:Fallback>
      </mc:AlternateContent>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ext Box 4"/>
          <p:cNvSpPr txBox="1">
            <a:spLocks noChangeArrowheads="1"/>
          </p:cNvSpPr>
          <p:nvPr/>
        </p:nvSpPr>
        <p:spPr bwMode="auto">
          <a:xfrm>
            <a:off x="323850" y="549275"/>
            <a:ext cx="8496300" cy="5675313"/>
          </a:xfrm>
          <a:prstGeom prst="rect">
            <a:avLst/>
          </a:prstGeom>
          <a:noFill/>
          <a:ln w="9525">
            <a:noFill/>
            <a:miter lim="800000"/>
          </a:ln>
        </p:spPr>
        <p:txBody>
          <a:bodyPr>
            <a:spAutoFit/>
          </a:bodyPr>
          <a:lstStyle/>
          <a:p>
            <a:r>
              <a:rPr lang="zh-CN" altLang="en-US" sz="2400" b="1">
                <a:latin typeface="Cambria" panose="02040503050406030204" charset="0"/>
                <a:ea typeface="华文楷体" panose="02010600040101010101" charset="-122"/>
              </a:rPr>
              <a:t>贺新年</a:t>
            </a:r>
            <a:endParaRPr lang="zh-CN" altLang="en-US" sz="2400" b="1">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I would like to wish you a joyous new year and express my hope for your happiness in the future.</a:t>
            </a:r>
            <a:endParaRPr lang="en-US" altLang="zh-CN">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祝你有个愉悦的新年</a:t>
            </a:r>
            <a:r>
              <a:rPr lang="en-US" altLang="zh-CN">
                <a:latin typeface="Cambria" panose="02040503050406030204" charset="0"/>
                <a:ea typeface="华文楷体" panose="02010600040101010101" charset="-122"/>
              </a:rPr>
              <a:t>,</a:t>
            </a:r>
            <a:r>
              <a:rPr lang="zh-CN" altLang="en-US">
                <a:latin typeface="Cambria" panose="02040503050406030204" charset="0"/>
                <a:ea typeface="华文楷体" panose="02010600040101010101" charset="-122"/>
              </a:rPr>
              <a:t>并愿你幸福快乐</a:t>
            </a:r>
            <a:r>
              <a:rPr lang="en-US" altLang="zh-CN">
                <a:latin typeface="Cambria" panose="02040503050406030204" charset="0"/>
                <a:ea typeface="华文楷体" panose="02010600040101010101" charset="-122"/>
              </a:rPr>
              <a:t>,</a:t>
            </a:r>
            <a:r>
              <a:rPr lang="zh-CN" altLang="en-US">
                <a:latin typeface="Cambria" panose="02040503050406030204" charset="0"/>
                <a:ea typeface="华文楷体" panose="02010600040101010101" charset="-122"/>
              </a:rPr>
              <a:t>事事如意</a:t>
            </a:r>
            <a:r>
              <a:rPr lang="en-US" altLang="zh-CN">
                <a:latin typeface="Cambria" panose="02040503050406030204" charset="0"/>
                <a:ea typeface="华文楷体" panose="02010600040101010101" charset="-122"/>
              </a:rPr>
              <a:t>.</a:t>
            </a:r>
            <a:endParaRPr lang="en-US" altLang="zh-CN">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May you have many dreams fulfilled.</a:t>
            </a:r>
            <a:endParaRPr lang="en-US" altLang="zh-CN">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祝你许多美梦都能成真</a:t>
            </a:r>
            <a:r>
              <a:rPr lang="en-US" altLang="zh-CN">
                <a:latin typeface="Cambria" panose="02040503050406030204" charset="0"/>
                <a:ea typeface="华文楷体" panose="02010600040101010101" charset="-122"/>
              </a:rPr>
              <a:t>.</a:t>
            </a:r>
            <a:endParaRPr lang="en-US" altLang="zh-CN">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Wishing you and your family peace and prosperity for the coming year.</a:t>
            </a:r>
            <a:endParaRPr lang="en-US" altLang="zh-CN">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祝福你与家人吉祥平安</a:t>
            </a:r>
            <a:r>
              <a:rPr lang="en-US" altLang="zh-CN">
                <a:latin typeface="Cambria" panose="02040503050406030204" charset="0"/>
                <a:ea typeface="华文楷体" panose="02010600040101010101" charset="-122"/>
              </a:rPr>
              <a:t>.</a:t>
            </a:r>
            <a:endParaRPr lang="en-US" altLang="zh-CN">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Best of luck in your business in the year ahead.</a:t>
            </a:r>
            <a:endParaRPr lang="en-US" altLang="zh-CN">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愿您今年事业顺利</a:t>
            </a:r>
            <a:r>
              <a:rPr lang="en-US" altLang="zh-CN">
                <a:latin typeface="Cambria" panose="02040503050406030204" charset="0"/>
                <a:ea typeface="华文楷体" panose="02010600040101010101" charset="-122"/>
              </a:rPr>
              <a:t>.</a:t>
            </a:r>
            <a:endParaRPr lang="en-US" altLang="zh-CN">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May success and happiness follow you throughout the year.</a:t>
            </a:r>
            <a:endParaRPr lang="en-US" altLang="zh-CN">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愿今年成功和快乐与你相伴</a:t>
            </a:r>
            <a:r>
              <a:rPr lang="en-US" altLang="zh-CN">
                <a:latin typeface="Cambria" panose="02040503050406030204" charset="0"/>
                <a:ea typeface="华文楷体" panose="02010600040101010101" charset="-122"/>
              </a:rPr>
              <a:t>.</a:t>
            </a:r>
            <a:endParaRPr lang="en-US" altLang="zh-CN">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I’m sure that your business will continue to thrive this year.</a:t>
            </a:r>
            <a:endParaRPr lang="en-US" altLang="zh-CN">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我相信今年您的生意将更兴隆。</a:t>
            </a:r>
            <a:endParaRPr lang="zh-CN" altLang="en-US">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Have a prosperous and happy new year.</a:t>
            </a:r>
            <a:endParaRPr lang="en-US" altLang="zh-CN">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恭喜发财，新年快乐。</a:t>
            </a:r>
            <a:endParaRPr lang="zh-CN" altLang="en-US">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I hope all goes well in the coming year.</a:t>
            </a:r>
            <a:endParaRPr lang="en-US" altLang="zh-CN">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祝您新的一年万事如意。</a:t>
            </a:r>
            <a:endParaRPr lang="zh-CN" altLang="en-US">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I wish you continued good health in the coming year.</a:t>
            </a:r>
            <a:endParaRPr lang="en-US" altLang="zh-CN">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我希望您今年跟去年一样健康。</a:t>
            </a:r>
            <a:endParaRPr lang="zh-CN" altLang="en-US">
              <a:latin typeface="Cambria" panose="02040503050406030204" charset="0"/>
              <a:ea typeface="华文楷体" panose="02010600040101010101" charset="-122"/>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ChangeArrowheads="1"/>
          </p:cNvSpPr>
          <p:nvPr>
            <p:ph type="title"/>
          </p:nvPr>
        </p:nvSpPr>
        <p:spPr>
          <a:xfrm>
            <a:off x="539750" y="260350"/>
            <a:ext cx="8229600" cy="992188"/>
          </a:xfrm>
        </p:spPr>
        <p:txBody>
          <a:bodyPr/>
          <a:lstStyle/>
          <a:p>
            <a:pPr eaLnBrk="1" hangingPunct="1"/>
            <a:r>
              <a:rPr lang="zh-CN" altLang="en-US" sz="3600" b="1" smtClean="0">
                <a:ea typeface="华文隶书" panose="02010800040101010101" pitchFamily="2" charset="-122"/>
              </a:rPr>
              <a:t>八 、请求信</a:t>
            </a:r>
            <a:r>
              <a:rPr lang="zh-CN" altLang="en-US" sz="4000" b="1" smtClean="0"/>
              <a:t> </a:t>
            </a:r>
            <a:r>
              <a:rPr lang="en-US" altLang="zh-CN" sz="2800" b="1" smtClean="0"/>
              <a:t>(A Letter of Request)</a:t>
            </a:r>
            <a:endParaRPr lang="en-US" altLang="zh-CN" sz="2800" smtClean="0"/>
          </a:p>
        </p:txBody>
      </p:sp>
      <p:sp>
        <p:nvSpPr>
          <p:cNvPr id="89090" name="Rectangle 3"/>
          <p:cNvSpPr>
            <a:spLocks noGrp="1" noChangeArrowheads="1"/>
          </p:cNvSpPr>
          <p:nvPr>
            <p:ph type="body" idx="1"/>
          </p:nvPr>
        </p:nvSpPr>
        <p:spPr>
          <a:xfrm>
            <a:off x="457200" y="1412875"/>
            <a:ext cx="8229600" cy="4968875"/>
          </a:xfrm>
        </p:spPr>
        <p:txBody>
          <a:bodyPr/>
          <a:lstStyle/>
          <a:p>
            <a:pPr eaLnBrk="1" hangingPunct="1">
              <a:lnSpc>
                <a:spcPct val="80000"/>
              </a:lnSpc>
              <a:buFont typeface="Wingdings" panose="05000000000000000000" pitchFamily="2" charset="2"/>
              <a:buNone/>
            </a:pPr>
            <a:r>
              <a:rPr lang="zh-CN" altLang="en-US" sz="2000" smtClean="0"/>
              <a:t>　　  </a:t>
            </a:r>
            <a:r>
              <a:rPr lang="zh-CN" altLang="en-US" sz="2400" smtClean="0">
                <a:latin typeface="楷体_GB2312" pitchFamily="49" charset="-122"/>
                <a:ea typeface="楷体_GB2312" pitchFamily="49" charset="-122"/>
              </a:rPr>
              <a:t>请求信是对收信人提出请求，并希望对方满足该要求。写请求信的重点是要写清楚为什么要请求他人做某事，请求他人做某事的原因。</a:t>
            </a:r>
            <a:br>
              <a:rPr lang="zh-CN" altLang="en-US" sz="2400" smtClean="0">
                <a:latin typeface="楷体_GB2312" pitchFamily="49" charset="-122"/>
                <a:ea typeface="楷体_GB2312" pitchFamily="49" charset="-122"/>
              </a:rPr>
            </a:br>
            <a:r>
              <a:rPr lang="zh-CN" altLang="en-US" sz="2400" smtClean="0">
                <a:latin typeface="楷体_GB2312" pitchFamily="49" charset="-122"/>
                <a:ea typeface="楷体_GB2312" pitchFamily="49" charset="-122"/>
              </a:rPr>
              <a:t>  写请求信时首先要说明写作意图，一定要注意语气要礼貌，用词要规范；然后具体展开说明请求的原因；最后表示希望对方予以答复。</a:t>
            </a:r>
            <a:br>
              <a:rPr lang="zh-CN" altLang="en-US" sz="2400" smtClean="0">
                <a:solidFill>
                  <a:srgbClr val="993300"/>
                </a:solidFill>
                <a:latin typeface="楷体_GB2312" pitchFamily="49" charset="-122"/>
                <a:ea typeface="楷体_GB2312" pitchFamily="49" charset="-122"/>
              </a:rPr>
            </a:br>
            <a:r>
              <a:rPr lang="zh-CN" altLang="en-US" sz="2400" smtClean="0">
                <a:solidFill>
                  <a:srgbClr val="993300"/>
                </a:solidFill>
                <a:latin typeface="楷体_GB2312" pitchFamily="49" charset="-122"/>
                <a:ea typeface="楷体_GB2312" pitchFamily="49" charset="-122"/>
              </a:rPr>
              <a:t>  提示</a:t>
            </a:r>
            <a:r>
              <a:rPr lang="zh-CN" altLang="en-US" sz="2400" smtClean="0">
                <a:latin typeface="楷体_GB2312" pitchFamily="49" charset="-122"/>
                <a:ea typeface="楷体_GB2312" pitchFamily="49" charset="-122"/>
              </a:rPr>
              <a:t>：在许多情况下，请求信是写给不认识的人或者机构，所以在信的开头可以做一下简单的自我介绍。同时，由于提出的请求往往都是需要麻烦别人的事情，所以要注意语气的礼貌程度，不要吝啬你的感谢。</a:t>
            </a:r>
            <a:br>
              <a:rPr lang="zh-CN" altLang="en-US" sz="2400" smtClean="0">
                <a:latin typeface="楷体_GB2312" pitchFamily="49" charset="-122"/>
                <a:ea typeface="楷体_GB2312" pitchFamily="49" charset="-122"/>
              </a:rPr>
            </a:b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正文主要有</a:t>
            </a:r>
            <a:r>
              <a:rPr lang="en-US" altLang="zh-CN" sz="2400" smtClean="0">
                <a:latin typeface="楷体_GB2312" pitchFamily="49" charset="-122"/>
                <a:ea typeface="楷体_GB2312" pitchFamily="49" charset="-122"/>
              </a:rPr>
              <a:t>3</a:t>
            </a:r>
            <a:r>
              <a:rPr lang="zh-CN" altLang="en-US" sz="2400" smtClean="0">
                <a:latin typeface="楷体_GB2312" pitchFamily="49" charset="-122"/>
                <a:ea typeface="楷体_GB2312" pitchFamily="49" charset="-122"/>
              </a:rPr>
              <a:t>个部分</a:t>
            </a:r>
            <a:r>
              <a:rPr lang="zh-CN" altLang="en-US" sz="2400" smtClean="0"/>
              <a:t> </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a:t>
            </a:r>
            <a:r>
              <a:rPr lang="en-US" altLang="zh-CN" sz="2400" smtClean="0">
                <a:latin typeface="楷体_GB2312" pitchFamily="49" charset="-122"/>
                <a:ea typeface="楷体_GB2312" pitchFamily="49" charset="-122"/>
              </a:rPr>
              <a:t>1</a:t>
            </a:r>
            <a:r>
              <a:rPr lang="zh-CN" altLang="en-US" sz="2400" smtClean="0">
                <a:latin typeface="楷体_GB2312" pitchFamily="49" charset="-122"/>
                <a:ea typeface="楷体_GB2312" pitchFamily="49" charset="-122"/>
              </a:rPr>
              <a:t>）介绍自己、提出请求 </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a:t>
            </a:r>
            <a:r>
              <a:rPr lang="en-US" altLang="zh-CN" sz="2400" smtClean="0">
                <a:latin typeface="楷体_GB2312" pitchFamily="49" charset="-122"/>
                <a:ea typeface="楷体_GB2312" pitchFamily="49" charset="-122"/>
              </a:rPr>
              <a:t>2</a:t>
            </a:r>
            <a:r>
              <a:rPr lang="zh-CN" altLang="en-US" sz="2400" smtClean="0">
                <a:latin typeface="楷体_GB2312" pitchFamily="49" charset="-122"/>
                <a:ea typeface="楷体_GB2312" pitchFamily="49" charset="-122"/>
              </a:rPr>
              <a:t>）说明原因及其它事项 </a:t>
            </a:r>
            <a:endParaRPr lang="zh-CN" altLang="en-US" sz="240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400" smtClean="0">
                <a:latin typeface="楷体_GB2312" pitchFamily="49" charset="-122"/>
                <a:ea typeface="楷体_GB2312" pitchFamily="49" charset="-122"/>
              </a:rPr>
              <a:t>（</a:t>
            </a:r>
            <a:r>
              <a:rPr lang="en-US" altLang="zh-CN" sz="2400" smtClean="0">
                <a:latin typeface="楷体_GB2312" pitchFamily="49" charset="-122"/>
                <a:ea typeface="楷体_GB2312" pitchFamily="49" charset="-122"/>
              </a:rPr>
              <a:t>3</a:t>
            </a:r>
            <a:r>
              <a:rPr lang="zh-CN" altLang="en-US" sz="2400" smtClean="0">
                <a:latin typeface="楷体_GB2312" pitchFamily="49" charset="-122"/>
                <a:ea typeface="楷体_GB2312" pitchFamily="49" charset="-122"/>
              </a:rPr>
              <a:t>）表达谢意、期盼答复</a:t>
            </a:r>
            <a:endParaRPr lang="zh-CN" altLang="en-US" sz="2400" smtClean="0">
              <a:latin typeface="楷体_GB2312" pitchFamily="49" charset="-122"/>
              <a:ea typeface="楷体_GB2312" pitchFamily="49"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362960" y="5280480"/>
              <a:ext cx="2615040" cy="111960"/>
            </p14:xfrm>
          </p:contentPart>
        </mc:Choice>
        <mc:Fallback xmlns="">
          <p:pic>
            <p:nvPicPr>
              <p:cNvPr id="2" name="墨迹 1"/>
            </p:nvPicPr>
            <p:blipFill>
              <a:blip r:embed="rId2"/>
            </p:blipFill>
            <p:spPr>
              <a:xfrm>
                <a:off x="1362960" y="5280480"/>
                <a:ext cx="2615040" cy="1119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388520" y="5632200"/>
              <a:ext cx="2383560" cy="43200"/>
            </p14:xfrm>
          </p:contentPart>
        </mc:Choice>
        <mc:Fallback xmlns="">
          <p:pic>
            <p:nvPicPr>
              <p:cNvPr id="3" name="墨迹 2"/>
            </p:nvPicPr>
            <p:blipFill>
              <a:blip r:embed="rId4"/>
            </p:blipFill>
            <p:spPr>
              <a:xfrm>
                <a:off x="1388520" y="5632200"/>
                <a:ext cx="2383560" cy="432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405800" y="5966280"/>
              <a:ext cx="3094920" cy="172080"/>
            </p14:xfrm>
          </p:contentPart>
        </mc:Choice>
        <mc:Fallback xmlns="">
          <p:pic>
            <p:nvPicPr>
              <p:cNvPr id="4" name="墨迹 3"/>
            </p:nvPicPr>
            <p:blipFill>
              <a:blip r:embed="rId6"/>
            </p:blipFill>
            <p:spPr>
              <a:xfrm>
                <a:off x="1405800" y="5966280"/>
                <a:ext cx="3094920" cy="172080"/>
              </a:xfrm>
              <a:prstGeom prst="rect"/>
            </p:spPr>
          </p:pic>
        </mc:Fallback>
      </mc:AlternateContent>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4"/>
          <p:cNvSpPr>
            <a:spLocks noGrp="1" noChangeArrowheads="1"/>
          </p:cNvSpPr>
          <p:nvPr>
            <p:ph type="body" idx="1"/>
          </p:nvPr>
        </p:nvSpPr>
        <p:spPr>
          <a:xfrm>
            <a:off x="468313" y="765175"/>
            <a:ext cx="8229600" cy="5535613"/>
          </a:xfrm>
        </p:spPr>
        <p:txBody>
          <a:bodyPr/>
          <a:lstStyle/>
          <a:p>
            <a:pPr eaLnBrk="1" hangingPunct="1">
              <a:lnSpc>
                <a:spcPct val="90000"/>
              </a:lnSpc>
            </a:pPr>
            <a:endParaRPr lang="en-US" altLang="zh-CN" sz="2800" smtClean="0"/>
          </a:p>
          <a:p>
            <a:pPr eaLnBrk="1" hangingPunct="1">
              <a:lnSpc>
                <a:spcPct val="90000"/>
              </a:lnSpc>
              <a:buFont typeface="Wingdings" panose="05000000000000000000" pitchFamily="2" charset="2"/>
              <a:buNone/>
            </a:pPr>
            <a:r>
              <a:rPr lang="en-US" altLang="zh-CN" sz="2800" smtClean="0"/>
              <a:t>(1)Could you please...? </a:t>
            </a:r>
            <a:endParaRPr lang="en-US" altLang="zh-CN" sz="2800" smtClean="0"/>
          </a:p>
          <a:p>
            <a:pPr eaLnBrk="1" hangingPunct="1">
              <a:lnSpc>
                <a:spcPct val="90000"/>
              </a:lnSpc>
              <a:buFont typeface="Wingdings" panose="05000000000000000000" pitchFamily="2" charset="2"/>
              <a:buNone/>
            </a:pPr>
            <a:r>
              <a:rPr lang="en-US" altLang="zh-CN" sz="2800" smtClean="0"/>
              <a:t>(2)Could you possibly... </a:t>
            </a:r>
            <a:endParaRPr lang="en-US" altLang="zh-CN" sz="2800" smtClean="0"/>
          </a:p>
          <a:p>
            <a:pPr eaLnBrk="1" hangingPunct="1">
              <a:lnSpc>
                <a:spcPct val="90000"/>
              </a:lnSpc>
              <a:buFont typeface="Wingdings" panose="05000000000000000000" pitchFamily="2" charset="2"/>
              <a:buNone/>
            </a:pPr>
            <a:r>
              <a:rPr lang="en-US" altLang="zh-CN" sz="2800" smtClean="0"/>
              <a:t>(3)Would it be possible to... </a:t>
            </a:r>
            <a:endParaRPr lang="en-US" altLang="zh-CN" sz="2800" smtClean="0"/>
          </a:p>
          <a:p>
            <a:pPr eaLnBrk="1" hangingPunct="1">
              <a:lnSpc>
                <a:spcPct val="90000"/>
              </a:lnSpc>
              <a:buFont typeface="Wingdings" panose="05000000000000000000" pitchFamily="2" charset="2"/>
              <a:buNone/>
            </a:pPr>
            <a:r>
              <a:rPr lang="en-US" altLang="zh-CN" sz="2800" smtClean="0"/>
              <a:t>(4)I would be grateful if you could... </a:t>
            </a:r>
            <a:endParaRPr lang="en-US" altLang="zh-CN" sz="2800" smtClean="0"/>
          </a:p>
          <a:p>
            <a:pPr eaLnBrk="1" hangingPunct="1">
              <a:lnSpc>
                <a:spcPct val="90000"/>
              </a:lnSpc>
              <a:buFont typeface="Wingdings" panose="05000000000000000000" pitchFamily="2" charset="2"/>
              <a:buNone/>
            </a:pPr>
            <a:r>
              <a:rPr lang="en-US" altLang="zh-CN" sz="2800" smtClean="0"/>
              <a:t>(5)Would you mind doing... </a:t>
            </a:r>
            <a:endParaRPr lang="en-US" altLang="zh-CN" sz="2800" smtClean="0"/>
          </a:p>
          <a:p>
            <a:pPr eaLnBrk="1" hangingPunct="1">
              <a:lnSpc>
                <a:spcPct val="90000"/>
              </a:lnSpc>
              <a:buFont typeface="Wingdings" panose="05000000000000000000" pitchFamily="2" charset="2"/>
              <a:buNone/>
            </a:pPr>
            <a:r>
              <a:rPr lang="en-US" altLang="zh-CN" sz="2800" smtClean="0"/>
              <a:t>(6)I wonder if you could... </a:t>
            </a:r>
            <a:endParaRPr lang="en-US" altLang="zh-CN" sz="2800" smtClean="0"/>
          </a:p>
          <a:p>
            <a:pPr eaLnBrk="1" hangingPunct="1">
              <a:lnSpc>
                <a:spcPct val="90000"/>
              </a:lnSpc>
              <a:buFont typeface="Wingdings" panose="05000000000000000000" pitchFamily="2" charset="2"/>
              <a:buNone/>
            </a:pPr>
            <a:r>
              <a:rPr lang="en-US" altLang="zh-CN" sz="2800" smtClean="0"/>
              <a:t>(7)Could you... </a:t>
            </a:r>
            <a:endParaRPr lang="en-US" altLang="zh-CN" sz="2800" smtClean="0"/>
          </a:p>
          <a:p>
            <a:pPr eaLnBrk="1" hangingPunct="1">
              <a:lnSpc>
                <a:spcPct val="90000"/>
              </a:lnSpc>
              <a:buFont typeface="Wingdings" panose="05000000000000000000" pitchFamily="2" charset="2"/>
              <a:buNone/>
            </a:pPr>
            <a:r>
              <a:rPr lang="en-US" altLang="zh-CN" sz="2800" smtClean="0"/>
              <a:t>(8)Can you... </a:t>
            </a:r>
            <a:endParaRPr lang="en-US" altLang="zh-CN" sz="2800" smtClean="0"/>
          </a:p>
          <a:p>
            <a:pPr eaLnBrk="1" hangingPunct="1">
              <a:lnSpc>
                <a:spcPct val="90000"/>
              </a:lnSpc>
              <a:buFont typeface="Wingdings" panose="05000000000000000000" pitchFamily="2" charset="2"/>
              <a:buNone/>
            </a:pPr>
            <a:r>
              <a:rPr lang="en-US" altLang="zh-CN" sz="2800" smtClean="0"/>
              <a:t>(9)I would like you to... </a:t>
            </a:r>
            <a:endParaRPr lang="en-US" altLang="zh-CN" sz="2800" smtClean="0"/>
          </a:p>
          <a:p>
            <a:pPr eaLnBrk="1" hangingPunct="1">
              <a:lnSpc>
                <a:spcPct val="90000"/>
              </a:lnSpc>
              <a:buFont typeface="Wingdings" panose="05000000000000000000" pitchFamily="2" charset="2"/>
              <a:buNone/>
            </a:pPr>
            <a:r>
              <a:rPr lang="en-US" altLang="zh-CN" sz="2800" smtClean="0"/>
              <a:t>(10)Would you mind doing... </a:t>
            </a:r>
            <a:endParaRPr lang="en-US" altLang="zh-CN" sz="2800" smtClean="0"/>
          </a:p>
        </p:txBody>
      </p:sp>
      <p:sp>
        <p:nvSpPr>
          <p:cNvPr id="90114" name="Rectangle 6"/>
          <p:cNvSpPr>
            <a:spLocks noChangeArrowheads="1"/>
          </p:cNvSpPr>
          <p:nvPr/>
        </p:nvSpPr>
        <p:spPr bwMode="auto">
          <a:xfrm>
            <a:off x="755650" y="476250"/>
            <a:ext cx="2224088" cy="579438"/>
          </a:xfrm>
          <a:prstGeom prst="rect">
            <a:avLst/>
          </a:prstGeom>
          <a:noFill/>
          <a:ln w="9525">
            <a:noFill/>
            <a:miter lim="800000"/>
          </a:ln>
        </p:spPr>
        <p:txBody>
          <a:bodyPr wrap="none">
            <a:spAutoFit/>
          </a:bodyPr>
          <a:lstStyle/>
          <a:p>
            <a:r>
              <a:rPr lang="zh-CN" altLang="en-US" sz="3200" b="1">
                <a:latin typeface="楷体_GB2312" pitchFamily="49" charset="-122"/>
                <a:ea typeface="楷体_GB2312" pitchFamily="49" charset="-122"/>
              </a:rPr>
              <a:t>常用表达</a:t>
            </a:r>
            <a:r>
              <a:rPr lang="en-US" altLang="zh-CN" sz="3200" b="1">
                <a:latin typeface="楷体_GB2312" pitchFamily="49" charset="-122"/>
                <a:ea typeface="楷体_GB2312" pitchFamily="49" charset="-122"/>
              </a:rPr>
              <a:t>:</a:t>
            </a:r>
            <a:r>
              <a:rPr lang="en-US" altLang="zh-CN" sz="3200">
                <a:latin typeface="楷体_GB2312" pitchFamily="49" charset="-122"/>
                <a:ea typeface="楷体_GB2312" pitchFamily="49" charset="-122"/>
              </a:rPr>
              <a:t> </a:t>
            </a:r>
            <a:endParaRPr lang="en-US" altLang="zh-CN" sz="3200" b="1">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3"/>
          <p:cNvSpPr>
            <a:spLocks noGrp="1" noChangeArrowheads="1"/>
          </p:cNvSpPr>
          <p:nvPr>
            <p:ph type="body" idx="1"/>
          </p:nvPr>
        </p:nvSpPr>
        <p:spPr>
          <a:xfrm>
            <a:off x="611188" y="908050"/>
            <a:ext cx="7545387" cy="5329238"/>
          </a:xfrm>
        </p:spPr>
        <p:txBody>
          <a:bodyPr/>
          <a:lstStyle/>
          <a:p>
            <a:pPr eaLnBrk="1" hangingPunct="1">
              <a:lnSpc>
                <a:spcPct val="90000"/>
              </a:lnSpc>
              <a:buFont typeface="Wingdings" panose="05000000000000000000" pitchFamily="2" charset="2"/>
              <a:buNone/>
            </a:pPr>
            <a:r>
              <a:rPr lang="en-US" altLang="zh-CN" smtClean="0"/>
              <a:t>  Directions:</a:t>
            </a:r>
            <a:br>
              <a:rPr lang="en-US" altLang="zh-CN" smtClean="0"/>
            </a:br>
            <a:br>
              <a:rPr lang="en-US" altLang="zh-CN" smtClean="0"/>
            </a:br>
            <a:r>
              <a:rPr lang="zh-CN" altLang="en-US" smtClean="0"/>
              <a:t>　</a:t>
            </a:r>
            <a:r>
              <a:rPr lang="en-US" altLang="zh-CN" smtClean="0"/>
              <a:t>You are preparing for your graduation thesis and are in urgent need of some reference materials. Write a letter to the National Library and ask for their help. Provide detailed information, and method of delivery and payment.</a:t>
            </a:r>
            <a:br>
              <a:rPr lang="en-US" altLang="zh-CN" smtClean="0"/>
            </a:br>
            <a:br>
              <a:rPr lang="en-US" altLang="zh-CN" smtClean="0"/>
            </a:br>
            <a:endParaRPr lang="en-US" altLang="zh-CN"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6146280" y="1954440"/>
              <a:ext cx="1740600" cy="154800"/>
            </p14:xfrm>
          </p:contentPart>
        </mc:Choice>
        <mc:Fallback xmlns="">
          <p:pic>
            <p:nvPicPr>
              <p:cNvPr id="2" name="墨迹 1"/>
            </p:nvPicPr>
            <p:blipFill>
              <a:blip r:embed="rId2"/>
            </p:blipFill>
            <p:spPr>
              <a:xfrm>
                <a:off x="6146280" y="1954440"/>
                <a:ext cx="1740600" cy="1548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951480" y="2520360"/>
              <a:ext cx="1149120" cy="17280"/>
            </p14:xfrm>
          </p:contentPart>
        </mc:Choice>
        <mc:Fallback xmlns="">
          <p:pic>
            <p:nvPicPr>
              <p:cNvPr id="3" name="墨迹 2"/>
            </p:nvPicPr>
            <p:blipFill>
              <a:blip r:embed="rId4"/>
            </p:blipFill>
            <p:spPr>
              <a:xfrm>
                <a:off x="951480" y="2520360"/>
                <a:ext cx="1149120" cy="172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2991600" y="2529000"/>
              <a:ext cx="4295160" cy="86040"/>
            </p14:xfrm>
          </p:contentPart>
        </mc:Choice>
        <mc:Fallback xmlns="">
          <p:pic>
            <p:nvPicPr>
              <p:cNvPr id="4" name="墨迹 3"/>
            </p:nvPicPr>
            <p:blipFill>
              <a:blip r:embed="rId6"/>
            </p:blipFill>
            <p:spPr>
              <a:xfrm>
                <a:off x="2991600" y="2529000"/>
                <a:ext cx="4295160" cy="860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088640" y="2931840"/>
              <a:ext cx="3472200" cy="68760"/>
            </p14:xfrm>
          </p:contentPart>
        </mc:Choice>
        <mc:Fallback xmlns="">
          <p:pic>
            <p:nvPicPr>
              <p:cNvPr id="5" name="墨迹 4"/>
            </p:nvPicPr>
            <p:blipFill>
              <a:blip r:embed="rId8"/>
            </p:blipFill>
            <p:spPr>
              <a:xfrm>
                <a:off x="1088640" y="2931840"/>
                <a:ext cx="3472200" cy="687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951480" y="3334680"/>
              <a:ext cx="2923560" cy="60480"/>
            </p14:xfrm>
          </p:contentPart>
        </mc:Choice>
        <mc:Fallback xmlns="">
          <p:pic>
            <p:nvPicPr>
              <p:cNvPr id="6" name="墨迹 5"/>
            </p:nvPicPr>
            <p:blipFill>
              <a:blip r:embed="rId10"/>
            </p:blipFill>
            <p:spPr>
              <a:xfrm>
                <a:off x="951480" y="3334680"/>
                <a:ext cx="2923560" cy="604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4783320" y="3360240"/>
              <a:ext cx="2812320" cy="60480"/>
            </p14:xfrm>
          </p:contentPart>
        </mc:Choice>
        <mc:Fallback xmlns="">
          <p:pic>
            <p:nvPicPr>
              <p:cNvPr id="7" name="墨迹 6"/>
            </p:nvPicPr>
            <p:blipFill>
              <a:blip r:embed="rId12"/>
            </p:blipFill>
            <p:spPr>
              <a:xfrm>
                <a:off x="4783320" y="3360240"/>
                <a:ext cx="2812320" cy="604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1028520" y="3874680"/>
              <a:ext cx="4946760" cy="154800"/>
            </p14:xfrm>
          </p:contentPart>
        </mc:Choice>
        <mc:Fallback xmlns="">
          <p:pic>
            <p:nvPicPr>
              <p:cNvPr id="8" name="墨迹 7"/>
            </p:nvPicPr>
            <p:blipFill>
              <a:blip r:embed="rId14"/>
            </p:blipFill>
            <p:spPr>
              <a:xfrm>
                <a:off x="1028520" y="3874680"/>
                <a:ext cx="4946760" cy="1548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985680" y="4243320"/>
              <a:ext cx="5718240" cy="128880"/>
            </p14:xfrm>
          </p:contentPart>
        </mc:Choice>
        <mc:Fallback xmlns="">
          <p:pic>
            <p:nvPicPr>
              <p:cNvPr id="9" name="墨迹 8"/>
            </p:nvPicPr>
            <p:blipFill>
              <a:blip r:embed="rId16"/>
            </p:blipFill>
            <p:spPr>
              <a:xfrm>
                <a:off x="985680" y="4243320"/>
                <a:ext cx="5718240" cy="128880"/>
              </a:xfrm>
              <a:prstGeom prst="rect"/>
            </p:spPr>
          </p:pic>
        </mc:Fallback>
      </mc:AlternateContent>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3"/>
          <p:cNvSpPr>
            <a:spLocks noGrp="1" noChangeArrowheads="1"/>
          </p:cNvSpPr>
          <p:nvPr>
            <p:ph type="body" idx="1"/>
          </p:nvPr>
        </p:nvSpPr>
        <p:spPr>
          <a:xfrm>
            <a:off x="468313" y="476250"/>
            <a:ext cx="8229600" cy="5832475"/>
          </a:xfrm>
        </p:spPr>
        <p:txBody>
          <a:bodyPr/>
          <a:lstStyle/>
          <a:p>
            <a:pPr eaLnBrk="1" hangingPunct="1">
              <a:lnSpc>
                <a:spcPct val="80000"/>
              </a:lnSpc>
              <a:buFont typeface="Wingdings" panose="05000000000000000000" pitchFamily="2" charset="2"/>
              <a:buNone/>
            </a:pPr>
            <a:r>
              <a:rPr lang="en-US" altLang="zh-CN" sz="2000" dirty="0" smtClean="0"/>
              <a:t>   </a:t>
            </a:r>
            <a:endParaRPr lang="en-US" altLang="zh-CN" sz="2400" dirty="0" smtClean="0"/>
          </a:p>
          <a:p>
            <a:pPr eaLnBrk="1" hangingPunct="1">
              <a:lnSpc>
                <a:spcPct val="80000"/>
              </a:lnSpc>
              <a:buFont typeface="Wingdings" panose="05000000000000000000" pitchFamily="2" charset="2"/>
              <a:buNone/>
            </a:pPr>
            <a:r>
              <a:rPr lang="en-US" altLang="zh-CN" sz="2400" dirty="0" smtClean="0"/>
              <a:t>      Dear Sir or Madam,</a:t>
            </a:r>
            <a:br>
              <a:rPr lang="en-US" altLang="zh-CN" sz="2400" dirty="0" smtClean="0"/>
            </a:br>
            <a:r>
              <a:rPr lang="zh-CN" altLang="en-US" sz="2400" dirty="0" smtClean="0"/>
              <a:t>　</a:t>
            </a:r>
            <a:r>
              <a:rPr lang="en-US" altLang="zh-CN" sz="2400" dirty="0" smtClean="0"/>
              <a:t>I am a senior student from Tianjin University, and I wonder if you could spare some time to help me look for two reference books, Communication Principles and Organizational Communication, both published by Foreign Language Press in 2000.</a:t>
            </a:r>
            <a:br>
              <a:rPr lang="en-US" altLang="zh-CN" sz="2400" dirty="0" smtClean="0"/>
            </a:br>
            <a:br>
              <a:rPr lang="en-US" altLang="zh-CN" sz="2400" dirty="0" smtClean="0"/>
            </a:br>
            <a:r>
              <a:rPr lang="zh-CN" altLang="en-US" sz="2400" dirty="0" smtClean="0"/>
              <a:t>　</a:t>
            </a:r>
            <a:r>
              <a:rPr lang="en-US" altLang="zh-CN" sz="2400" dirty="0" smtClean="0"/>
              <a:t>The two books are of particular importance to my graduation thesis, but I failed to obtain them from my university library as well as local bookstores. Could you please tell me whether the National Library has the mentioned books? If so, could you please do me the favor of photocopying and sending them to me by EMS? I would like to pay for the relevant expense by cash or credit card.</a:t>
            </a:r>
            <a:br>
              <a:rPr lang="en-US" altLang="zh-CN" sz="2400" dirty="0" smtClean="0"/>
            </a:br>
            <a:br>
              <a:rPr lang="en-US" altLang="zh-CN" sz="2400" dirty="0" smtClean="0"/>
            </a:br>
            <a:r>
              <a:rPr lang="zh-CN" altLang="en-US" sz="2400" dirty="0" smtClean="0"/>
              <a:t>　</a:t>
            </a:r>
            <a:r>
              <a:rPr lang="en-US" altLang="zh-CN" sz="2400" dirty="0" smtClean="0"/>
              <a:t>Looking forward to a prompt reply from you.</a:t>
            </a:r>
            <a:br>
              <a:rPr lang="en-US" altLang="zh-CN" sz="2400" dirty="0" smtClean="0"/>
            </a:br>
            <a:br>
              <a:rPr lang="en-US" altLang="zh-CN" sz="2400" dirty="0" smtClean="0"/>
            </a:br>
            <a:r>
              <a:rPr lang="zh-CN" altLang="en-US" sz="2400" dirty="0" smtClean="0"/>
              <a:t>　                                                                                 </a:t>
            </a:r>
            <a:r>
              <a:rPr lang="en-US" altLang="zh-CN" sz="2400" dirty="0" smtClean="0"/>
              <a:t>Sincerely yours,</a:t>
            </a:r>
            <a:br>
              <a:rPr lang="en-US" altLang="zh-CN" sz="2400" dirty="0" smtClean="0"/>
            </a:br>
            <a:br>
              <a:rPr lang="en-US" altLang="zh-CN" sz="2400" dirty="0" smtClean="0"/>
            </a:br>
            <a:r>
              <a:rPr lang="zh-CN" altLang="en-US" sz="2400" dirty="0" smtClean="0"/>
              <a:t>　                                                                                      </a:t>
            </a:r>
            <a:r>
              <a:rPr lang="en-US" altLang="zh-CN" sz="2400" dirty="0" smtClean="0"/>
              <a:t>Li Ming</a:t>
            </a:r>
            <a:br>
              <a:rPr lang="en-US" altLang="zh-CN" sz="2000" dirty="0" smtClean="0"/>
            </a:br>
            <a:br>
              <a:rPr lang="en-US" altLang="zh-CN" sz="2000" dirty="0" smtClean="0"/>
            </a:br>
            <a:endParaRPr lang="en-US" altLang="zh-CN" sz="2000"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834560" y="1431720"/>
              <a:ext cx="651600" cy="68760"/>
            </p14:xfrm>
          </p:contentPart>
        </mc:Choice>
        <mc:Fallback xmlns="">
          <p:pic>
            <p:nvPicPr>
              <p:cNvPr id="2" name="墨迹 1"/>
            </p:nvPicPr>
            <p:blipFill>
              <a:blip r:embed="rId2"/>
            </p:blipFill>
            <p:spPr>
              <a:xfrm>
                <a:off x="1834560" y="1431720"/>
                <a:ext cx="651600" cy="687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549120" y="1423080"/>
              <a:ext cx="1175040" cy="86040"/>
            </p14:xfrm>
          </p:contentPart>
        </mc:Choice>
        <mc:Fallback xmlns="">
          <p:pic>
            <p:nvPicPr>
              <p:cNvPr id="3" name="墨迹 2"/>
            </p:nvPicPr>
            <p:blipFill>
              <a:blip r:embed="rId4"/>
            </p:blipFill>
            <p:spPr>
              <a:xfrm>
                <a:off x="6549120" y="1423080"/>
                <a:ext cx="1175040" cy="860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551600" y="1697400"/>
              <a:ext cx="1149120" cy="86040"/>
            </p14:xfrm>
          </p:contentPart>
        </mc:Choice>
        <mc:Fallback xmlns="">
          <p:pic>
            <p:nvPicPr>
              <p:cNvPr id="4" name="墨迹 3"/>
            </p:nvPicPr>
            <p:blipFill>
              <a:blip r:embed="rId6"/>
            </p:blipFill>
            <p:spPr>
              <a:xfrm>
                <a:off x="1551600" y="1697400"/>
                <a:ext cx="1149120" cy="860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3386160" y="1680120"/>
              <a:ext cx="677520" cy="17640"/>
            </p14:xfrm>
          </p:contentPart>
        </mc:Choice>
        <mc:Fallback xmlns="">
          <p:pic>
            <p:nvPicPr>
              <p:cNvPr id="5" name="墨迹 4"/>
            </p:nvPicPr>
            <p:blipFill>
              <a:blip r:embed="rId8"/>
            </p:blipFill>
            <p:spPr>
              <a:xfrm>
                <a:off x="3386160" y="1680120"/>
                <a:ext cx="677520" cy="1764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822960" y="2066040"/>
              <a:ext cx="1208880" cy="120240"/>
            </p14:xfrm>
          </p:contentPart>
        </mc:Choice>
        <mc:Fallback xmlns="">
          <p:pic>
            <p:nvPicPr>
              <p:cNvPr id="6" name="墨迹 5"/>
            </p:nvPicPr>
            <p:blipFill>
              <a:blip r:embed="rId10"/>
            </p:blipFill>
            <p:spPr>
              <a:xfrm>
                <a:off x="822960" y="2066040"/>
                <a:ext cx="1208880" cy="1202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4354560" y="2169000"/>
              <a:ext cx="471960" cy="8640"/>
            </p14:xfrm>
          </p:contentPart>
        </mc:Choice>
        <mc:Fallback xmlns="">
          <p:pic>
            <p:nvPicPr>
              <p:cNvPr id="7" name="墨迹 6"/>
            </p:nvPicPr>
            <p:blipFill>
              <a:blip r:embed="rId12"/>
            </p:blipFill>
            <p:spPr>
              <a:xfrm>
                <a:off x="4354560" y="2169000"/>
                <a:ext cx="471960" cy="864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3231720" y="2588760"/>
              <a:ext cx="2709360" cy="189000"/>
            </p14:xfrm>
          </p:contentPart>
        </mc:Choice>
        <mc:Fallback xmlns="">
          <p:pic>
            <p:nvPicPr>
              <p:cNvPr id="8" name="墨迹 7"/>
            </p:nvPicPr>
            <p:blipFill>
              <a:blip r:embed="rId14"/>
            </p:blipFill>
            <p:spPr>
              <a:xfrm>
                <a:off x="3231720" y="2588760"/>
                <a:ext cx="2709360" cy="1890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6634800" y="2563200"/>
              <a:ext cx="1826640" cy="68760"/>
            </p14:xfrm>
          </p:contentPart>
        </mc:Choice>
        <mc:Fallback xmlns="">
          <p:pic>
            <p:nvPicPr>
              <p:cNvPr id="9" name="墨迹 8"/>
            </p:nvPicPr>
            <p:blipFill>
              <a:blip r:embed="rId16"/>
            </p:blipFill>
            <p:spPr>
              <a:xfrm>
                <a:off x="6634800" y="2563200"/>
                <a:ext cx="1826640" cy="687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1448640" y="2871720"/>
              <a:ext cx="660600" cy="17640"/>
            </p14:xfrm>
          </p:contentPart>
        </mc:Choice>
        <mc:Fallback xmlns="">
          <p:pic>
            <p:nvPicPr>
              <p:cNvPr id="10" name="墨迹 9"/>
            </p:nvPicPr>
            <p:blipFill>
              <a:blip r:embed="rId18"/>
            </p:blipFill>
            <p:spPr>
              <a:xfrm>
                <a:off x="1448640" y="2871720"/>
                <a:ext cx="660600" cy="1764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2348640" y="2923200"/>
              <a:ext cx="583560" cy="17640"/>
            </p14:xfrm>
          </p:contentPart>
        </mc:Choice>
        <mc:Fallback xmlns="">
          <p:pic>
            <p:nvPicPr>
              <p:cNvPr id="11" name="墨迹 10"/>
            </p:nvPicPr>
            <p:blipFill>
              <a:blip r:embed="rId20"/>
            </p:blipFill>
            <p:spPr>
              <a:xfrm>
                <a:off x="2348640" y="2923200"/>
                <a:ext cx="583560" cy="1764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1328760" y="3343320"/>
              <a:ext cx="1277640" cy="43200"/>
            </p14:xfrm>
          </p:contentPart>
        </mc:Choice>
        <mc:Fallback xmlns="">
          <p:pic>
            <p:nvPicPr>
              <p:cNvPr id="12" name="墨迹 11"/>
            </p:nvPicPr>
            <p:blipFill>
              <a:blip r:embed="rId22"/>
            </p:blipFill>
            <p:spPr>
              <a:xfrm>
                <a:off x="1328760" y="3343320"/>
                <a:ext cx="1277640" cy="432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5675040" y="3386160"/>
              <a:ext cx="2057400" cy="25920"/>
            </p14:xfrm>
          </p:contentPart>
        </mc:Choice>
        <mc:Fallback xmlns="">
          <p:pic>
            <p:nvPicPr>
              <p:cNvPr id="13" name="墨迹 12"/>
            </p:nvPicPr>
            <p:blipFill>
              <a:blip r:embed="rId24"/>
            </p:blipFill>
            <p:spPr>
              <a:xfrm>
                <a:off x="5675040" y="3386160"/>
                <a:ext cx="2057400" cy="2592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797040" y="3626280"/>
              <a:ext cx="1577880" cy="34560"/>
            </p14:xfrm>
          </p:contentPart>
        </mc:Choice>
        <mc:Fallback xmlns="">
          <p:pic>
            <p:nvPicPr>
              <p:cNvPr id="14" name="墨迹 13"/>
            </p:nvPicPr>
            <p:blipFill>
              <a:blip r:embed="rId26"/>
            </p:blipFill>
            <p:spPr>
              <a:xfrm>
                <a:off x="797040" y="3626280"/>
                <a:ext cx="1577880" cy="3456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1337040" y="3883320"/>
              <a:ext cx="1800720" cy="163080"/>
            </p14:xfrm>
          </p:contentPart>
        </mc:Choice>
        <mc:Fallback xmlns="">
          <p:pic>
            <p:nvPicPr>
              <p:cNvPr id="15" name="墨迹 14"/>
            </p:nvPicPr>
            <p:blipFill>
              <a:blip r:embed="rId28"/>
            </p:blipFill>
            <p:spPr>
              <a:xfrm>
                <a:off x="1337040" y="3883320"/>
                <a:ext cx="1800720" cy="163080"/>
              </a:xfrm>
              <a:prstGeom prst="rect"/>
            </p:spPr>
          </p:pic>
        </mc:Fallback>
      </mc:AlternateContent>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539750" y="333375"/>
            <a:ext cx="8229600" cy="679450"/>
          </a:xfrm>
        </p:spPr>
        <p:txBody>
          <a:bodyPr rtlCol="0">
            <a:normAutofit fontScale="90000"/>
          </a:bodyPr>
          <a:lstStyle/>
          <a:p>
            <a:pPr eaLnBrk="1" fontAlgn="auto" hangingPunct="1">
              <a:spcAft>
                <a:spcPts val="0"/>
              </a:spcAft>
              <a:defRPr/>
            </a:pPr>
            <a:r>
              <a:rPr lang="zh-CN" altLang="en-US" sz="4000" b="1">
                <a:ea typeface="华文隶书" panose="02010800040101010101" pitchFamily="2" charset="-122"/>
              </a:rPr>
              <a:t>九 、建议信</a:t>
            </a:r>
            <a:r>
              <a:rPr lang="zh-CN" altLang="en-US" sz="2800" b="1"/>
              <a:t> </a:t>
            </a:r>
            <a:r>
              <a:rPr lang="en-US" altLang="zh-CN" sz="2800" b="1"/>
              <a:t>(A Letter of Advice)</a:t>
            </a:r>
            <a:endParaRPr lang="en-US" altLang="zh-CN" sz="2800"/>
          </a:p>
        </p:txBody>
      </p:sp>
      <p:sp>
        <p:nvSpPr>
          <p:cNvPr id="93186" name="Rectangle 3"/>
          <p:cNvSpPr>
            <a:spLocks noGrp="1" noChangeArrowheads="1"/>
          </p:cNvSpPr>
          <p:nvPr>
            <p:ph type="body" idx="1"/>
          </p:nvPr>
        </p:nvSpPr>
        <p:spPr>
          <a:xfrm>
            <a:off x="468313" y="1196975"/>
            <a:ext cx="8229600" cy="5400675"/>
          </a:xfrm>
        </p:spPr>
        <p:txBody>
          <a:bodyPr/>
          <a:lstStyle/>
          <a:p>
            <a:pPr eaLnBrk="1" hangingPunct="1">
              <a:lnSpc>
                <a:spcPct val="90000"/>
              </a:lnSpc>
              <a:buFont typeface="Wingdings" panose="05000000000000000000" pitchFamily="2" charset="2"/>
              <a:buNone/>
            </a:pPr>
            <a:r>
              <a:rPr lang="zh-CN" altLang="en-US" sz="2000" dirty="0" smtClean="0"/>
              <a:t>　</a:t>
            </a:r>
            <a:endParaRPr lang="zh-CN" altLang="en-US" sz="2000" dirty="0" smtClean="0"/>
          </a:p>
          <a:p>
            <a:pPr eaLnBrk="1" hangingPunct="1">
              <a:lnSpc>
                <a:spcPct val="90000"/>
              </a:lnSpc>
              <a:buFont typeface="Wingdings" panose="05000000000000000000" pitchFamily="2" charset="2"/>
              <a:buNone/>
            </a:pPr>
            <a:r>
              <a:rPr lang="zh-CN" altLang="en-US" sz="2400" dirty="0" smtClean="0">
                <a:latin typeface="楷体_GB2312" pitchFamily="49" charset="-122"/>
                <a:ea typeface="楷体_GB2312" pitchFamily="49" charset="-122"/>
              </a:rPr>
              <a:t>  建议信是对收信人就某一问题提出看法、建议或忠告。建</a:t>
            </a:r>
            <a:endParaRPr lang="zh-CN" altLang="en-US" sz="2400" dirty="0" smtClean="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sz="2400" dirty="0" smtClean="0">
                <a:latin typeface="楷体_GB2312" pitchFamily="49" charset="-122"/>
                <a:ea typeface="楷体_GB2312" pitchFamily="49" charset="-122"/>
              </a:rPr>
              <a:t>议信不同于投诉信，所以写信人一定要注意礼貌当先。建议</a:t>
            </a:r>
            <a:endParaRPr lang="zh-CN" altLang="en-US" sz="2400" dirty="0" smtClean="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sz="2400" dirty="0" smtClean="0">
                <a:latin typeface="楷体_GB2312" pitchFamily="49" charset="-122"/>
                <a:ea typeface="楷体_GB2312" pitchFamily="49" charset="-122"/>
              </a:rPr>
              <a:t>信一般包括以下内容：首先说明写信的目的，其次，在肯定</a:t>
            </a:r>
            <a:endParaRPr lang="zh-CN" altLang="en-US" sz="2400" dirty="0" smtClean="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sz="2400" dirty="0" smtClean="0">
                <a:latin typeface="楷体_GB2312" pitchFamily="49" charset="-122"/>
                <a:ea typeface="楷体_GB2312" pitchFamily="49" charset="-122"/>
              </a:rPr>
              <a:t>优点的基础上提出自己的建议或看法</a:t>
            </a:r>
            <a:r>
              <a:rPr lang="en-US" altLang="zh-CN" sz="2400" dirty="0" smtClean="0">
                <a:latin typeface="楷体_GB2312" pitchFamily="49" charset="-122"/>
                <a:ea typeface="楷体_GB2312" pitchFamily="49" charset="-122"/>
              </a:rPr>
              <a:t>(</a:t>
            </a:r>
            <a:r>
              <a:rPr lang="zh-CN" altLang="en-US" sz="2400" dirty="0" smtClean="0">
                <a:latin typeface="楷体_GB2312" pitchFamily="49" charset="-122"/>
                <a:ea typeface="楷体_GB2312" pitchFamily="49" charset="-122"/>
              </a:rPr>
              <a:t>否则别人以为你在投</a:t>
            </a:r>
            <a:endParaRPr lang="zh-CN" altLang="en-US" sz="2400" dirty="0" smtClean="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sz="2400" dirty="0" smtClean="0">
                <a:latin typeface="楷体_GB2312" pitchFamily="49" charset="-122"/>
                <a:ea typeface="楷体_GB2312" pitchFamily="49" charset="-122"/>
              </a:rPr>
              <a:t>诉，而不是在提建议</a:t>
            </a:r>
            <a:r>
              <a:rPr lang="en-US" altLang="zh-CN" sz="2400" dirty="0" smtClean="0">
                <a:latin typeface="楷体_GB2312" pitchFamily="49" charset="-122"/>
                <a:ea typeface="楷体_GB2312" pitchFamily="49" charset="-122"/>
              </a:rPr>
              <a:t>)</a:t>
            </a:r>
            <a:r>
              <a:rPr lang="zh-CN" altLang="en-US" sz="2400" dirty="0" smtClean="0">
                <a:latin typeface="楷体_GB2312" pitchFamily="49" charset="-122"/>
                <a:ea typeface="楷体_GB2312" pitchFamily="49" charset="-122"/>
              </a:rPr>
              <a:t>，最后表达希望采纳建议。</a:t>
            </a:r>
            <a:br>
              <a:rPr lang="zh-CN" altLang="en-US" sz="2400" dirty="0" smtClean="0">
                <a:latin typeface="楷体_GB2312" pitchFamily="49" charset="-122"/>
                <a:ea typeface="楷体_GB2312" pitchFamily="49" charset="-122"/>
              </a:rPr>
            </a:br>
            <a:br>
              <a:rPr lang="zh-CN" altLang="en-US" sz="2400" dirty="0" smtClean="0">
                <a:latin typeface="楷体_GB2312" pitchFamily="49" charset="-122"/>
                <a:ea typeface="楷体_GB2312" pitchFamily="49" charset="-122"/>
              </a:rPr>
            </a:br>
            <a:r>
              <a:rPr lang="zh-CN" altLang="en-US" sz="2400" dirty="0" smtClean="0">
                <a:latin typeface="楷体_GB2312" pitchFamily="49" charset="-122"/>
                <a:ea typeface="楷体_GB2312" pitchFamily="49" charset="-122"/>
              </a:rPr>
              <a:t>写作</a:t>
            </a:r>
            <a:r>
              <a:rPr lang="zh-CN" altLang="en-US" sz="2400" dirty="0" smtClean="0">
                <a:latin typeface="Arial" panose="020B0604020202020204" pitchFamily="34" charset="0"/>
                <a:ea typeface="楷体_GB2312" pitchFamily="49" charset="-122"/>
              </a:rPr>
              <a:t>“</a:t>
            </a:r>
            <a:r>
              <a:rPr lang="zh-CN" altLang="en-US" sz="2400" dirty="0" smtClean="0">
                <a:latin typeface="楷体_GB2312" pitchFamily="49" charset="-122"/>
                <a:ea typeface="楷体_GB2312" pitchFamily="49" charset="-122"/>
              </a:rPr>
              <a:t>三步走</a:t>
            </a:r>
            <a:r>
              <a:rPr lang="zh-CN" altLang="en-US" sz="2400" dirty="0" smtClean="0">
                <a:latin typeface="Arial" panose="020B0604020202020204" pitchFamily="34" charset="0"/>
                <a:ea typeface="楷体_GB2312" pitchFamily="49" charset="-122"/>
              </a:rPr>
              <a:t>”</a:t>
            </a:r>
            <a:r>
              <a:rPr lang="zh-CN" altLang="en-US" sz="2400" dirty="0" smtClean="0">
                <a:latin typeface="楷体_GB2312" pitchFamily="49" charset="-122"/>
                <a:ea typeface="楷体_GB2312" pitchFamily="49" charset="-122"/>
              </a:rPr>
              <a:t>：自我介绍、说明目的</a:t>
            </a:r>
            <a:r>
              <a:rPr lang="en-US" altLang="zh-CN" sz="2400" dirty="0" smtClean="0">
                <a:latin typeface="楷体_GB2312" pitchFamily="49" charset="-122"/>
                <a:ea typeface="楷体_GB2312" pitchFamily="49" charset="-122"/>
              </a:rPr>
              <a:t>; </a:t>
            </a:r>
            <a:r>
              <a:rPr lang="zh-CN" altLang="en-US" sz="2400" dirty="0" smtClean="0">
                <a:latin typeface="楷体_GB2312" pitchFamily="49" charset="-122"/>
                <a:ea typeface="楷体_GB2312" pitchFamily="49" charset="-122"/>
              </a:rPr>
              <a:t>委婉地提出建议及</a:t>
            </a:r>
            <a:endParaRPr lang="zh-CN" altLang="en-US" sz="2400" dirty="0" smtClean="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sz="2400" dirty="0" smtClean="0">
                <a:latin typeface="楷体_GB2312" pitchFamily="49" charset="-122"/>
                <a:ea typeface="楷体_GB2312" pitchFamily="49" charset="-122"/>
              </a:rPr>
              <a:t>改进措施，或提出忠告</a:t>
            </a:r>
            <a:r>
              <a:rPr lang="en-US" altLang="zh-CN" sz="2400" dirty="0" smtClean="0">
                <a:latin typeface="楷体_GB2312" pitchFamily="49" charset="-122"/>
                <a:ea typeface="楷体_GB2312" pitchFamily="49" charset="-122"/>
              </a:rPr>
              <a:t>; </a:t>
            </a:r>
            <a:r>
              <a:rPr lang="zh-CN" altLang="en-US" sz="2400" dirty="0" smtClean="0">
                <a:latin typeface="楷体_GB2312" pitchFamily="49" charset="-122"/>
                <a:ea typeface="楷体_GB2312" pitchFamily="49" charset="-122"/>
              </a:rPr>
              <a:t>礼貌地总结或期盼回复。</a:t>
            </a:r>
            <a:br>
              <a:rPr lang="zh-CN" altLang="en-US" sz="2400" dirty="0" smtClean="0">
                <a:latin typeface="楷体_GB2312" pitchFamily="49" charset="-122"/>
                <a:ea typeface="楷体_GB2312" pitchFamily="49" charset="-122"/>
              </a:rPr>
            </a:br>
            <a:endParaRPr lang="zh-CN" altLang="en-US" sz="2400" dirty="0" smtClean="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sz="2400" dirty="0" smtClean="0">
                <a:latin typeface="楷体_GB2312" pitchFamily="49" charset="-122"/>
                <a:ea typeface="楷体_GB2312" pitchFamily="49" charset="-122"/>
              </a:rPr>
              <a:t>　提示：提建议毕竟不是投诉，所以语言一定要委婉、礼</a:t>
            </a:r>
            <a:endParaRPr lang="zh-CN" altLang="en-US" sz="2400" dirty="0" smtClean="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sz="2400" dirty="0" smtClean="0">
                <a:latin typeface="楷体_GB2312" pitchFamily="49" charset="-122"/>
                <a:ea typeface="楷体_GB2312" pitchFamily="49" charset="-122"/>
              </a:rPr>
              <a:t>貌，顾及他人感情。在提出缺点之前，最好先肯定其优点。</a:t>
            </a:r>
            <a:br>
              <a:rPr lang="zh-CN" altLang="en-US" sz="2400" dirty="0" smtClean="0">
                <a:latin typeface="楷体_GB2312" pitchFamily="49" charset="-122"/>
                <a:ea typeface="楷体_GB2312" pitchFamily="49" charset="-122"/>
              </a:rPr>
            </a:br>
            <a:endParaRPr lang="zh-CN" altLang="en-US" sz="2400" dirty="0" smtClean="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3"/>
          <p:cNvSpPr>
            <a:spLocks noGrp="1" noChangeArrowheads="1"/>
          </p:cNvSpPr>
          <p:nvPr>
            <p:ph type="body" idx="1"/>
          </p:nvPr>
        </p:nvSpPr>
        <p:spPr>
          <a:xfrm>
            <a:off x="468313" y="333375"/>
            <a:ext cx="8229600" cy="6048375"/>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endParaRPr lang="en-US" altLang="zh-CN" sz="2000"/>
          </a:p>
          <a:p>
            <a:pPr eaLnBrk="1" fontAlgn="auto" hangingPunct="1">
              <a:lnSpc>
                <a:spcPct val="80000"/>
              </a:lnSpc>
              <a:spcAft>
                <a:spcPts val="0"/>
              </a:spcAft>
              <a:buFont typeface="Wingdings" panose="05000000000000000000" pitchFamily="2" charset="2"/>
              <a:buNone/>
              <a:defRPr/>
            </a:pPr>
            <a:r>
              <a:rPr lang="zh-CN" altLang="en-US" sz="2000"/>
              <a:t>常用句型： </a:t>
            </a:r>
            <a:endParaRPr lang="zh-CN" altLang="en-US" sz="2000"/>
          </a:p>
          <a:p>
            <a:pPr eaLnBrk="1" fontAlgn="auto" hangingPunct="1">
              <a:lnSpc>
                <a:spcPct val="80000"/>
              </a:lnSpc>
              <a:spcAft>
                <a:spcPts val="0"/>
              </a:spcAft>
              <a:buFont typeface="Wingdings" panose="05000000000000000000" pitchFamily="2" charset="2"/>
              <a:buNone/>
              <a:defRPr/>
            </a:pPr>
            <a:endParaRPr lang="zh-CN" altLang="en-US" sz="2000"/>
          </a:p>
          <a:p>
            <a:pPr eaLnBrk="1" fontAlgn="auto" hangingPunct="1">
              <a:lnSpc>
                <a:spcPct val="80000"/>
              </a:lnSpc>
              <a:spcAft>
                <a:spcPts val="0"/>
              </a:spcAft>
              <a:buFont typeface="Wingdings" panose="05000000000000000000" pitchFamily="2" charset="2"/>
              <a:buNone/>
              <a:defRPr/>
            </a:pPr>
            <a:r>
              <a:rPr lang="en-US" altLang="zh-CN" sz="2000"/>
              <a:t>1. I‘d like to suggest that you can give me a prompt response. </a:t>
            </a:r>
            <a:br>
              <a:rPr lang="en-US" altLang="zh-CN" sz="2000"/>
            </a:br>
            <a:endParaRPr lang="en-US" altLang="zh-CN" sz="2000"/>
          </a:p>
          <a:p>
            <a:pPr eaLnBrk="1" fontAlgn="auto" hangingPunct="1">
              <a:lnSpc>
                <a:spcPct val="80000"/>
              </a:lnSpc>
              <a:spcAft>
                <a:spcPts val="0"/>
              </a:spcAft>
              <a:buFont typeface="Wingdings" panose="05000000000000000000" pitchFamily="2" charset="2"/>
              <a:buNone/>
              <a:defRPr/>
            </a:pPr>
            <a:r>
              <a:rPr lang="en-US" altLang="zh-CN" sz="2000"/>
              <a:t>2. May I suggest that you can… </a:t>
            </a:r>
            <a:br>
              <a:rPr lang="en-US" altLang="zh-CN" sz="2000"/>
            </a:br>
            <a:endParaRPr lang="en-US" altLang="zh-CN" sz="2000"/>
          </a:p>
          <a:p>
            <a:pPr eaLnBrk="1" fontAlgn="auto" hangingPunct="1">
              <a:lnSpc>
                <a:spcPct val="80000"/>
              </a:lnSpc>
              <a:spcAft>
                <a:spcPts val="0"/>
              </a:spcAft>
              <a:buFont typeface="Wingdings" panose="05000000000000000000" pitchFamily="2" charset="2"/>
              <a:buNone/>
              <a:defRPr/>
            </a:pPr>
            <a:r>
              <a:rPr lang="en-US" altLang="zh-CN" sz="2000"/>
              <a:t>3. I wish… </a:t>
            </a:r>
            <a:br>
              <a:rPr lang="en-US" altLang="zh-CN" sz="2000"/>
            </a:br>
            <a:endParaRPr lang="en-US" altLang="zh-CN" sz="2000"/>
          </a:p>
          <a:p>
            <a:pPr eaLnBrk="1" fontAlgn="auto" hangingPunct="1">
              <a:lnSpc>
                <a:spcPct val="80000"/>
              </a:lnSpc>
              <a:spcAft>
                <a:spcPts val="0"/>
              </a:spcAft>
              <a:buFont typeface="Wingdings" panose="05000000000000000000" pitchFamily="2" charset="2"/>
              <a:buNone/>
              <a:defRPr/>
            </a:pPr>
            <a:r>
              <a:rPr lang="en-US" altLang="zh-CN" sz="2000"/>
              <a:t>4. I really hope that… </a:t>
            </a:r>
            <a:br>
              <a:rPr lang="en-US" altLang="zh-CN" sz="2000"/>
            </a:br>
            <a:endParaRPr lang="en-US" altLang="zh-CN" sz="2000"/>
          </a:p>
          <a:p>
            <a:pPr eaLnBrk="1" fontAlgn="auto" hangingPunct="1">
              <a:lnSpc>
                <a:spcPct val="80000"/>
              </a:lnSpc>
              <a:spcAft>
                <a:spcPts val="0"/>
              </a:spcAft>
              <a:buFont typeface="Wingdings" panose="05000000000000000000" pitchFamily="2" charset="2"/>
              <a:buNone/>
              <a:defRPr/>
            </a:pPr>
            <a:r>
              <a:rPr lang="en-US" altLang="zh-CN" sz="2000"/>
              <a:t>5. What about… ? </a:t>
            </a:r>
            <a:br>
              <a:rPr lang="en-US" altLang="zh-CN" sz="2000"/>
            </a:br>
            <a:endParaRPr lang="en-US" altLang="zh-CN" sz="2000"/>
          </a:p>
          <a:p>
            <a:pPr eaLnBrk="1" fontAlgn="auto" hangingPunct="1">
              <a:lnSpc>
                <a:spcPct val="80000"/>
              </a:lnSpc>
              <a:spcAft>
                <a:spcPts val="0"/>
              </a:spcAft>
              <a:buFont typeface="Wingdings" panose="05000000000000000000" pitchFamily="2" charset="2"/>
              <a:buNone/>
              <a:defRPr/>
            </a:pPr>
            <a:r>
              <a:rPr lang="en-US" altLang="zh-CN" sz="2000"/>
              <a:t>6. How about… ? </a:t>
            </a:r>
            <a:br>
              <a:rPr lang="en-US" altLang="zh-CN" sz="2000"/>
            </a:br>
            <a:endParaRPr lang="en-US" altLang="zh-CN" sz="2000"/>
          </a:p>
          <a:p>
            <a:pPr eaLnBrk="1" fontAlgn="auto" hangingPunct="1">
              <a:lnSpc>
                <a:spcPct val="80000"/>
              </a:lnSpc>
              <a:spcAft>
                <a:spcPts val="0"/>
              </a:spcAft>
              <a:buFont typeface="Wingdings" panose="05000000000000000000" pitchFamily="2" charset="2"/>
              <a:buNone/>
              <a:defRPr/>
            </a:pPr>
            <a:r>
              <a:rPr lang="en-US" altLang="zh-CN" sz="2000"/>
              <a:t>7. My suggestions are as follows. </a:t>
            </a:r>
            <a:br>
              <a:rPr lang="en-US" altLang="zh-CN" sz="2000"/>
            </a:br>
            <a:endParaRPr lang="en-US" altLang="zh-CN" sz="2000"/>
          </a:p>
          <a:p>
            <a:pPr eaLnBrk="1" fontAlgn="auto" hangingPunct="1">
              <a:lnSpc>
                <a:spcPct val="80000"/>
              </a:lnSpc>
              <a:spcAft>
                <a:spcPts val="0"/>
              </a:spcAft>
              <a:buFont typeface="Wingdings" panose="05000000000000000000" pitchFamily="2" charset="2"/>
              <a:buNone/>
              <a:defRPr/>
            </a:pPr>
            <a:r>
              <a:rPr lang="en-US" altLang="zh-CN" sz="2000"/>
              <a:t>8. It is my pleasure to offer you some advice on… </a:t>
            </a:r>
            <a:br>
              <a:rPr lang="en-US" altLang="zh-CN" sz="2000"/>
            </a:br>
            <a:endParaRPr lang="en-US" altLang="zh-CN" sz="2000"/>
          </a:p>
          <a:p>
            <a:pPr eaLnBrk="1" fontAlgn="auto" hangingPunct="1">
              <a:lnSpc>
                <a:spcPct val="80000"/>
              </a:lnSpc>
              <a:spcAft>
                <a:spcPts val="0"/>
              </a:spcAft>
              <a:buFont typeface="Wingdings" panose="05000000000000000000" pitchFamily="2" charset="2"/>
              <a:buNone/>
              <a:defRPr/>
            </a:pPr>
            <a:r>
              <a:rPr lang="en-US" altLang="zh-CN" sz="2000"/>
              <a:t>9. If you could take what I suggest seriously, you would… </a:t>
            </a:r>
            <a:br>
              <a:rPr lang="en-US" altLang="zh-CN" sz="2000"/>
            </a:br>
            <a:endParaRPr lang="en-US" altLang="zh-CN" sz="2000"/>
          </a:p>
          <a:p>
            <a:pPr eaLnBrk="1" fontAlgn="auto" hangingPunct="1">
              <a:lnSpc>
                <a:spcPct val="80000"/>
              </a:lnSpc>
              <a:spcAft>
                <a:spcPts val="0"/>
              </a:spcAft>
              <a:buFont typeface="Wingdings" panose="05000000000000000000" pitchFamily="2" charset="2"/>
              <a:buNone/>
              <a:defRPr/>
            </a:pPr>
            <a:r>
              <a:rPr lang="en-US" altLang="zh-CN" sz="2000"/>
              <a:t>10. When it comes to such a situation, I would like to suggest that you can… </a:t>
            </a:r>
            <a:endParaRPr lang="en-US" altLang="zh-CN" sz="200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3"/>
          <p:cNvSpPr>
            <a:spLocks noGrp="1" noChangeArrowheads="1"/>
          </p:cNvSpPr>
          <p:nvPr>
            <p:ph type="body" idx="1"/>
          </p:nvPr>
        </p:nvSpPr>
        <p:spPr>
          <a:xfrm>
            <a:off x="395288" y="549275"/>
            <a:ext cx="8050212" cy="5903913"/>
          </a:xfrm>
        </p:spPr>
        <p:txBody>
          <a:bodyPr/>
          <a:lstStyle/>
          <a:p>
            <a:pPr eaLnBrk="1" hangingPunct="1">
              <a:lnSpc>
                <a:spcPct val="80000"/>
              </a:lnSpc>
              <a:buFont typeface="Wingdings" panose="05000000000000000000" pitchFamily="2" charset="2"/>
              <a:buNone/>
            </a:pPr>
            <a:r>
              <a:rPr lang="en-US" altLang="zh-CN" sz="2000" dirty="0" smtClean="0"/>
              <a:t>Dear Sir,</a:t>
            </a:r>
            <a:br>
              <a:rPr lang="en-US" altLang="zh-CN" sz="2000" dirty="0" smtClean="0"/>
            </a:br>
            <a:endParaRPr lang="en-US" altLang="zh-CN" sz="2000" dirty="0" smtClean="0"/>
          </a:p>
          <a:p>
            <a:pPr eaLnBrk="1" hangingPunct="1">
              <a:lnSpc>
                <a:spcPct val="80000"/>
              </a:lnSpc>
              <a:buFont typeface="Wingdings" panose="05000000000000000000" pitchFamily="2" charset="2"/>
              <a:buNone/>
            </a:pPr>
            <a:r>
              <a:rPr lang="en-US" altLang="zh-CN" sz="2000" dirty="0" smtClean="0"/>
              <a:t>As I am a freshman, I feel that it is my obligation to make some </a:t>
            </a:r>
            <a:endParaRPr lang="en-US" altLang="zh-CN" sz="2000" dirty="0" smtClean="0"/>
          </a:p>
          <a:p>
            <a:pPr eaLnBrk="1" hangingPunct="1">
              <a:lnSpc>
                <a:spcPct val="80000"/>
              </a:lnSpc>
              <a:buFont typeface="Wingdings" panose="05000000000000000000" pitchFamily="2" charset="2"/>
              <a:buNone/>
            </a:pPr>
            <a:r>
              <a:rPr lang="en-US" altLang="zh-CN" sz="2000" dirty="0" smtClean="0"/>
              <a:t>suggestions concerning the basic conditions of our dormitory.</a:t>
            </a:r>
            <a:br>
              <a:rPr lang="en-US" altLang="zh-CN" sz="2000" dirty="0" smtClean="0"/>
            </a:br>
            <a:endParaRPr lang="en-US" altLang="zh-CN" sz="2000" dirty="0" smtClean="0"/>
          </a:p>
          <a:p>
            <a:pPr eaLnBrk="1" hangingPunct="1">
              <a:lnSpc>
                <a:spcPct val="80000"/>
              </a:lnSpc>
              <a:buFont typeface="Wingdings" panose="05000000000000000000" pitchFamily="2" charset="2"/>
              <a:buNone/>
            </a:pPr>
            <a:r>
              <a:rPr lang="en-US" altLang="zh-CN" sz="2000" dirty="0" smtClean="0"/>
              <a:t>Generally speaking, the dormitory building situates in a satisfying </a:t>
            </a:r>
            <a:endParaRPr lang="en-US" altLang="zh-CN" sz="2000" dirty="0" smtClean="0"/>
          </a:p>
          <a:p>
            <a:pPr eaLnBrk="1" hangingPunct="1">
              <a:lnSpc>
                <a:spcPct val="80000"/>
              </a:lnSpc>
              <a:buFont typeface="Wingdings" panose="05000000000000000000" pitchFamily="2" charset="2"/>
              <a:buNone/>
            </a:pPr>
            <a:r>
              <a:rPr lang="en-US" altLang="zh-CN" sz="2000" dirty="0" smtClean="0"/>
              <a:t>environment and is well-equipped. However, there are two unpleasant </a:t>
            </a:r>
            <a:endParaRPr lang="en-US" altLang="zh-CN" sz="2000" dirty="0" smtClean="0"/>
          </a:p>
          <a:p>
            <a:pPr eaLnBrk="1" hangingPunct="1">
              <a:lnSpc>
                <a:spcPct val="80000"/>
              </a:lnSpc>
              <a:buFont typeface="Wingdings" panose="05000000000000000000" pitchFamily="2" charset="2"/>
              <a:buNone/>
            </a:pPr>
            <a:r>
              <a:rPr lang="en-US" altLang="zh-CN" sz="2000" dirty="0" smtClean="0"/>
              <a:t>aspects that cause inconvenience to us: 1) the heating system is in </a:t>
            </a:r>
            <a:endParaRPr lang="en-US" altLang="zh-CN" sz="2000" dirty="0" smtClean="0"/>
          </a:p>
          <a:p>
            <a:pPr eaLnBrk="1" hangingPunct="1">
              <a:lnSpc>
                <a:spcPct val="80000"/>
              </a:lnSpc>
              <a:buFont typeface="Wingdings" panose="05000000000000000000" pitchFamily="2" charset="2"/>
              <a:buNone/>
            </a:pPr>
            <a:r>
              <a:rPr lang="en-US" altLang="zh-CN" sz="2000" dirty="0" smtClean="0"/>
              <a:t>need of improvement-it fails to maintain warmth in our rooms during </a:t>
            </a:r>
            <a:endParaRPr lang="en-US" altLang="zh-CN" sz="2000" dirty="0" smtClean="0"/>
          </a:p>
          <a:p>
            <a:pPr eaLnBrk="1" hangingPunct="1">
              <a:lnSpc>
                <a:spcPct val="80000"/>
              </a:lnSpc>
              <a:buFont typeface="Wingdings" panose="05000000000000000000" pitchFamily="2" charset="2"/>
              <a:buNone/>
            </a:pPr>
            <a:r>
              <a:rPr lang="en-US" altLang="zh-CN" sz="2000" dirty="0" smtClean="0"/>
              <a:t>the winter; 2) the furniture is not designed in a practical manner -there </a:t>
            </a:r>
            <a:endParaRPr lang="en-US" altLang="zh-CN" sz="2000" dirty="0" smtClean="0"/>
          </a:p>
          <a:p>
            <a:pPr eaLnBrk="1" hangingPunct="1">
              <a:lnSpc>
                <a:spcPct val="80000"/>
              </a:lnSpc>
              <a:buFont typeface="Wingdings" panose="05000000000000000000" pitchFamily="2" charset="2"/>
              <a:buNone/>
            </a:pPr>
            <a:r>
              <a:rPr lang="en-US" altLang="zh-CN" sz="2000" dirty="0" smtClean="0"/>
              <a:t>lacks a shelf to place books.</a:t>
            </a:r>
            <a:br>
              <a:rPr lang="en-US" altLang="zh-CN" sz="2000" dirty="0" smtClean="0"/>
            </a:br>
            <a:endParaRPr lang="en-US" altLang="zh-CN" sz="2000" dirty="0" smtClean="0"/>
          </a:p>
          <a:p>
            <a:pPr eaLnBrk="1" hangingPunct="1">
              <a:lnSpc>
                <a:spcPct val="80000"/>
              </a:lnSpc>
              <a:buFont typeface="Wingdings" panose="05000000000000000000" pitchFamily="2" charset="2"/>
              <a:buNone/>
            </a:pPr>
            <a:r>
              <a:rPr lang="en-US" altLang="zh-CN" sz="2000" dirty="0" smtClean="0"/>
              <a:t>I would be more than happy if my proposal could be considered and </a:t>
            </a:r>
            <a:endParaRPr lang="en-US" altLang="zh-CN" sz="2000" dirty="0" smtClean="0"/>
          </a:p>
          <a:p>
            <a:pPr eaLnBrk="1" hangingPunct="1">
              <a:lnSpc>
                <a:spcPct val="80000"/>
              </a:lnSpc>
              <a:buFont typeface="Wingdings" panose="05000000000000000000" pitchFamily="2" charset="2"/>
              <a:buNone/>
            </a:pPr>
            <a:r>
              <a:rPr lang="en-US" altLang="zh-CN" sz="2000" dirty="0" smtClean="0"/>
              <a:t>positive changes take place in these regards.</a:t>
            </a:r>
            <a:br>
              <a:rPr lang="en-US" altLang="zh-CN" sz="2000" dirty="0" smtClean="0"/>
            </a:br>
            <a:endParaRPr lang="en-US" altLang="zh-CN" sz="2000" dirty="0" smtClean="0"/>
          </a:p>
          <a:p>
            <a:pPr eaLnBrk="1" hangingPunct="1">
              <a:lnSpc>
                <a:spcPct val="80000"/>
              </a:lnSpc>
              <a:buFont typeface="Wingdings" panose="05000000000000000000" pitchFamily="2" charset="2"/>
              <a:buNone/>
            </a:pPr>
            <a:r>
              <a:rPr lang="en-US" altLang="zh-CN" sz="2000" dirty="0" smtClean="0"/>
              <a:t>Yours sincerely,</a:t>
            </a:r>
            <a:br>
              <a:rPr lang="en-US" altLang="zh-CN" sz="2000" dirty="0" smtClean="0"/>
            </a:br>
            <a:endParaRPr lang="en-US" altLang="zh-CN" sz="2000" dirty="0" smtClean="0"/>
          </a:p>
          <a:p>
            <a:pPr eaLnBrk="1" hangingPunct="1">
              <a:lnSpc>
                <a:spcPct val="80000"/>
              </a:lnSpc>
              <a:buFont typeface="Wingdings" panose="05000000000000000000" pitchFamily="2" charset="2"/>
              <a:buNone/>
            </a:pPr>
            <a:r>
              <a:rPr lang="en-US" altLang="zh-CN" sz="2000" dirty="0" smtClean="0"/>
              <a:t>Li Ming</a:t>
            </a:r>
            <a:br>
              <a:rPr lang="en-US" altLang="zh-CN" sz="2000" dirty="0" smtClean="0"/>
            </a:br>
            <a:endParaRPr lang="en-US" altLang="zh-CN" sz="2000" dirty="0" smtClean="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noChangeArrowheads="1"/>
          </p:cNvSpPr>
          <p:nvPr>
            <p:ph type="title"/>
          </p:nvPr>
        </p:nvSpPr>
        <p:spPr>
          <a:xfrm>
            <a:off x="684213" y="-242888"/>
            <a:ext cx="8229600" cy="1639888"/>
          </a:xfrm>
        </p:spPr>
        <p:txBody>
          <a:bodyPr/>
          <a:lstStyle/>
          <a:p>
            <a:pPr eaLnBrk="1" hangingPunct="1"/>
            <a:r>
              <a:rPr lang="zh-CN" altLang="en-US" sz="4000" b="1" smtClean="0">
                <a:latin typeface="华文隶书" panose="02010800040101010101" pitchFamily="2" charset="-122"/>
                <a:ea typeface="华文隶书" panose="02010800040101010101" pitchFamily="2" charset="-122"/>
              </a:rPr>
              <a:t>十</a:t>
            </a:r>
            <a:r>
              <a:rPr lang="en-US" altLang="zh-CN" sz="4000" b="1" smtClean="0">
                <a:latin typeface="华文隶书" panose="02010800040101010101" pitchFamily="2" charset="-122"/>
                <a:ea typeface="华文隶书" panose="02010800040101010101" pitchFamily="2" charset="-122"/>
              </a:rPr>
              <a:t>.</a:t>
            </a:r>
            <a:r>
              <a:rPr lang="zh-CN" altLang="en-US" sz="4000" b="1" smtClean="0">
                <a:latin typeface="华文隶书" panose="02010800040101010101" pitchFamily="2" charset="-122"/>
                <a:ea typeface="华文隶书" panose="02010800040101010101" pitchFamily="2" charset="-122"/>
              </a:rPr>
              <a:t>推荐信</a:t>
            </a:r>
            <a:r>
              <a:rPr lang="zh-CN" altLang="en-US" sz="2800" b="1" smtClean="0">
                <a:ea typeface="华文隶书" panose="02010800040101010101" pitchFamily="2" charset="-122"/>
              </a:rPr>
              <a:t>（</a:t>
            </a:r>
            <a:r>
              <a:rPr lang="en-US" altLang="zh-CN" sz="2800" b="1" smtClean="0">
                <a:ea typeface="华文隶书" panose="02010800040101010101" pitchFamily="2" charset="-122"/>
              </a:rPr>
              <a:t>A letter of recommendation</a:t>
            </a:r>
            <a:r>
              <a:rPr lang="zh-CN" altLang="en-US" sz="2800" b="1" smtClean="0">
                <a:ea typeface="华文隶书" panose="02010800040101010101" pitchFamily="2" charset="-122"/>
              </a:rPr>
              <a:t>）</a:t>
            </a:r>
            <a:endParaRPr lang="zh-CN" altLang="en-US" sz="2800" smtClean="0"/>
          </a:p>
        </p:txBody>
      </p:sp>
      <p:sp>
        <p:nvSpPr>
          <p:cNvPr id="90115" name="Rectangle 3"/>
          <p:cNvSpPr>
            <a:spLocks noGrp="1" noChangeArrowheads="1"/>
          </p:cNvSpPr>
          <p:nvPr>
            <p:ph type="body" idx="1"/>
          </p:nvPr>
        </p:nvSpPr>
        <p:spPr>
          <a:xfrm>
            <a:off x="468313" y="981075"/>
            <a:ext cx="8229600" cy="5113338"/>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br>
              <a:rPr lang="en-US" altLang="zh-CN" sz="1800" dirty="0"/>
            </a:br>
            <a:r>
              <a:rPr lang="en-US" altLang="zh-CN" sz="1800" dirty="0"/>
              <a:t> </a:t>
            </a:r>
            <a:r>
              <a:rPr lang="zh-CN" altLang="en-US" sz="2400" dirty="0">
                <a:ea typeface="楷体_GB2312" pitchFamily="49" charset="-122"/>
              </a:rPr>
              <a:t>推荐信是一个人为推荐另一个人去接受某个职位或参与某</a:t>
            </a:r>
            <a:endParaRPr lang="zh-CN" altLang="en-US" sz="2400" dirty="0">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sz="2400" dirty="0">
                <a:ea typeface="楷体_GB2312" pitchFamily="49" charset="-122"/>
              </a:rPr>
              <a:t>项工作而写的信件。特定含义下指本科生或硕士研究生到其</a:t>
            </a:r>
            <a:endParaRPr lang="zh-CN" altLang="en-US" sz="2400" dirty="0">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sz="2400" dirty="0">
                <a:ea typeface="楷体_GB2312" pitchFamily="49" charset="-122"/>
              </a:rPr>
              <a:t>他（一般是国外）大学研究生院攻读硕士或博士学位时，请</a:t>
            </a:r>
            <a:endParaRPr lang="zh-CN" altLang="en-US" sz="2400" dirty="0">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sz="2400" dirty="0">
                <a:ea typeface="楷体_GB2312" pitchFamily="49" charset="-122"/>
              </a:rPr>
              <a:t>老师所写的推荐信。</a:t>
            </a:r>
            <a:r>
              <a:rPr lang="zh-CN" altLang="en-US" sz="2400" dirty="0"/>
              <a:t>一般说来美国的研究生院要求提供</a:t>
            </a:r>
            <a:r>
              <a:rPr lang="en-US" altLang="zh-CN" sz="2400" dirty="0"/>
              <a:t>3</a:t>
            </a:r>
            <a:r>
              <a:rPr lang="zh-CN" altLang="en-US" sz="2400" dirty="0"/>
              <a:t>封</a:t>
            </a:r>
            <a:endParaRPr lang="zh-CN" altLang="en-US" sz="2400" dirty="0"/>
          </a:p>
          <a:p>
            <a:pPr eaLnBrk="1" fontAlgn="auto" hangingPunct="1">
              <a:lnSpc>
                <a:spcPct val="80000"/>
              </a:lnSpc>
              <a:spcAft>
                <a:spcPts val="0"/>
              </a:spcAft>
              <a:buFont typeface="Wingdings" panose="05000000000000000000" pitchFamily="2" charset="2"/>
              <a:buNone/>
              <a:defRPr/>
            </a:pPr>
            <a:r>
              <a:rPr lang="zh-CN" altLang="en-US" sz="2400" dirty="0"/>
              <a:t>推荐信，信件作者应该熟悉学生，并且有一定知名度。</a:t>
            </a:r>
            <a:endParaRPr lang="zh-CN" altLang="en-US" sz="2400" dirty="0">
              <a:ea typeface="楷体_GB2312" pitchFamily="49" charset="-122"/>
            </a:endParaRPr>
          </a:p>
          <a:p>
            <a:pPr eaLnBrk="1" fontAlgn="auto" hangingPunct="1">
              <a:lnSpc>
                <a:spcPct val="80000"/>
              </a:lnSpc>
              <a:spcAft>
                <a:spcPts val="0"/>
              </a:spcAft>
              <a:buFont typeface="Wingdings" panose="05000000000000000000" pitchFamily="2" charset="2"/>
              <a:buNone/>
              <a:defRPr/>
            </a:pPr>
            <a:r>
              <a:rPr lang="zh-CN" altLang="en-US" sz="2400" dirty="0"/>
              <a:t>   </a:t>
            </a:r>
            <a:endParaRPr lang="zh-CN" altLang="en-US" sz="2400" dirty="0"/>
          </a:p>
          <a:p>
            <a:pPr eaLnBrk="1" fontAlgn="auto" hangingPunct="1">
              <a:lnSpc>
                <a:spcPct val="80000"/>
              </a:lnSpc>
              <a:spcAft>
                <a:spcPts val="0"/>
              </a:spcAft>
              <a:buFont typeface="Wingdings" panose="05000000000000000000" pitchFamily="2" charset="2"/>
              <a:buNone/>
              <a:defRPr/>
            </a:pPr>
            <a:r>
              <a:rPr lang="zh-CN" altLang="en-US" sz="2400" dirty="0"/>
              <a:t>   一封推荐信应该提供如下信息：</a:t>
            </a:r>
            <a:r>
              <a:rPr lang="en-US" altLang="zh-CN" sz="2400" dirty="0"/>
              <a:t>who you are, your </a:t>
            </a:r>
            <a:endParaRPr lang="en-US" altLang="zh-CN" sz="2400" dirty="0"/>
          </a:p>
          <a:p>
            <a:pPr eaLnBrk="1" fontAlgn="auto" hangingPunct="1">
              <a:lnSpc>
                <a:spcPct val="80000"/>
              </a:lnSpc>
              <a:spcAft>
                <a:spcPts val="0"/>
              </a:spcAft>
              <a:buFont typeface="Wingdings" panose="05000000000000000000" pitchFamily="2" charset="2"/>
              <a:buNone/>
              <a:defRPr/>
            </a:pPr>
            <a:r>
              <a:rPr lang="en-US" altLang="zh-CN" sz="2400" dirty="0"/>
              <a:t>connection with the person you are recommending, why </a:t>
            </a:r>
            <a:endParaRPr lang="en-US" altLang="zh-CN" sz="2400" dirty="0"/>
          </a:p>
          <a:p>
            <a:pPr eaLnBrk="1" fontAlgn="auto" hangingPunct="1">
              <a:lnSpc>
                <a:spcPct val="80000"/>
              </a:lnSpc>
              <a:spcAft>
                <a:spcPts val="0"/>
              </a:spcAft>
              <a:buFont typeface="Wingdings" panose="05000000000000000000" pitchFamily="2" charset="2"/>
              <a:buNone/>
              <a:defRPr/>
            </a:pPr>
            <a:r>
              <a:rPr lang="en-US" altLang="zh-CN" sz="2400" dirty="0"/>
              <a:t>they are qualified and the specific skills they have</a:t>
            </a:r>
            <a:r>
              <a:rPr lang="zh-CN" altLang="en-US" sz="2400" dirty="0"/>
              <a:t>。此外，</a:t>
            </a:r>
            <a:endParaRPr lang="zh-CN" altLang="en-US" sz="2400" dirty="0"/>
          </a:p>
          <a:p>
            <a:pPr eaLnBrk="1" fontAlgn="auto" hangingPunct="1">
              <a:lnSpc>
                <a:spcPct val="80000"/>
              </a:lnSpc>
              <a:spcAft>
                <a:spcPts val="0"/>
              </a:spcAft>
              <a:buFont typeface="Wingdings" panose="05000000000000000000" pitchFamily="2" charset="2"/>
              <a:buNone/>
              <a:defRPr/>
            </a:pPr>
            <a:r>
              <a:rPr lang="zh-CN" altLang="en-US" sz="2400" dirty="0"/>
              <a:t>还应该包括联系方式，以便用人单位可以了解、确认情况。</a:t>
            </a:r>
            <a:br>
              <a:rPr lang="zh-CN" altLang="en-US" sz="2400" dirty="0"/>
            </a:br>
            <a:br>
              <a:rPr lang="zh-CN" altLang="en-US" sz="2400" dirty="0"/>
            </a:br>
            <a:r>
              <a:rPr lang="zh-CN" altLang="en-US" sz="2400" dirty="0">
                <a:latin typeface="楷体_GB2312" pitchFamily="49" charset="-122"/>
                <a:ea typeface="楷体_GB2312" pitchFamily="49" charset="-122"/>
              </a:rPr>
              <a:t>推荐信一般分为三个部分：</a:t>
            </a:r>
            <a:endParaRPr lang="zh-CN" altLang="en-US" sz="2400" dirty="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en-US" altLang="zh-CN" sz="2400" dirty="0">
                <a:latin typeface="楷体_GB2312" pitchFamily="49" charset="-122"/>
                <a:ea typeface="楷体_GB2312" pitchFamily="49" charset="-122"/>
              </a:rPr>
              <a:t>(1)</a:t>
            </a:r>
            <a:r>
              <a:rPr lang="zh-CN" altLang="en-US" sz="2400" dirty="0">
                <a:latin typeface="楷体_GB2312" pitchFamily="49" charset="-122"/>
                <a:ea typeface="楷体_GB2312" pitchFamily="49" charset="-122"/>
              </a:rPr>
              <a:t>介绍推荐人和提及与自己的熟悉程度； </a:t>
            </a:r>
            <a:endParaRPr lang="zh-CN" altLang="en-US" sz="2400" dirty="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en-US" altLang="zh-CN" sz="2400" dirty="0">
                <a:latin typeface="楷体_GB2312" pitchFamily="49" charset="-122"/>
                <a:ea typeface="楷体_GB2312" pitchFamily="49" charset="-122"/>
              </a:rPr>
              <a:t>(2)</a:t>
            </a:r>
            <a:r>
              <a:rPr lang="zh-CN" altLang="en-US" sz="2400" dirty="0">
                <a:latin typeface="楷体_GB2312" pitchFamily="49" charset="-122"/>
                <a:ea typeface="楷体_GB2312" pitchFamily="49" charset="-122"/>
              </a:rPr>
              <a:t>对推荐人的评价； </a:t>
            </a:r>
            <a:endParaRPr lang="zh-CN" altLang="en-US" sz="2400" dirty="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r>
              <a:rPr lang="en-US" altLang="zh-CN" sz="2400" dirty="0">
                <a:latin typeface="楷体_GB2312" pitchFamily="49" charset="-122"/>
                <a:ea typeface="楷体_GB2312" pitchFamily="49" charset="-122"/>
              </a:rPr>
              <a:t>(3)</a:t>
            </a:r>
            <a:r>
              <a:rPr lang="zh-CN" altLang="en-US" sz="2400" dirty="0">
                <a:latin typeface="楷体_GB2312" pitchFamily="49" charset="-122"/>
                <a:ea typeface="楷体_GB2312" pitchFamily="49" charset="-122"/>
              </a:rPr>
              <a:t>提及推荐者综合素质有关的内容。 </a:t>
            </a:r>
            <a:endParaRPr lang="zh-CN" altLang="en-US" sz="2400" dirty="0">
              <a:latin typeface="楷体_GB2312" pitchFamily="49" charset="-122"/>
              <a:ea typeface="楷体_GB2312" pitchFamily="49" charset="-122"/>
            </a:endParaRPr>
          </a:p>
          <a:p>
            <a:pPr eaLnBrk="1" fontAlgn="auto" hangingPunct="1">
              <a:lnSpc>
                <a:spcPct val="80000"/>
              </a:lnSpc>
              <a:spcAft>
                <a:spcPts val="0"/>
              </a:spcAft>
              <a:buFont typeface="Wingdings" panose="05000000000000000000" pitchFamily="2" charset="2"/>
              <a:buNone/>
              <a:defRPr/>
            </a:pPr>
            <a:endParaRPr lang="en-US" altLang="zh-CN" sz="2400" dirty="0">
              <a:latin typeface="楷体_GB2312" pitchFamily="49" charset="-122"/>
              <a:ea typeface="楷体_GB2312" pitchFamily="49"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6634800" y="2529000"/>
              <a:ext cx="917640" cy="77400"/>
            </p14:xfrm>
          </p:contentPart>
        </mc:Choice>
        <mc:Fallback xmlns="">
          <p:pic>
            <p:nvPicPr>
              <p:cNvPr id="2" name="墨迹 1"/>
            </p:nvPicPr>
            <p:blipFill>
              <a:blip r:embed="rId2"/>
            </p:blipFill>
            <p:spPr>
              <a:xfrm>
                <a:off x="6634800" y="2529000"/>
                <a:ext cx="917640" cy="774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7414920" y="2246040"/>
              <a:ext cx="1003680" cy="103320"/>
            </p14:xfrm>
          </p:contentPart>
        </mc:Choice>
        <mc:Fallback xmlns="">
          <p:pic>
            <p:nvPicPr>
              <p:cNvPr id="3" name="墨迹 2"/>
            </p:nvPicPr>
            <p:blipFill>
              <a:blip r:embed="rId4"/>
            </p:blipFill>
            <p:spPr>
              <a:xfrm>
                <a:off x="7414920" y="2246040"/>
                <a:ext cx="1003680" cy="10332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599760" y="2520360"/>
              <a:ext cx="823320" cy="43200"/>
            </p14:xfrm>
          </p:contentPart>
        </mc:Choice>
        <mc:Fallback xmlns="">
          <p:pic>
            <p:nvPicPr>
              <p:cNvPr id="4" name="墨迹 3"/>
            </p:nvPicPr>
            <p:blipFill>
              <a:blip r:embed="rId6"/>
            </p:blipFill>
            <p:spPr>
              <a:xfrm>
                <a:off x="599760" y="2520360"/>
                <a:ext cx="823320" cy="43200"/>
              </a:xfrm>
              <a:prstGeom prst="rect"/>
            </p:spPr>
          </p:pic>
        </mc:Fallback>
      </mc:AlternateContent>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3"/>
          <p:cNvSpPr>
            <a:spLocks noGrp="1" noChangeArrowheads="1"/>
          </p:cNvSpPr>
          <p:nvPr>
            <p:ph type="body" idx="1"/>
          </p:nvPr>
        </p:nvSpPr>
        <p:spPr>
          <a:xfrm>
            <a:off x="611188" y="404813"/>
            <a:ext cx="8229600" cy="6264275"/>
          </a:xfrm>
        </p:spPr>
        <p:txBody>
          <a:bodyPr/>
          <a:lstStyle/>
          <a:p>
            <a:pPr eaLnBrk="1" hangingPunct="1">
              <a:lnSpc>
                <a:spcPct val="80000"/>
              </a:lnSpc>
              <a:buFont typeface="Wingdings" panose="05000000000000000000" pitchFamily="2" charset="2"/>
              <a:buNone/>
            </a:pPr>
            <a:endParaRPr lang="en-US" altLang="zh-CN" sz="1600" dirty="0" smtClean="0">
              <a:ea typeface="华文隶书" panose="02010800040101010101" pitchFamily="2" charset="-122"/>
            </a:endParaRPr>
          </a:p>
          <a:p>
            <a:pPr eaLnBrk="1" hangingPunct="1">
              <a:lnSpc>
                <a:spcPct val="80000"/>
              </a:lnSpc>
              <a:buFont typeface="Wingdings" panose="05000000000000000000" pitchFamily="2" charset="2"/>
              <a:buNone/>
            </a:pPr>
            <a:r>
              <a:rPr lang="zh-CN" altLang="en-US" sz="2000" dirty="0" smtClean="0">
                <a:ea typeface="华文隶书" panose="02010800040101010101" pitchFamily="2" charset="-122"/>
              </a:rPr>
              <a:t>写推荐信时，必然会提及被推荐人的品性（</a:t>
            </a:r>
            <a:r>
              <a:rPr lang="en-US" altLang="zh-CN" sz="2000" dirty="0" smtClean="0">
                <a:ea typeface="华文隶书" panose="02010800040101010101" pitchFamily="2" charset="-122"/>
              </a:rPr>
              <a:t>Characters</a:t>
            </a:r>
            <a:r>
              <a:rPr lang="zh-CN" altLang="en-US" sz="2000" dirty="0" smtClean="0">
                <a:ea typeface="华文隶书" panose="02010800040101010101" pitchFamily="2" charset="-122"/>
              </a:rPr>
              <a:t>）。介绍每个独</a:t>
            </a:r>
            <a:endParaRPr lang="zh-CN" altLang="en-US" sz="2000" dirty="0" smtClean="0">
              <a:ea typeface="华文隶书" panose="02010800040101010101" pitchFamily="2" charset="-122"/>
            </a:endParaRPr>
          </a:p>
          <a:p>
            <a:pPr eaLnBrk="1" hangingPunct="1">
              <a:lnSpc>
                <a:spcPct val="80000"/>
              </a:lnSpc>
              <a:buFont typeface="Wingdings" panose="05000000000000000000" pitchFamily="2" charset="2"/>
              <a:buNone/>
            </a:pPr>
            <a:r>
              <a:rPr lang="zh-CN" altLang="en-US" sz="2000" dirty="0" smtClean="0">
                <a:ea typeface="华文隶书" panose="02010800040101010101" pitchFamily="2" charset="-122"/>
              </a:rPr>
              <a:t>特的个性用词也十分讲究，下列</a:t>
            </a:r>
            <a:r>
              <a:rPr lang="en-US" altLang="zh-CN" sz="2000" dirty="0" smtClean="0">
                <a:ea typeface="华文隶书" panose="02010800040101010101" pitchFamily="2" charset="-122"/>
              </a:rPr>
              <a:t>Characters</a:t>
            </a:r>
            <a:r>
              <a:rPr lang="zh-CN" altLang="en-US" sz="2000" dirty="0" smtClean="0">
                <a:ea typeface="华文隶书" panose="02010800040101010101" pitchFamily="2" charset="-122"/>
              </a:rPr>
              <a:t>是一些跨国企业或国外大学</a:t>
            </a:r>
            <a:endParaRPr lang="zh-CN" altLang="en-US" sz="2000" dirty="0" smtClean="0">
              <a:ea typeface="华文隶书" panose="02010800040101010101" pitchFamily="2" charset="-122"/>
            </a:endParaRPr>
          </a:p>
          <a:p>
            <a:pPr eaLnBrk="1" hangingPunct="1">
              <a:lnSpc>
                <a:spcPct val="80000"/>
              </a:lnSpc>
              <a:buFont typeface="Wingdings" panose="05000000000000000000" pitchFamily="2" charset="2"/>
              <a:buNone/>
            </a:pPr>
            <a:r>
              <a:rPr lang="zh-CN" altLang="en-US" sz="2000" dirty="0" smtClean="0">
                <a:ea typeface="华文隶书" panose="02010800040101010101" pitchFamily="2" charset="-122"/>
              </a:rPr>
              <a:t>所欣赏的形容词</a:t>
            </a:r>
            <a:r>
              <a:rPr lang="en-US" altLang="zh-CN" sz="2000" dirty="0" smtClean="0">
                <a:ea typeface="华文隶书" panose="02010800040101010101" pitchFamily="2" charset="-122"/>
              </a:rPr>
              <a:t>:</a:t>
            </a:r>
            <a:endParaRPr lang="en-US" altLang="zh-CN" sz="2000" dirty="0" smtClean="0">
              <a:ea typeface="华文隶书" panose="02010800040101010101" pitchFamily="2" charset="-122"/>
            </a:endParaRPr>
          </a:p>
          <a:p>
            <a:pPr eaLnBrk="1" hangingPunct="1">
              <a:lnSpc>
                <a:spcPct val="80000"/>
              </a:lnSpc>
              <a:buFont typeface="Wingdings" panose="05000000000000000000" pitchFamily="2" charset="2"/>
              <a:buNone/>
            </a:pPr>
            <a:endParaRPr lang="en-US" altLang="zh-CN"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1</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Scholastic aptitude</a:t>
            </a:r>
            <a:r>
              <a:rPr lang="zh-CN" altLang="en-US" sz="1800" dirty="0" smtClean="0">
                <a:ea typeface="华文隶书" panose="02010800040101010101" pitchFamily="2" charset="-122"/>
              </a:rPr>
              <a:t>（学习方面的才能）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a</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Native</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intellectual</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ability</a:t>
            </a:r>
            <a:r>
              <a:rPr lang="zh-CN" altLang="en-US" sz="1800" dirty="0" smtClean="0">
                <a:ea typeface="华文隶书" panose="02010800040101010101" pitchFamily="2" charset="-122"/>
              </a:rPr>
              <a:t>（天赋）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b</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Imagination</a:t>
            </a:r>
            <a:r>
              <a:rPr lang="zh-CN" altLang="en-US" sz="1800" dirty="0" smtClean="0">
                <a:ea typeface="华文隶书" panose="02010800040101010101" pitchFamily="2" charset="-122"/>
              </a:rPr>
              <a:t>（想象力）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c</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Creativity</a:t>
            </a:r>
            <a:r>
              <a:rPr lang="zh-CN" altLang="en-US" sz="1800" dirty="0" smtClean="0">
                <a:ea typeface="华文隶书" panose="02010800040101010101" pitchFamily="2" charset="-122"/>
              </a:rPr>
              <a:t>（创造力）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d</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Capacity</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for</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analytical</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thinking</a:t>
            </a:r>
            <a:r>
              <a:rPr lang="zh-CN" altLang="en-US" sz="1800" dirty="0" smtClean="0">
                <a:ea typeface="华文隶书" panose="02010800040101010101" pitchFamily="2" charset="-122"/>
              </a:rPr>
              <a:t>（分析思考能力）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e</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Intellectual</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curiosity;</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spirit</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of</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inquiry</a:t>
            </a:r>
            <a:r>
              <a:rPr lang="zh-CN" altLang="en-US" sz="1800" dirty="0" smtClean="0">
                <a:ea typeface="华文隶书" panose="02010800040101010101" pitchFamily="2" charset="-122"/>
              </a:rPr>
              <a:t>（好奇心）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f</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Ability</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to</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work</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independently</a:t>
            </a:r>
            <a:r>
              <a:rPr lang="zh-CN" altLang="en-US" sz="1800" dirty="0" smtClean="0">
                <a:ea typeface="华文隶书" panose="02010800040101010101" pitchFamily="2" charset="-122"/>
              </a:rPr>
              <a:t>（独立学习工作的能力）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g</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Memory</a:t>
            </a:r>
            <a:r>
              <a:rPr lang="zh-CN" altLang="en-US" sz="1800" dirty="0" smtClean="0">
                <a:ea typeface="华文隶书" panose="02010800040101010101" pitchFamily="2" charset="-122"/>
              </a:rPr>
              <a:t>（记忆力）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h</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Accuracy</a:t>
            </a:r>
            <a:r>
              <a:rPr lang="zh-CN" altLang="en-US" sz="1800" dirty="0" smtClean="0">
                <a:ea typeface="华文隶书" panose="02010800040101010101" pitchFamily="2" charset="-122"/>
              </a:rPr>
              <a:t>（准确性） 　　</a:t>
            </a:r>
            <a:r>
              <a:rPr lang="en-US" altLang="zh-CN" sz="1800" dirty="0" err="1" smtClean="0">
                <a:ea typeface="华文隶书" panose="02010800040101010101" pitchFamily="2" charset="-122"/>
              </a:rPr>
              <a:t>i</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Methodology</a:t>
            </a:r>
            <a:r>
              <a:rPr lang="zh-CN" altLang="en-US" sz="1800" dirty="0" smtClean="0">
                <a:ea typeface="华文隶书" panose="02010800040101010101" pitchFamily="2" charset="-122"/>
              </a:rPr>
              <a:t>（研究方法）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j</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Capability</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for</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abstract</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reasoning</a:t>
            </a:r>
            <a:r>
              <a:rPr lang="zh-CN" altLang="en-US" sz="1800" dirty="0" smtClean="0">
                <a:ea typeface="华文隶书" panose="02010800040101010101" pitchFamily="2" charset="-122"/>
              </a:rPr>
              <a:t>（抽象推理的能力）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k</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Potential</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as</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researcher</a:t>
            </a:r>
            <a:r>
              <a:rPr lang="zh-CN" altLang="en-US" sz="1800" dirty="0" smtClean="0">
                <a:ea typeface="华文隶书" panose="02010800040101010101" pitchFamily="2" charset="-122"/>
              </a:rPr>
              <a:t>（研究的潜力）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l</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Potential</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as</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teacher</a:t>
            </a:r>
            <a:r>
              <a:rPr lang="zh-CN" altLang="en-US" sz="1800" dirty="0" smtClean="0">
                <a:ea typeface="华文隶书" panose="02010800040101010101" pitchFamily="2" charset="-122"/>
              </a:rPr>
              <a:t>（教学的潜力）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m</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Ability</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to</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express</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his</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ideas</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orally</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and</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in</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writing</a:t>
            </a:r>
            <a:r>
              <a:rPr lang="zh-CN" altLang="en-US" sz="1800" dirty="0" smtClean="0">
                <a:ea typeface="华文隶书" panose="02010800040101010101" pitchFamily="2" charset="-122"/>
              </a:rPr>
              <a:t>（口头或文字的表达能力）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n</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Capacity,</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desire</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and</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determination</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for</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good</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quality</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graduate work</a:t>
            </a:r>
            <a:r>
              <a:rPr lang="zh-CN" altLang="en-US" sz="1800" dirty="0" smtClean="0">
                <a:ea typeface="华文隶书" panose="02010800040101010101" pitchFamily="2" charset="-122"/>
              </a:rPr>
              <a:t>（获得学业成功的能力、愿望与决心） </a:t>
            </a:r>
            <a:endParaRPr lang="zh-CN" altLang="en-US" sz="1800" dirty="0" smtClean="0">
              <a:ea typeface="华文隶书" panose="02010800040101010101" pitchFamily="2" charset="-122"/>
            </a:endParaRPr>
          </a:p>
          <a:p>
            <a:pPr eaLnBrk="1" hangingPunct="1">
              <a:lnSpc>
                <a:spcPct val="80000"/>
              </a:lnSpc>
              <a:buFont typeface="Wingdings" panose="05000000000000000000" pitchFamily="2" charset="2"/>
              <a:buNone/>
            </a:pPr>
            <a:r>
              <a:rPr lang="en-US" altLang="zh-CN" sz="1800" dirty="0" smtClean="0">
                <a:ea typeface="华文隶书" panose="02010800040101010101" pitchFamily="2" charset="-122"/>
              </a:rPr>
              <a:t>o</a:t>
            </a:r>
            <a:r>
              <a:rPr lang="zh-CN" altLang="en-US" sz="1800" dirty="0" smtClean="0">
                <a:ea typeface="华文隶书" panose="02010800040101010101" pitchFamily="2" charset="-122"/>
              </a:rPr>
              <a:t>．</a:t>
            </a:r>
            <a:r>
              <a:rPr lang="en-US" altLang="zh-CN" sz="1800" dirty="0" smtClean="0">
                <a:ea typeface="华文隶书" panose="02010800040101010101" pitchFamily="2" charset="-122"/>
              </a:rPr>
              <a:t>Probable</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success</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as</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a</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graduate</a:t>
            </a:r>
            <a:r>
              <a:rPr lang="zh-CN" altLang="en-US" sz="1800" dirty="0" smtClean="0">
                <a:ea typeface="华文隶书" panose="02010800040101010101" pitchFamily="2" charset="-122"/>
              </a:rPr>
              <a:t>　</a:t>
            </a:r>
            <a:r>
              <a:rPr lang="en-US" altLang="zh-CN" sz="1800" dirty="0" smtClean="0">
                <a:ea typeface="华文隶书" panose="02010800040101010101" pitchFamily="2" charset="-122"/>
              </a:rPr>
              <a:t>student</a:t>
            </a:r>
            <a:r>
              <a:rPr lang="zh-CN" altLang="en-US" sz="1800" dirty="0" smtClean="0">
                <a:ea typeface="华文隶书" panose="02010800040101010101" pitchFamily="2" charset="-122"/>
              </a:rPr>
              <a:t>（作为研究生成功的可能性）</a:t>
            </a:r>
            <a:endParaRPr lang="zh-CN" altLang="en-US" sz="1800" dirty="0" smtClean="0">
              <a:ea typeface="华文隶书" panose="02010800040101010101" pitchFamily="2" charset="-122"/>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ChangeArrowheads="1"/>
          </p:cNvSpPr>
          <p:nvPr>
            <p:ph type="body" idx="1"/>
          </p:nvPr>
        </p:nvSpPr>
        <p:spPr>
          <a:xfrm>
            <a:off x="468313" y="549275"/>
            <a:ext cx="8229600" cy="6048375"/>
          </a:xfrm>
        </p:spPr>
        <p:txBody>
          <a:bodyPr/>
          <a:lstStyle/>
          <a:p>
            <a:pPr eaLnBrk="1" hangingPunct="1">
              <a:lnSpc>
                <a:spcPct val="80000"/>
              </a:lnSpc>
              <a:buFont typeface="Wingdings" panose="05000000000000000000" pitchFamily="2" charset="2"/>
              <a:buNone/>
            </a:pPr>
            <a:r>
              <a:rPr lang="en-US" altLang="zh-CN" sz="2400" dirty="0" smtClean="0"/>
              <a:t>2</a:t>
            </a:r>
            <a:r>
              <a:rPr lang="zh-CN" altLang="en-US" sz="2400" dirty="0" smtClean="0"/>
              <a:t>、</a:t>
            </a:r>
            <a:r>
              <a:rPr lang="en-US" altLang="zh-CN" sz="2400" dirty="0" smtClean="0"/>
              <a:t>Academic</a:t>
            </a:r>
            <a:r>
              <a:rPr lang="zh-CN" altLang="en-US" sz="2400" dirty="0" smtClean="0"/>
              <a:t>　</a:t>
            </a:r>
            <a:r>
              <a:rPr lang="en-US" altLang="zh-CN" sz="2400" dirty="0" smtClean="0"/>
              <a:t>performance</a:t>
            </a:r>
            <a:r>
              <a:rPr lang="zh-CN" altLang="en-US" sz="2400" dirty="0" smtClean="0"/>
              <a:t>（学业上的表现）</a:t>
            </a:r>
            <a:r>
              <a:rPr lang="zh-CN" altLang="en-US" sz="1800" dirty="0" smtClean="0"/>
              <a:t>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a</a:t>
            </a:r>
            <a:r>
              <a:rPr lang="zh-CN" altLang="en-US" sz="1800" dirty="0" smtClean="0"/>
              <a:t>．　</a:t>
            </a:r>
            <a:r>
              <a:rPr lang="en-US" altLang="zh-CN" sz="1800" dirty="0" smtClean="0"/>
              <a:t>Breadth</a:t>
            </a:r>
            <a:r>
              <a:rPr lang="zh-CN" altLang="en-US" sz="1800" dirty="0" smtClean="0"/>
              <a:t>　</a:t>
            </a:r>
            <a:r>
              <a:rPr lang="en-US" altLang="zh-CN" sz="1800" dirty="0" smtClean="0"/>
              <a:t>of</a:t>
            </a:r>
            <a:r>
              <a:rPr lang="zh-CN" altLang="en-US" sz="1800" dirty="0" smtClean="0"/>
              <a:t>　</a:t>
            </a:r>
            <a:r>
              <a:rPr lang="en-US" altLang="zh-CN" sz="1800" dirty="0" smtClean="0"/>
              <a:t>general</a:t>
            </a:r>
            <a:r>
              <a:rPr lang="zh-CN" altLang="en-US" sz="1800" dirty="0" smtClean="0"/>
              <a:t>　</a:t>
            </a:r>
            <a:r>
              <a:rPr lang="en-US" altLang="zh-CN" sz="1800" dirty="0" smtClean="0"/>
              <a:t>knowledge</a:t>
            </a:r>
            <a:r>
              <a:rPr lang="zh-CN" altLang="en-US" sz="1800" dirty="0" smtClean="0"/>
              <a:t>（知识丰富）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b</a:t>
            </a:r>
            <a:r>
              <a:rPr lang="zh-CN" altLang="en-US" sz="1800" dirty="0" smtClean="0"/>
              <a:t>．　</a:t>
            </a:r>
            <a:r>
              <a:rPr lang="en-US" altLang="zh-CN" sz="1800" dirty="0" smtClean="0"/>
              <a:t>Knowledge</a:t>
            </a:r>
            <a:r>
              <a:rPr lang="zh-CN" altLang="en-US" sz="1800" dirty="0" smtClean="0"/>
              <a:t>　</a:t>
            </a:r>
            <a:r>
              <a:rPr lang="en-US" altLang="zh-CN" sz="1800" dirty="0" smtClean="0"/>
              <a:t>of</a:t>
            </a:r>
            <a:r>
              <a:rPr lang="zh-CN" altLang="en-US" sz="1800" dirty="0" smtClean="0"/>
              <a:t>　</a:t>
            </a:r>
            <a:r>
              <a:rPr lang="en-US" altLang="zh-CN" sz="1800" dirty="0" smtClean="0"/>
              <a:t>literature</a:t>
            </a:r>
            <a:r>
              <a:rPr lang="zh-CN" altLang="en-US" sz="1800" dirty="0" smtClean="0"/>
              <a:t>　</a:t>
            </a:r>
            <a:r>
              <a:rPr lang="en-US" altLang="zh-CN" sz="1800" dirty="0" smtClean="0"/>
              <a:t>in</a:t>
            </a:r>
            <a:r>
              <a:rPr lang="zh-CN" altLang="en-US" sz="1800" dirty="0" smtClean="0"/>
              <a:t>　</a:t>
            </a:r>
            <a:r>
              <a:rPr lang="en-US" altLang="zh-CN" sz="1800" dirty="0" smtClean="0"/>
              <a:t>his</a:t>
            </a:r>
            <a:r>
              <a:rPr lang="zh-CN" altLang="en-US" sz="1800" dirty="0" smtClean="0"/>
              <a:t>　</a:t>
            </a:r>
            <a:r>
              <a:rPr lang="en-US" altLang="zh-CN" sz="1800" dirty="0" smtClean="0"/>
              <a:t>field</a:t>
            </a:r>
            <a:r>
              <a:rPr lang="zh-CN" altLang="en-US" sz="1800" dirty="0" smtClean="0"/>
              <a:t>（本专业领域知识）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c</a:t>
            </a:r>
            <a:r>
              <a:rPr lang="zh-CN" altLang="en-US" sz="1800" dirty="0" smtClean="0"/>
              <a:t>．　</a:t>
            </a:r>
            <a:r>
              <a:rPr lang="en-US" altLang="zh-CN" sz="1800" dirty="0" smtClean="0"/>
              <a:t>Grade</a:t>
            </a:r>
            <a:r>
              <a:rPr lang="zh-CN" altLang="en-US" sz="1800" dirty="0" smtClean="0"/>
              <a:t>　</a:t>
            </a:r>
            <a:r>
              <a:rPr lang="en-US" altLang="zh-CN" sz="1800" dirty="0" smtClean="0"/>
              <a:t>or</a:t>
            </a:r>
            <a:r>
              <a:rPr lang="zh-CN" altLang="en-US" sz="1800" dirty="0" smtClean="0"/>
              <a:t>　</a:t>
            </a:r>
            <a:r>
              <a:rPr lang="en-US" altLang="zh-CN" sz="1800" dirty="0" smtClean="0"/>
              <a:t>achievement</a:t>
            </a:r>
            <a:r>
              <a:rPr lang="zh-CN" altLang="en-US" sz="1800" dirty="0" smtClean="0"/>
              <a:t>（成绩或成就）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d</a:t>
            </a:r>
            <a:r>
              <a:rPr lang="zh-CN" altLang="en-US" sz="1800" dirty="0" smtClean="0"/>
              <a:t>．　</a:t>
            </a:r>
            <a:r>
              <a:rPr lang="en-US" altLang="zh-CN" sz="1800" dirty="0" smtClean="0"/>
              <a:t>Industry,</a:t>
            </a:r>
            <a:r>
              <a:rPr lang="zh-CN" altLang="en-US" sz="1800" dirty="0" smtClean="0"/>
              <a:t>　</a:t>
            </a:r>
            <a:r>
              <a:rPr lang="en-US" altLang="zh-CN" sz="1800" dirty="0" smtClean="0"/>
              <a:t>diligence</a:t>
            </a:r>
            <a:r>
              <a:rPr lang="zh-CN" altLang="en-US" sz="1800" dirty="0" smtClean="0"/>
              <a:t>（勤勉）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e</a:t>
            </a:r>
            <a:r>
              <a:rPr lang="zh-CN" altLang="en-US" sz="1800" dirty="0" smtClean="0"/>
              <a:t>．　</a:t>
            </a:r>
            <a:r>
              <a:rPr lang="en-US" altLang="zh-CN" sz="1800" dirty="0" smtClean="0"/>
              <a:t>Participation</a:t>
            </a:r>
            <a:r>
              <a:rPr lang="zh-CN" altLang="en-US" sz="1800" dirty="0" smtClean="0"/>
              <a:t>　</a:t>
            </a:r>
            <a:r>
              <a:rPr lang="en-US" altLang="zh-CN" sz="1800" dirty="0" smtClean="0"/>
              <a:t>in</a:t>
            </a:r>
            <a:r>
              <a:rPr lang="zh-CN" altLang="en-US" sz="1800" dirty="0" smtClean="0"/>
              <a:t>　</a:t>
            </a:r>
            <a:r>
              <a:rPr lang="en-US" altLang="zh-CN" sz="1800" dirty="0" smtClean="0"/>
              <a:t>discussion</a:t>
            </a:r>
            <a:r>
              <a:rPr lang="zh-CN" altLang="en-US" sz="1800" dirty="0" smtClean="0"/>
              <a:t>（讨论积极）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f</a:t>
            </a:r>
            <a:r>
              <a:rPr lang="zh-CN" altLang="en-US" sz="1800" dirty="0" smtClean="0"/>
              <a:t>．　</a:t>
            </a:r>
            <a:r>
              <a:rPr lang="en-US" altLang="zh-CN" sz="1800" dirty="0" smtClean="0"/>
              <a:t>Academic</a:t>
            </a:r>
            <a:r>
              <a:rPr lang="zh-CN" altLang="en-US" sz="1800" dirty="0" smtClean="0"/>
              <a:t>　</a:t>
            </a:r>
            <a:r>
              <a:rPr lang="en-US" altLang="zh-CN" sz="1800" dirty="0" smtClean="0"/>
              <a:t>maturity</a:t>
            </a:r>
            <a:r>
              <a:rPr lang="zh-CN" altLang="en-US" sz="1800" dirty="0" smtClean="0"/>
              <a:t>（学业上的成熟） </a:t>
            </a:r>
            <a:endParaRPr lang="zh-CN" altLang="en-US" sz="1800" dirty="0" smtClean="0"/>
          </a:p>
          <a:p>
            <a:pPr eaLnBrk="1" hangingPunct="1">
              <a:lnSpc>
                <a:spcPct val="80000"/>
              </a:lnSpc>
              <a:buFont typeface="Wingdings" panose="05000000000000000000" pitchFamily="2" charset="2"/>
              <a:buNone/>
            </a:pPr>
            <a:r>
              <a:rPr lang="en-US" altLang="zh-CN" sz="2400" dirty="0" smtClean="0"/>
              <a:t>3</a:t>
            </a:r>
            <a:r>
              <a:rPr lang="zh-CN" altLang="en-US" sz="2400" dirty="0" smtClean="0"/>
              <a:t>、</a:t>
            </a:r>
            <a:r>
              <a:rPr lang="en-US" altLang="zh-CN" sz="2400" dirty="0" smtClean="0"/>
              <a:t>Languages</a:t>
            </a:r>
            <a:r>
              <a:rPr lang="zh-CN" altLang="en-US" sz="2400" dirty="0" smtClean="0"/>
              <a:t>（语言能力）</a:t>
            </a:r>
            <a:r>
              <a:rPr lang="zh-CN" altLang="en-US" sz="1800" dirty="0" smtClean="0"/>
              <a:t>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a</a:t>
            </a:r>
            <a:r>
              <a:rPr lang="zh-CN" altLang="en-US" sz="1800" dirty="0" smtClean="0"/>
              <a:t>．　</a:t>
            </a:r>
            <a:r>
              <a:rPr lang="en-US" altLang="zh-CN" sz="1800" dirty="0" smtClean="0"/>
              <a:t>Ability</a:t>
            </a:r>
            <a:r>
              <a:rPr lang="zh-CN" altLang="en-US" sz="1800" dirty="0" smtClean="0"/>
              <a:t>　</a:t>
            </a:r>
            <a:r>
              <a:rPr lang="en-US" altLang="zh-CN" sz="1800" dirty="0" smtClean="0"/>
              <a:t>to</a:t>
            </a:r>
            <a:r>
              <a:rPr lang="zh-CN" altLang="en-US" sz="1800" dirty="0" smtClean="0"/>
              <a:t>　</a:t>
            </a:r>
            <a:r>
              <a:rPr lang="en-US" altLang="zh-CN" sz="1800" dirty="0" smtClean="0"/>
              <a:t>speak,</a:t>
            </a:r>
            <a:r>
              <a:rPr lang="zh-CN" altLang="en-US" sz="1800" dirty="0" smtClean="0"/>
              <a:t>　</a:t>
            </a:r>
            <a:r>
              <a:rPr lang="en-US" altLang="zh-CN" sz="1800" dirty="0" smtClean="0"/>
              <a:t>understand,</a:t>
            </a:r>
            <a:r>
              <a:rPr lang="zh-CN" altLang="en-US" sz="1800" dirty="0" smtClean="0"/>
              <a:t>　</a:t>
            </a:r>
            <a:r>
              <a:rPr lang="en-US" altLang="zh-CN" sz="1800" dirty="0" smtClean="0"/>
              <a:t>read</a:t>
            </a:r>
            <a:r>
              <a:rPr lang="zh-CN" altLang="en-US" sz="1800" dirty="0" smtClean="0"/>
              <a:t>　</a:t>
            </a:r>
            <a:r>
              <a:rPr lang="en-US" altLang="zh-CN" sz="1800" dirty="0" smtClean="0"/>
              <a:t>and</a:t>
            </a:r>
            <a:r>
              <a:rPr lang="zh-CN" altLang="en-US" sz="1800" dirty="0" smtClean="0"/>
              <a:t>　</a:t>
            </a:r>
            <a:r>
              <a:rPr lang="en-US" altLang="zh-CN" sz="1800" dirty="0" smtClean="0"/>
              <a:t>write</a:t>
            </a:r>
            <a:r>
              <a:rPr lang="zh-CN" altLang="en-US" sz="1800" dirty="0" smtClean="0"/>
              <a:t>　</a:t>
            </a:r>
            <a:r>
              <a:rPr lang="en-US" altLang="zh-CN" sz="1800" dirty="0" smtClean="0"/>
              <a:t>the</a:t>
            </a:r>
            <a:r>
              <a:rPr lang="zh-CN" altLang="en-US" sz="1800" dirty="0" smtClean="0"/>
              <a:t>　</a:t>
            </a:r>
            <a:r>
              <a:rPr lang="en-US" altLang="zh-CN" sz="1800" dirty="0" smtClean="0"/>
              <a:t>English language</a:t>
            </a:r>
            <a:r>
              <a:rPr lang="zh-CN" altLang="en-US" sz="1800" dirty="0" smtClean="0"/>
              <a:t>（听、说、读、写英文的能力）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b</a:t>
            </a:r>
            <a:r>
              <a:rPr lang="zh-CN" altLang="en-US" sz="1800" dirty="0" smtClean="0"/>
              <a:t>．　</a:t>
            </a:r>
            <a:r>
              <a:rPr lang="en-US" altLang="zh-CN" sz="1800" dirty="0" smtClean="0"/>
              <a:t>Ability</a:t>
            </a:r>
            <a:r>
              <a:rPr lang="zh-CN" altLang="en-US" sz="1800" dirty="0" smtClean="0"/>
              <a:t>　</a:t>
            </a:r>
            <a:r>
              <a:rPr lang="en-US" altLang="zh-CN" sz="1800" dirty="0" smtClean="0"/>
              <a:t>to</a:t>
            </a:r>
            <a:r>
              <a:rPr lang="zh-CN" altLang="en-US" sz="1800" dirty="0" smtClean="0"/>
              <a:t>　</a:t>
            </a:r>
            <a:r>
              <a:rPr lang="en-US" altLang="zh-CN" sz="1800" dirty="0" smtClean="0"/>
              <a:t>read</a:t>
            </a:r>
            <a:r>
              <a:rPr lang="zh-CN" altLang="en-US" sz="1800" dirty="0" smtClean="0"/>
              <a:t>　</a:t>
            </a:r>
            <a:r>
              <a:rPr lang="en-US" altLang="zh-CN" sz="1800" dirty="0" smtClean="0"/>
              <a:t>significant</a:t>
            </a:r>
            <a:r>
              <a:rPr lang="zh-CN" altLang="en-US" sz="1800" dirty="0" smtClean="0"/>
              <a:t>　</a:t>
            </a:r>
            <a:r>
              <a:rPr lang="en-US" altLang="zh-CN" sz="1800" dirty="0" smtClean="0"/>
              <a:t>literature</a:t>
            </a:r>
            <a:r>
              <a:rPr lang="zh-CN" altLang="en-US" sz="1800" dirty="0" smtClean="0"/>
              <a:t>　</a:t>
            </a:r>
            <a:r>
              <a:rPr lang="en-US" altLang="zh-CN" sz="1800" dirty="0" smtClean="0"/>
              <a:t>in</a:t>
            </a:r>
            <a:r>
              <a:rPr lang="zh-CN" altLang="en-US" sz="1800" dirty="0" smtClean="0"/>
              <a:t>　</a:t>
            </a:r>
            <a:r>
              <a:rPr lang="en-US" altLang="zh-CN" sz="1800" dirty="0" smtClean="0"/>
              <a:t>other</a:t>
            </a:r>
            <a:r>
              <a:rPr lang="zh-CN" altLang="en-US" sz="1800" dirty="0" smtClean="0"/>
              <a:t>　</a:t>
            </a:r>
            <a:r>
              <a:rPr lang="en-US" altLang="zh-CN" sz="1800" dirty="0" smtClean="0"/>
              <a:t>languages</a:t>
            </a:r>
            <a:r>
              <a:rPr lang="zh-CN" altLang="en-US" sz="1800" dirty="0" smtClean="0"/>
              <a:t>　</a:t>
            </a:r>
            <a:r>
              <a:rPr lang="en-US" altLang="zh-CN" sz="1800" dirty="0" smtClean="0"/>
              <a:t>than English</a:t>
            </a:r>
            <a:r>
              <a:rPr lang="zh-CN" altLang="en-US" sz="1800" dirty="0" smtClean="0"/>
              <a:t>（英语以外的语言阅读能力） </a:t>
            </a:r>
            <a:endParaRPr lang="zh-CN" altLang="en-US" sz="1800" dirty="0" smtClean="0"/>
          </a:p>
          <a:p>
            <a:pPr eaLnBrk="1" hangingPunct="1">
              <a:lnSpc>
                <a:spcPct val="80000"/>
              </a:lnSpc>
              <a:buFont typeface="Wingdings" panose="05000000000000000000" pitchFamily="2" charset="2"/>
              <a:buNone/>
            </a:pPr>
            <a:r>
              <a:rPr lang="en-US" altLang="zh-CN" sz="2400" dirty="0" smtClean="0"/>
              <a:t>4</a:t>
            </a:r>
            <a:r>
              <a:rPr lang="zh-CN" altLang="en-US" sz="2400" dirty="0" smtClean="0"/>
              <a:t>、</a:t>
            </a:r>
            <a:r>
              <a:rPr lang="en-US" altLang="zh-CN" sz="2400" dirty="0" smtClean="0"/>
              <a:t>Character</a:t>
            </a:r>
            <a:r>
              <a:rPr lang="zh-CN" altLang="en-US" sz="2400" dirty="0" smtClean="0"/>
              <a:t>（品行）</a:t>
            </a:r>
            <a:r>
              <a:rPr lang="zh-CN" altLang="en-US" sz="1800" dirty="0" smtClean="0"/>
              <a:t>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a</a:t>
            </a:r>
            <a:r>
              <a:rPr lang="zh-CN" altLang="en-US" sz="1800" dirty="0" smtClean="0"/>
              <a:t>．　</a:t>
            </a:r>
            <a:r>
              <a:rPr lang="en-US" altLang="zh-CN" sz="1800" dirty="0" smtClean="0"/>
              <a:t>Honesty;</a:t>
            </a:r>
            <a:r>
              <a:rPr lang="zh-CN" altLang="en-US" sz="1800" dirty="0" smtClean="0"/>
              <a:t>　</a:t>
            </a:r>
            <a:r>
              <a:rPr lang="en-US" altLang="zh-CN" sz="1800" dirty="0" smtClean="0"/>
              <a:t>integrity</a:t>
            </a:r>
            <a:r>
              <a:rPr lang="zh-CN" altLang="en-US" sz="1800" dirty="0" smtClean="0"/>
              <a:t>（诚实）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b</a:t>
            </a:r>
            <a:r>
              <a:rPr lang="zh-CN" altLang="en-US" sz="1800" dirty="0" smtClean="0"/>
              <a:t>．　</a:t>
            </a:r>
            <a:r>
              <a:rPr lang="en-US" altLang="zh-CN" sz="1800" dirty="0" smtClean="0"/>
              <a:t>Sincerity</a:t>
            </a:r>
            <a:r>
              <a:rPr lang="zh-CN" altLang="en-US" sz="1800" dirty="0" smtClean="0"/>
              <a:t>（诚恳）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c</a:t>
            </a:r>
            <a:r>
              <a:rPr lang="zh-CN" altLang="en-US" sz="1800" dirty="0" smtClean="0"/>
              <a:t>．　</a:t>
            </a:r>
            <a:r>
              <a:rPr lang="en-US" altLang="zh-CN" sz="1800" dirty="0" smtClean="0"/>
              <a:t>Sense</a:t>
            </a:r>
            <a:r>
              <a:rPr lang="zh-CN" altLang="en-US" sz="1800" dirty="0" smtClean="0"/>
              <a:t>　</a:t>
            </a:r>
            <a:r>
              <a:rPr lang="en-US" altLang="zh-CN" sz="1800" dirty="0" smtClean="0"/>
              <a:t>of</a:t>
            </a:r>
            <a:r>
              <a:rPr lang="zh-CN" altLang="en-US" sz="1800" dirty="0" smtClean="0"/>
              <a:t>　</a:t>
            </a:r>
            <a:r>
              <a:rPr lang="en-US" altLang="zh-CN" sz="1800" dirty="0" smtClean="0"/>
              <a:t>responsibility</a:t>
            </a:r>
            <a:r>
              <a:rPr lang="zh-CN" altLang="en-US" sz="1800" dirty="0" smtClean="0"/>
              <a:t>（责任感）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d</a:t>
            </a:r>
            <a:r>
              <a:rPr lang="zh-CN" altLang="en-US" sz="1800" dirty="0" smtClean="0"/>
              <a:t>．　</a:t>
            </a:r>
            <a:r>
              <a:rPr lang="en-US" altLang="zh-CN" sz="1800" dirty="0" smtClean="0"/>
              <a:t>Cooperation</a:t>
            </a:r>
            <a:r>
              <a:rPr lang="zh-CN" altLang="en-US" sz="1800" dirty="0" smtClean="0"/>
              <a:t>　（合作）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e</a:t>
            </a:r>
            <a:r>
              <a:rPr lang="zh-CN" altLang="en-US" sz="1800" dirty="0" smtClean="0"/>
              <a:t>．　</a:t>
            </a:r>
            <a:r>
              <a:rPr lang="en-US" altLang="zh-CN" sz="1800" dirty="0" smtClean="0"/>
              <a:t>Enthusiasm</a:t>
            </a:r>
            <a:r>
              <a:rPr lang="zh-CN" altLang="en-US" sz="1800" dirty="0" smtClean="0"/>
              <a:t>（热诚）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f</a:t>
            </a:r>
            <a:r>
              <a:rPr lang="zh-CN" altLang="en-US" sz="1800" dirty="0" smtClean="0"/>
              <a:t>．　</a:t>
            </a:r>
            <a:r>
              <a:rPr lang="en-US" altLang="zh-CN" sz="1800" dirty="0" smtClean="0"/>
              <a:t>Conscientiousness</a:t>
            </a:r>
            <a:r>
              <a:rPr lang="zh-CN" altLang="en-US" sz="1800" dirty="0" smtClean="0"/>
              <a:t>（自觉性）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g</a:t>
            </a:r>
            <a:r>
              <a:rPr lang="zh-CN" altLang="en-US" sz="1800" dirty="0" smtClean="0"/>
              <a:t>．　</a:t>
            </a:r>
            <a:r>
              <a:rPr lang="en-US" altLang="zh-CN" sz="1800" dirty="0" smtClean="0"/>
              <a:t>Ethical</a:t>
            </a:r>
            <a:r>
              <a:rPr lang="zh-CN" altLang="en-US" sz="1800" dirty="0" smtClean="0"/>
              <a:t>　</a:t>
            </a:r>
            <a:r>
              <a:rPr lang="en-US" altLang="zh-CN" sz="1800" dirty="0" smtClean="0"/>
              <a:t>and</a:t>
            </a:r>
            <a:r>
              <a:rPr lang="zh-CN" altLang="en-US" sz="1800" dirty="0" smtClean="0"/>
              <a:t>　</a:t>
            </a:r>
            <a:r>
              <a:rPr lang="en-US" altLang="zh-CN" sz="1800" dirty="0" smtClean="0"/>
              <a:t>moral</a:t>
            </a:r>
            <a:r>
              <a:rPr lang="zh-CN" altLang="en-US" sz="1800" dirty="0" smtClean="0"/>
              <a:t>　</a:t>
            </a:r>
            <a:r>
              <a:rPr lang="en-US" altLang="zh-CN" sz="1800" dirty="0" smtClean="0"/>
              <a:t>standards</a:t>
            </a:r>
            <a:r>
              <a:rPr lang="zh-CN" altLang="en-US" sz="1800" dirty="0" smtClean="0"/>
              <a:t>（伦理与道德标准） </a:t>
            </a:r>
            <a:endParaRPr lang="zh-CN" altLang="en-US" sz="1800" dirty="0" smtClean="0"/>
          </a:p>
          <a:p>
            <a:pPr eaLnBrk="1" hangingPunct="1">
              <a:lnSpc>
                <a:spcPct val="80000"/>
              </a:lnSpc>
              <a:buFont typeface="Wingdings" panose="05000000000000000000" pitchFamily="2" charset="2"/>
              <a:buNone/>
            </a:pPr>
            <a:r>
              <a:rPr lang="zh-CN" altLang="en-US" sz="1800" dirty="0" smtClean="0"/>
              <a:t>　</a:t>
            </a:r>
            <a:r>
              <a:rPr lang="en-US" altLang="zh-CN" sz="1800" dirty="0" smtClean="0"/>
              <a:t>h</a:t>
            </a:r>
            <a:r>
              <a:rPr lang="zh-CN" altLang="en-US" sz="1800" dirty="0" smtClean="0"/>
              <a:t>．　</a:t>
            </a:r>
            <a:r>
              <a:rPr lang="en-US" altLang="zh-CN" sz="1800" dirty="0" smtClean="0"/>
              <a:t>Reliability;</a:t>
            </a:r>
            <a:r>
              <a:rPr lang="zh-CN" altLang="en-US" sz="1800" dirty="0" smtClean="0"/>
              <a:t>　</a:t>
            </a:r>
            <a:r>
              <a:rPr lang="en-US" altLang="zh-CN" sz="1800" dirty="0" smtClean="0"/>
              <a:t>dependability</a:t>
            </a:r>
            <a:r>
              <a:rPr lang="zh-CN" altLang="en-US" sz="1800" dirty="0" smtClean="0"/>
              <a:t>（可靠性） </a:t>
            </a:r>
            <a:endParaRPr lang="zh-CN" altLang="en-US" sz="1800" dirty="0" smtClean="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3"/>
          <p:cNvSpPr>
            <a:spLocks noGrp="1" noChangeArrowheads="1"/>
          </p:cNvSpPr>
          <p:nvPr>
            <p:ph type="body" idx="1"/>
          </p:nvPr>
        </p:nvSpPr>
        <p:spPr>
          <a:xfrm>
            <a:off x="250825" y="476250"/>
            <a:ext cx="8713788" cy="6121400"/>
          </a:xfrm>
        </p:spPr>
        <p:txBody>
          <a:bodyPr/>
          <a:lstStyle/>
          <a:p>
            <a:pPr eaLnBrk="1" hangingPunct="1">
              <a:lnSpc>
                <a:spcPct val="80000"/>
              </a:lnSpc>
              <a:buFont typeface="Wingdings" panose="05000000000000000000" pitchFamily="2" charset="2"/>
              <a:buNone/>
            </a:pPr>
            <a:r>
              <a:rPr lang="en-US" altLang="zh-CN" sz="1800" dirty="0" smtClean="0"/>
              <a:t>Dear Professor Smith, </a:t>
            </a:r>
            <a:endParaRPr lang="en-US" altLang="zh-CN" sz="1800" dirty="0" smtClean="0"/>
          </a:p>
          <a:p>
            <a:pPr eaLnBrk="1" hangingPunct="1">
              <a:lnSpc>
                <a:spcPct val="80000"/>
              </a:lnSpc>
              <a:buFont typeface="Wingdings" panose="05000000000000000000" pitchFamily="2" charset="2"/>
              <a:buNone/>
            </a:pPr>
            <a:endParaRPr lang="en-US" altLang="zh-CN" sz="1800" dirty="0" smtClean="0"/>
          </a:p>
          <a:p>
            <a:pPr eaLnBrk="1" hangingPunct="1">
              <a:lnSpc>
                <a:spcPct val="80000"/>
              </a:lnSpc>
              <a:buFont typeface="Wingdings" panose="05000000000000000000" pitchFamily="2" charset="2"/>
              <a:buNone/>
            </a:pPr>
            <a:r>
              <a:rPr lang="en-US" altLang="zh-CN" sz="1800" dirty="0" smtClean="0"/>
              <a:t>It is my pleasure to recommend my student Mr. Wang Gang for</a:t>
            </a:r>
            <a:endParaRPr lang="en-US" altLang="zh-CN" sz="1800" dirty="0" smtClean="0"/>
          </a:p>
          <a:p>
            <a:pPr eaLnBrk="1" hangingPunct="1">
              <a:lnSpc>
                <a:spcPct val="80000"/>
              </a:lnSpc>
              <a:buFont typeface="Wingdings" panose="05000000000000000000" pitchFamily="2" charset="2"/>
              <a:buNone/>
            </a:pPr>
            <a:r>
              <a:rPr lang="en-US" altLang="zh-CN" sz="1800" dirty="0" smtClean="0"/>
              <a:t>admission to your department for pursuing a master degree in </a:t>
            </a:r>
            <a:endParaRPr lang="en-US" altLang="zh-CN" sz="1800" dirty="0" smtClean="0"/>
          </a:p>
          <a:p>
            <a:pPr eaLnBrk="1" hangingPunct="1">
              <a:lnSpc>
                <a:spcPct val="80000"/>
              </a:lnSpc>
              <a:buFont typeface="Wingdings" panose="05000000000000000000" pitchFamily="2" charset="2"/>
              <a:buNone/>
            </a:pPr>
            <a:r>
              <a:rPr lang="en-US" altLang="zh-CN" sz="1800" dirty="0" smtClean="0"/>
              <a:t>accounting. </a:t>
            </a:r>
            <a:endParaRPr lang="en-US" altLang="zh-CN" sz="1800" dirty="0" smtClean="0"/>
          </a:p>
          <a:p>
            <a:pPr eaLnBrk="1" hangingPunct="1">
              <a:lnSpc>
                <a:spcPct val="80000"/>
              </a:lnSpc>
              <a:buFont typeface="Wingdings" panose="05000000000000000000" pitchFamily="2" charset="2"/>
              <a:buNone/>
            </a:pPr>
            <a:endParaRPr lang="en-US" altLang="zh-CN" sz="1800" dirty="0" smtClean="0"/>
          </a:p>
          <a:p>
            <a:pPr eaLnBrk="1" hangingPunct="1">
              <a:lnSpc>
                <a:spcPct val="80000"/>
              </a:lnSpc>
              <a:buFont typeface="Wingdings" panose="05000000000000000000" pitchFamily="2" charset="2"/>
              <a:buNone/>
            </a:pPr>
            <a:r>
              <a:rPr lang="en-US" altLang="zh-CN" sz="1800" dirty="0" smtClean="0"/>
              <a:t>I am engaged in accounting teaching at a university in Beijing China, I </a:t>
            </a:r>
            <a:endParaRPr lang="en-US" altLang="zh-CN" sz="1800" dirty="0" smtClean="0"/>
          </a:p>
          <a:p>
            <a:pPr eaLnBrk="1" hangingPunct="1">
              <a:lnSpc>
                <a:spcPct val="80000"/>
              </a:lnSpc>
              <a:buFont typeface="Wingdings" panose="05000000000000000000" pitchFamily="2" charset="2"/>
              <a:buNone/>
            </a:pPr>
            <a:r>
              <a:rPr lang="en-US" altLang="zh-CN" sz="1800" dirty="0" smtClean="0"/>
              <a:t>enjoy my work and all of my Chinese students, who are so clever and </a:t>
            </a:r>
            <a:endParaRPr lang="en-US" altLang="zh-CN" sz="1800" dirty="0" smtClean="0"/>
          </a:p>
          <a:p>
            <a:pPr eaLnBrk="1" hangingPunct="1">
              <a:lnSpc>
                <a:spcPct val="80000"/>
              </a:lnSpc>
              <a:buFont typeface="Wingdings" panose="05000000000000000000" pitchFamily="2" charset="2"/>
              <a:buNone/>
            </a:pPr>
            <a:r>
              <a:rPr lang="en-US" altLang="zh-CN" sz="1800" dirty="0" smtClean="0"/>
              <a:t>friendly. However Mr. Wang Gang excels (</a:t>
            </a:r>
            <a:r>
              <a:rPr lang="zh-CN" altLang="en-US" sz="1800" dirty="0" smtClean="0"/>
              <a:t>超过</a:t>
            </a:r>
            <a:r>
              <a:rPr lang="en-US" altLang="zh-CN" sz="1800" dirty="0" smtClean="0"/>
              <a:t>)almost any others. He is not </a:t>
            </a:r>
            <a:endParaRPr lang="en-US" altLang="zh-CN" sz="1800" dirty="0" smtClean="0"/>
          </a:p>
          <a:p>
            <a:pPr eaLnBrk="1" hangingPunct="1">
              <a:lnSpc>
                <a:spcPct val="80000"/>
              </a:lnSpc>
              <a:buFont typeface="Wingdings" panose="05000000000000000000" pitchFamily="2" charset="2"/>
              <a:buNone/>
            </a:pPr>
            <a:r>
              <a:rPr lang="en-US" altLang="zh-CN" sz="1800" dirty="0" smtClean="0"/>
              <a:t>only outstanding in the field of accounting but also gifted for the English language, for he seems to understand almost every word I say in class.</a:t>
            </a:r>
            <a:endParaRPr lang="en-US" altLang="zh-CN" sz="1800" dirty="0" smtClean="0"/>
          </a:p>
          <a:p>
            <a:pPr eaLnBrk="1" hangingPunct="1">
              <a:lnSpc>
                <a:spcPct val="80000"/>
              </a:lnSpc>
              <a:buFont typeface="Wingdings" panose="05000000000000000000" pitchFamily="2" charset="2"/>
              <a:buNone/>
            </a:pPr>
            <a:r>
              <a:rPr lang="en-US" altLang="zh-CN" sz="1800" dirty="0" smtClean="0"/>
              <a:t> </a:t>
            </a:r>
            <a:endParaRPr lang="en-US" altLang="zh-CN" sz="1800" dirty="0" smtClean="0"/>
          </a:p>
          <a:p>
            <a:pPr eaLnBrk="1" hangingPunct="1">
              <a:lnSpc>
                <a:spcPct val="80000"/>
              </a:lnSpc>
              <a:buFont typeface="Wingdings" panose="05000000000000000000" pitchFamily="2" charset="2"/>
              <a:buNone/>
            </a:pPr>
            <a:r>
              <a:rPr lang="en-US" altLang="zh-CN" sz="1800" dirty="0" smtClean="0"/>
              <a:t>As concern as his personality, I find him honest, responsible, and </a:t>
            </a:r>
            <a:endParaRPr lang="en-US" altLang="zh-CN" sz="1800" dirty="0" smtClean="0"/>
          </a:p>
          <a:p>
            <a:pPr eaLnBrk="1" hangingPunct="1">
              <a:lnSpc>
                <a:spcPct val="80000"/>
              </a:lnSpc>
              <a:buFont typeface="Wingdings" panose="05000000000000000000" pitchFamily="2" charset="2"/>
              <a:buNone/>
            </a:pPr>
            <a:r>
              <a:rPr lang="en-US" altLang="zh-CN" sz="1800" dirty="0" smtClean="0"/>
              <a:t>cooperative. I bet you’ll like him too. </a:t>
            </a:r>
            <a:endParaRPr lang="en-US" altLang="zh-CN" sz="1800" dirty="0" smtClean="0"/>
          </a:p>
          <a:p>
            <a:pPr eaLnBrk="1" hangingPunct="1">
              <a:lnSpc>
                <a:spcPct val="80000"/>
              </a:lnSpc>
              <a:buFont typeface="Wingdings" panose="05000000000000000000" pitchFamily="2" charset="2"/>
              <a:buNone/>
            </a:pPr>
            <a:endParaRPr lang="en-US" altLang="zh-CN" sz="1800" dirty="0" smtClean="0"/>
          </a:p>
          <a:p>
            <a:pPr eaLnBrk="1" hangingPunct="1">
              <a:lnSpc>
                <a:spcPct val="80000"/>
              </a:lnSpc>
              <a:buFont typeface="Wingdings" panose="05000000000000000000" pitchFamily="2" charset="2"/>
              <a:buNone/>
            </a:pPr>
            <a:r>
              <a:rPr lang="en-US" altLang="zh-CN" sz="1800" dirty="0" smtClean="0"/>
              <a:t>I recommend him enthusiastically. If you need further information </a:t>
            </a:r>
            <a:endParaRPr lang="en-US" altLang="zh-CN" sz="1800" dirty="0" smtClean="0"/>
          </a:p>
          <a:p>
            <a:pPr eaLnBrk="1" hangingPunct="1">
              <a:lnSpc>
                <a:spcPct val="80000"/>
              </a:lnSpc>
              <a:buFont typeface="Wingdings" panose="05000000000000000000" pitchFamily="2" charset="2"/>
              <a:buNone/>
            </a:pPr>
            <a:r>
              <a:rPr lang="en-US" altLang="zh-CN" sz="1800" dirty="0" smtClean="0"/>
              <a:t>regarding Mr. Wang Gang, do not hesitate to contact me. </a:t>
            </a:r>
            <a:endParaRPr lang="en-US" altLang="zh-CN" sz="1800" dirty="0" smtClean="0"/>
          </a:p>
          <a:p>
            <a:pPr eaLnBrk="1" hangingPunct="1">
              <a:lnSpc>
                <a:spcPct val="80000"/>
              </a:lnSpc>
              <a:buFont typeface="Wingdings" panose="05000000000000000000" pitchFamily="2" charset="2"/>
              <a:buNone/>
            </a:pPr>
            <a:endParaRPr lang="en-US" altLang="zh-CN" sz="1800" dirty="0" smtClean="0"/>
          </a:p>
          <a:p>
            <a:pPr eaLnBrk="1" hangingPunct="1">
              <a:lnSpc>
                <a:spcPct val="80000"/>
              </a:lnSpc>
              <a:buFont typeface="Wingdings" panose="05000000000000000000" pitchFamily="2" charset="2"/>
              <a:buNone/>
            </a:pPr>
            <a:r>
              <a:rPr lang="en-US" altLang="zh-CN" sz="1800" dirty="0" smtClean="0"/>
              <a:t>Best regards, </a:t>
            </a:r>
            <a:endParaRPr lang="en-US" altLang="zh-CN" sz="1800" dirty="0" smtClean="0"/>
          </a:p>
          <a:p>
            <a:pPr eaLnBrk="1" hangingPunct="1">
              <a:lnSpc>
                <a:spcPct val="80000"/>
              </a:lnSpc>
              <a:buFont typeface="Wingdings" panose="05000000000000000000" pitchFamily="2" charset="2"/>
              <a:buNone/>
            </a:pPr>
            <a:r>
              <a:rPr lang="en-US" altLang="zh-CN" sz="1800" dirty="0" smtClean="0"/>
              <a:t>Sincerely yours, </a:t>
            </a:r>
            <a:endParaRPr lang="en-US" altLang="zh-CN" sz="1800" dirty="0" smtClean="0"/>
          </a:p>
          <a:p>
            <a:pPr eaLnBrk="1" hangingPunct="1">
              <a:lnSpc>
                <a:spcPct val="80000"/>
              </a:lnSpc>
              <a:buFont typeface="Wingdings" panose="05000000000000000000" pitchFamily="2" charset="2"/>
              <a:buNone/>
            </a:pPr>
            <a:r>
              <a:rPr lang="en-US" altLang="zh-CN" sz="1800" dirty="0" smtClean="0"/>
              <a:t>Brown </a:t>
            </a:r>
            <a:endParaRPr lang="en-US" altLang="zh-CN" sz="1800"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17160" y="1097280"/>
              <a:ext cx="6009480" cy="77400"/>
            </p14:xfrm>
          </p:contentPart>
        </mc:Choice>
        <mc:Fallback xmlns="">
          <p:pic>
            <p:nvPicPr>
              <p:cNvPr id="2" name="墨迹 1"/>
            </p:nvPicPr>
            <p:blipFill>
              <a:blip r:embed="rId2"/>
            </p:blipFill>
            <p:spPr>
              <a:xfrm>
                <a:off x="317160" y="1097280"/>
                <a:ext cx="6009480" cy="774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299880" y="1405800"/>
              <a:ext cx="5924160" cy="257760"/>
            </p14:xfrm>
          </p:contentPart>
        </mc:Choice>
        <mc:Fallback xmlns="">
          <p:pic>
            <p:nvPicPr>
              <p:cNvPr id="3" name="墨迹 2"/>
            </p:nvPicPr>
            <p:blipFill>
              <a:blip r:embed="rId4"/>
            </p:blipFill>
            <p:spPr>
              <a:xfrm>
                <a:off x="299880" y="1405800"/>
                <a:ext cx="5924160" cy="2577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299880" y="1765800"/>
              <a:ext cx="1106280" cy="51840"/>
            </p14:xfrm>
          </p:contentPart>
        </mc:Choice>
        <mc:Fallback xmlns="">
          <p:pic>
            <p:nvPicPr>
              <p:cNvPr id="4" name="墨迹 3"/>
            </p:nvPicPr>
            <p:blipFill>
              <a:blip r:embed="rId6"/>
            </p:blipFill>
            <p:spPr>
              <a:xfrm>
                <a:off x="299880" y="1765800"/>
                <a:ext cx="1106280" cy="518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505800" y="2297520"/>
              <a:ext cx="1483200" cy="60120"/>
            </p14:xfrm>
          </p:contentPart>
        </mc:Choice>
        <mc:Fallback xmlns="">
          <p:pic>
            <p:nvPicPr>
              <p:cNvPr id="5" name="墨迹 4"/>
            </p:nvPicPr>
            <p:blipFill>
              <a:blip r:embed="rId8"/>
            </p:blipFill>
            <p:spPr>
              <a:xfrm>
                <a:off x="505800" y="2297520"/>
                <a:ext cx="1483200" cy="6012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3566160" y="2854800"/>
              <a:ext cx="660240" cy="8640"/>
            </p14:xfrm>
          </p:contentPart>
        </mc:Choice>
        <mc:Fallback xmlns="">
          <p:pic>
            <p:nvPicPr>
              <p:cNvPr id="6" name="墨迹 5"/>
            </p:nvPicPr>
            <p:blipFill>
              <a:blip r:embed="rId10"/>
            </p:blipFill>
            <p:spPr>
              <a:xfrm>
                <a:off x="3566160" y="2854800"/>
                <a:ext cx="660240" cy="86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805680" y="3034800"/>
              <a:ext cx="1432080" cy="51480"/>
            </p14:xfrm>
          </p:contentPart>
        </mc:Choice>
        <mc:Fallback xmlns="">
          <p:pic>
            <p:nvPicPr>
              <p:cNvPr id="7" name="墨迹 6"/>
            </p:nvPicPr>
            <p:blipFill>
              <a:blip r:embed="rId12"/>
            </p:blipFill>
            <p:spPr>
              <a:xfrm>
                <a:off x="805680" y="3034800"/>
                <a:ext cx="1432080" cy="514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5383440" y="3094560"/>
              <a:ext cx="1028880" cy="77760"/>
            </p14:xfrm>
          </p:contentPart>
        </mc:Choice>
        <mc:Fallback xmlns="">
          <p:pic>
            <p:nvPicPr>
              <p:cNvPr id="8" name="墨迹 7"/>
            </p:nvPicPr>
            <p:blipFill>
              <a:blip r:embed="rId14"/>
            </p:blipFill>
            <p:spPr>
              <a:xfrm>
                <a:off x="5383440" y="3094560"/>
                <a:ext cx="1028880" cy="777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323125" y="4005240"/>
              <a:ext cx="2837880" cy="43200"/>
            </p14:xfrm>
          </p:contentPart>
        </mc:Choice>
        <mc:Fallback xmlns="">
          <p:pic>
            <p:nvPicPr>
              <p:cNvPr id="9" name="墨迹 8"/>
            </p:nvPicPr>
            <p:blipFill>
              <a:blip r:embed="rId16"/>
            </p:blipFill>
            <p:spPr>
              <a:xfrm>
                <a:off x="323125" y="4005240"/>
                <a:ext cx="2837880" cy="432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1560240" y="4132080"/>
              <a:ext cx="523080" cy="34560"/>
            </p14:xfrm>
          </p:contentPart>
        </mc:Choice>
        <mc:Fallback xmlns="">
          <p:pic>
            <p:nvPicPr>
              <p:cNvPr id="10" name="墨迹 9"/>
            </p:nvPicPr>
            <p:blipFill>
              <a:blip r:embed="rId18"/>
            </p:blipFill>
            <p:spPr>
              <a:xfrm>
                <a:off x="1560240" y="4132080"/>
                <a:ext cx="523080" cy="34560"/>
              </a:xfrm>
              <a:prstGeom prst="rect"/>
            </p:spPr>
          </p:pic>
        </mc:Fallback>
      </mc:AlternateContent>
      <p:pic>
        <p:nvPicPr>
          <p:cNvPr id="11" name="墨迹 10"/>
          <p:cNvPicPr/>
          <p:nvPr/>
        </p:nvPicPr>
        <p:blipFill>
          <a:blip r:embed="rId19"/>
          <a:stretch>
            <a:fillRect/>
          </a:stretch>
        </p:blipFill>
        <p:spPr>
          <a:xfrm>
            <a:off x="2214546" y="4643446"/>
            <a:ext cx="1343880" cy="144360"/>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457200" y="457200"/>
            <a:ext cx="8229600" cy="668338"/>
          </a:xfrm>
        </p:spPr>
        <p:txBody>
          <a:bodyPr rtlCol="0">
            <a:normAutofit fontScale="90000"/>
          </a:bodyPr>
          <a:lstStyle/>
          <a:p>
            <a:pPr eaLnBrk="1" fontAlgn="auto" hangingPunct="1">
              <a:spcAft>
                <a:spcPts val="0"/>
              </a:spcAft>
              <a:defRPr/>
            </a:pPr>
            <a:r>
              <a:rPr lang="zh-CN" altLang="en-US" sz="4000">
                <a:ea typeface="楷体_GB2312" pitchFamily="49" charset="-122"/>
              </a:rPr>
              <a:t>十、辞职信</a:t>
            </a:r>
            <a:r>
              <a:rPr lang="zh-CN" altLang="en-US" sz="4000"/>
              <a:t> （ </a:t>
            </a:r>
            <a:r>
              <a:rPr lang="zh-CN" altLang="zh-CN" sz="3600" b="1"/>
              <a:t>Letter of Resignation </a:t>
            </a:r>
            <a:r>
              <a:rPr lang="zh-CN" altLang="en-US" sz="3600"/>
              <a:t>）</a:t>
            </a:r>
            <a:endParaRPr lang="zh-CN" altLang="en-US" sz="3600"/>
          </a:p>
        </p:txBody>
      </p:sp>
      <p:sp>
        <p:nvSpPr>
          <p:cNvPr id="100354" name="Rectangle 3"/>
          <p:cNvSpPr>
            <a:spLocks noGrp="1" noChangeArrowheads="1"/>
          </p:cNvSpPr>
          <p:nvPr>
            <p:ph type="body" idx="1"/>
          </p:nvPr>
        </p:nvSpPr>
        <p:spPr>
          <a:xfrm>
            <a:off x="457200" y="1268413"/>
            <a:ext cx="8229600" cy="4968875"/>
          </a:xfrm>
        </p:spPr>
        <p:txBody>
          <a:bodyPr/>
          <a:lstStyle/>
          <a:p>
            <a:pPr eaLnBrk="1" hangingPunct="1">
              <a:lnSpc>
                <a:spcPct val="80000"/>
              </a:lnSpc>
              <a:buFont typeface="Wingdings" panose="05000000000000000000" pitchFamily="2" charset="2"/>
              <a:buNone/>
            </a:pPr>
            <a:r>
              <a:rPr lang="en-US" altLang="zh-CN" sz="2400" dirty="0" smtClean="0"/>
              <a:t>     </a:t>
            </a:r>
            <a:r>
              <a:rPr lang="zh-CN" altLang="en-US" sz="2800" dirty="0" smtClean="0">
                <a:latin typeface="楷体_GB2312" pitchFamily="49" charset="-122"/>
                <a:ea typeface="楷体_GB2312" pitchFamily="49" charset="-122"/>
              </a:rPr>
              <a:t>辞职信是希望卸任或放弃某份工作的书面陈述。 </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写辞职信时要说明辞职原因，有时需说明离开的时</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间以给对方一个物色接替人选的时间，以免给所在</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单位造成不必要的麻烦。然后还要感谢对方曾经给</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过自己这样的工作机会。在写作辞职信的时候语气</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一定要诚恳，尤其是要表达遗憾的心情，同时对于</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原雇主曾经给自己的这份工作机会表达感激之情。 </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  正文主要有</a:t>
            </a:r>
            <a:r>
              <a:rPr lang="en-US" altLang="zh-CN" sz="2800" dirty="0" smtClean="0">
                <a:latin typeface="楷体_GB2312" pitchFamily="49" charset="-122"/>
                <a:ea typeface="楷体_GB2312" pitchFamily="49" charset="-122"/>
              </a:rPr>
              <a:t>3</a:t>
            </a:r>
            <a:r>
              <a:rPr lang="zh-CN" altLang="en-US" sz="2800" dirty="0" smtClean="0">
                <a:latin typeface="楷体_GB2312" pitchFamily="49" charset="-122"/>
                <a:ea typeface="楷体_GB2312" pitchFamily="49" charset="-122"/>
              </a:rPr>
              <a:t>个部分 </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a:t>
            </a:r>
            <a:r>
              <a:rPr lang="en-US" altLang="zh-CN" sz="2800" dirty="0" smtClean="0">
                <a:latin typeface="楷体_GB2312" pitchFamily="49" charset="-122"/>
                <a:ea typeface="楷体_GB2312" pitchFamily="49" charset="-122"/>
              </a:rPr>
              <a:t>1</a:t>
            </a:r>
            <a:r>
              <a:rPr lang="zh-CN" altLang="en-US" sz="2800" dirty="0" smtClean="0">
                <a:latin typeface="楷体_GB2312" pitchFamily="49" charset="-122"/>
                <a:ea typeface="楷体_GB2312" pitchFamily="49" charset="-122"/>
              </a:rPr>
              <a:t>）简单说明辞职的请求 </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a:t>
            </a:r>
            <a:r>
              <a:rPr lang="en-US" altLang="zh-CN" sz="2800" dirty="0" smtClean="0">
                <a:latin typeface="楷体_GB2312" pitchFamily="49" charset="-122"/>
                <a:ea typeface="楷体_GB2312" pitchFamily="49" charset="-122"/>
              </a:rPr>
              <a:t>2</a:t>
            </a:r>
            <a:r>
              <a:rPr lang="zh-CN" altLang="en-US" sz="2800" dirty="0" smtClean="0">
                <a:latin typeface="楷体_GB2312" pitchFamily="49" charset="-122"/>
                <a:ea typeface="楷体_GB2312" pitchFamily="49" charset="-122"/>
              </a:rPr>
              <a:t>）具体说明想要辞职的原因，表示遗憾或感谢 </a:t>
            </a:r>
            <a:endParaRPr lang="zh-CN" altLang="en-US" sz="2800" dirty="0" smtClean="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zh-CN" altLang="en-US" sz="2800" dirty="0" smtClean="0">
                <a:latin typeface="楷体_GB2312" pitchFamily="49" charset="-122"/>
                <a:ea typeface="楷体_GB2312" pitchFamily="49" charset="-122"/>
              </a:rPr>
              <a:t>（</a:t>
            </a:r>
            <a:r>
              <a:rPr lang="en-US" altLang="zh-CN" sz="2800" dirty="0" smtClean="0">
                <a:latin typeface="楷体_GB2312" pitchFamily="49" charset="-122"/>
                <a:ea typeface="楷体_GB2312" pitchFamily="49" charset="-122"/>
              </a:rPr>
              <a:t>3</a:t>
            </a:r>
            <a:r>
              <a:rPr lang="zh-CN" altLang="en-US" sz="2800" dirty="0" smtClean="0">
                <a:latin typeface="楷体_GB2312" pitchFamily="49" charset="-122"/>
                <a:ea typeface="楷体_GB2312" pitchFamily="49" charset="-122"/>
              </a:rPr>
              <a:t>）希望对方同意辞呈 </a:t>
            </a:r>
            <a:endParaRPr lang="zh-CN" altLang="en-US" sz="2800" dirty="0" smtClean="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468313" y="476250"/>
            <a:ext cx="8229600" cy="679450"/>
          </a:xfrm>
        </p:spPr>
        <p:txBody>
          <a:bodyPr rtlCol="0">
            <a:normAutofit fontScale="90000"/>
          </a:bodyPr>
          <a:lstStyle/>
          <a:p>
            <a:pPr eaLnBrk="1" fontAlgn="auto" hangingPunct="1">
              <a:spcAft>
                <a:spcPts val="0"/>
              </a:spcAft>
              <a:defRPr/>
            </a:pPr>
            <a:r>
              <a:rPr lang="zh-CN" altLang="en-US" sz="3200">
                <a:ea typeface="楷体_GB2312" pitchFamily="49" charset="-122"/>
              </a:rPr>
              <a:t>常用表达</a:t>
            </a:r>
            <a:r>
              <a:rPr lang="zh-CN" altLang="en-US" sz="4000"/>
              <a:t> </a:t>
            </a:r>
            <a:r>
              <a:rPr lang="en-US" altLang="zh-CN" sz="4000"/>
              <a:t>:</a:t>
            </a:r>
            <a:endParaRPr lang="en-US" altLang="zh-CN" sz="4000"/>
          </a:p>
        </p:txBody>
      </p:sp>
      <p:sp>
        <p:nvSpPr>
          <p:cNvPr id="101378" name="Rectangle 3"/>
          <p:cNvSpPr>
            <a:spLocks noGrp="1" noChangeArrowheads="1"/>
          </p:cNvSpPr>
          <p:nvPr>
            <p:ph type="body" idx="1"/>
          </p:nvPr>
        </p:nvSpPr>
        <p:spPr>
          <a:xfrm>
            <a:off x="457200" y="1268413"/>
            <a:ext cx="8229600" cy="5256212"/>
          </a:xfrm>
        </p:spPr>
        <p:txBody>
          <a:bodyPr/>
          <a:lstStyle/>
          <a:p>
            <a:pPr eaLnBrk="1" hangingPunct="1">
              <a:lnSpc>
                <a:spcPct val="90000"/>
              </a:lnSpc>
              <a:buFont typeface="Wingdings" panose="05000000000000000000" pitchFamily="2" charset="2"/>
              <a:buNone/>
            </a:pPr>
            <a:r>
              <a:rPr lang="zh-CN" altLang="en-US" sz="2800" dirty="0" smtClean="0"/>
              <a:t>（</a:t>
            </a:r>
            <a:r>
              <a:rPr lang="en-US" altLang="zh-CN" sz="2800" dirty="0" smtClean="0"/>
              <a:t>1</a:t>
            </a:r>
            <a:r>
              <a:rPr lang="zh-CN" altLang="en-US" sz="2800" dirty="0" smtClean="0"/>
              <a:t>）</a:t>
            </a:r>
            <a:r>
              <a:rPr lang="en-US" altLang="zh-CN" sz="2800" dirty="0" smtClean="0"/>
              <a:t>I am writing to inform you of… </a:t>
            </a:r>
            <a:endParaRPr lang="en-US" altLang="zh-CN" sz="2800" dirty="0" smtClean="0"/>
          </a:p>
          <a:p>
            <a:pPr eaLnBrk="1" hangingPunct="1">
              <a:lnSpc>
                <a:spcPct val="90000"/>
              </a:lnSpc>
              <a:buFont typeface="Wingdings" panose="05000000000000000000" pitchFamily="2" charset="2"/>
              <a:buNone/>
            </a:pPr>
            <a:r>
              <a:rPr lang="zh-CN" altLang="en-US" sz="2800" dirty="0" smtClean="0"/>
              <a:t>（</a:t>
            </a:r>
            <a:r>
              <a:rPr lang="en-US" altLang="zh-CN" sz="2800" dirty="0" smtClean="0"/>
              <a:t>2</a:t>
            </a:r>
            <a:r>
              <a:rPr lang="zh-CN" altLang="en-US" sz="2800" dirty="0" smtClean="0"/>
              <a:t>）</a:t>
            </a:r>
            <a:r>
              <a:rPr lang="en-US" altLang="zh-CN" sz="2800" dirty="0" smtClean="0"/>
              <a:t>Though having…, I, unfortunately, find </a:t>
            </a:r>
            <a:endParaRPr lang="en-US" altLang="zh-CN" sz="2800" dirty="0" smtClean="0"/>
          </a:p>
          <a:p>
            <a:pPr eaLnBrk="1" hangingPunct="1">
              <a:lnSpc>
                <a:spcPct val="90000"/>
              </a:lnSpc>
              <a:buFont typeface="Wingdings" panose="05000000000000000000" pitchFamily="2" charset="2"/>
              <a:buNone/>
            </a:pPr>
            <a:r>
              <a:rPr lang="en-US" altLang="zh-CN" sz="2800" dirty="0" smtClean="0"/>
              <a:t>        that… </a:t>
            </a:r>
            <a:endParaRPr lang="en-US" altLang="zh-CN" sz="2800" dirty="0" smtClean="0"/>
          </a:p>
          <a:p>
            <a:pPr eaLnBrk="1" hangingPunct="1">
              <a:lnSpc>
                <a:spcPct val="90000"/>
              </a:lnSpc>
              <a:buFont typeface="Wingdings" panose="05000000000000000000" pitchFamily="2" charset="2"/>
              <a:buNone/>
            </a:pPr>
            <a:r>
              <a:rPr lang="zh-CN" altLang="en-US" sz="2800" dirty="0" smtClean="0"/>
              <a:t>（</a:t>
            </a:r>
            <a:r>
              <a:rPr lang="en-US" altLang="zh-CN" sz="2800" dirty="0" smtClean="0"/>
              <a:t>3</a:t>
            </a:r>
            <a:r>
              <a:rPr lang="zh-CN" altLang="en-US" sz="2800" dirty="0" smtClean="0"/>
              <a:t>）</a:t>
            </a:r>
            <a:r>
              <a:rPr lang="en-US" altLang="zh-CN" sz="2800" dirty="0" smtClean="0"/>
              <a:t>First of all… Moreover… </a:t>
            </a:r>
            <a:endParaRPr lang="en-US" altLang="zh-CN" sz="2800" dirty="0" smtClean="0"/>
          </a:p>
          <a:p>
            <a:pPr eaLnBrk="1" hangingPunct="1">
              <a:lnSpc>
                <a:spcPct val="90000"/>
              </a:lnSpc>
              <a:buFont typeface="Wingdings" panose="05000000000000000000" pitchFamily="2" charset="2"/>
              <a:buNone/>
            </a:pPr>
            <a:r>
              <a:rPr lang="zh-CN" altLang="en-US" sz="2800" dirty="0" smtClean="0"/>
              <a:t>（</a:t>
            </a:r>
            <a:r>
              <a:rPr lang="en-US" altLang="zh-CN" sz="2800" dirty="0" smtClean="0"/>
              <a:t>4</a:t>
            </a:r>
            <a:r>
              <a:rPr lang="zh-CN" altLang="en-US" sz="2800" dirty="0" smtClean="0"/>
              <a:t>）</a:t>
            </a:r>
            <a:r>
              <a:rPr lang="en-US" altLang="zh-CN" sz="2800" dirty="0" smtClean="0"/>
              <a:t>I apologize in advance for… </a:t>
            </a:r>
            <a:endParaRPr lang="en-US" altLang="zh-CN" sz="2800" dirty="0" smtClean="0"/>
          </a:p>
          <a:p>
            <a:pPr eaLnBrk="1" hangingPunct="1">
              <a:lnSpc>
                <a:spcPct val="90000"/>
              </a:lnSpc>
              <a:buFont typeface="Wingdings" panose="05000000000000000000" pitchFamily="2" charset="2"/>
              <a:buNone/>
            </a:pPr>
            <a:r>
              <a:rPr lang="zh-CN" altLang="en-US" sz="2800" dirty="0" smtClean="0"/>
              <a:t>（</a:t>
            </a:r>
            <a:r>
              <a:rPr lang="en-US" altLang="zh-CN" sz="2800" dirty="0" smtClean="0"/>
              <a:t>5</a:t>
            </a:r>
            <a:r>
              <a:rPr lang="zh-CN" altLang="en-US" sz="2800" dirty="0" smtClean="0"/>
              <a:t>）</a:t>
            </a:r>
            <a:r>
              <a:rPr lang="en-US" altLang="zh-CN" sz="2800" dirty="0" smtClean="0"/>
              <a:t>I am sorry to inform you by this letter that I  </a:t>
            </a:r>
            <a:endParaRPr lang="en-US" altLang="zh-CN" sz="2800" dirty="0" smtClean="0"/>
          </a:p>
          <a:p>
            <a:pPr eaLnBrk="1" hangingPunct="1">
              <a:lnSpc>
                <a:spcPct val="90000"/>
              </a:lnSpc>
              <a:buFont typeface="Wingdings" panose="05000000000000000000" pitchFamily="2" charset="2"/>
              <a:buNone/>
            </a:pPr>
            <a:r>
              <a:rPr lang="en-US" altLang="zh-CN" sz="2800" dirty="0" smtClean="0"/>
              <a:t>         plan to… </a:t>
            </a:r>
            <a:endParaRPr lang="en-US" altLang="zh-CN" sz="2800" dirty="0" smtClean="0"/>
          </a:p>
          <a:p>
            <a:pPr eaLnBrk="1" hangingPunct="1">
              <a:lnSpc>
                <a:spcPct val="90000"/>
              </a:lnSpc>
              <a:buFont typeface="Wingdings" panose="05000000000000000000" pitchFamily="2" charset="2"/>
              <a:buNone/>
            </a:pPr>
            <a:r>
              <a:rPr lang="zh-CN" altLang="en-US" sz="2800" dirty="0" smtClean="0"/>
              <a:t>（</a:t>
            </a:r>
            <a:r>
              <a:rPr lang="en-US" altLang="zh-CN" sz="2800" dirty="0" smtClean="0"/>
              <a:t>6</a:t>
            </a:r>
            <a:r>
              <a:rPr lang="zh-CN" altLang="en-US" sz="2800" dirty="0" smtClean="0"/>
              <a:t>）</a:t>
            </a:r>
            <a:r>
              <a:rPr lang="en-US" altLang="zh-CN" sz="2800" dirty="0" smtClean="0"/>
              <a:t>The main reason is that… </a:t>
            </a:r>
            <a:endParaRPr lang="en-US" altLang="zh-CN" sz="2800" dirty="0" smtClean="0"/>
          </a:p>
          <a:p>
            <a:pPr eaLnBrk="1" hangingPunct="1">
              <a:lnSpc>
                <a:spcPct val="90000"/>
              </a:lnSpc>
              <a:buFont typeface="Wingdings" panose="05000000000000000000" pitchFamily="2" charset="2"/>
              <a:buNone/>
            </a:pPr>
            <a:r>
              <a:rPr lang="zh-CN" altLang="en-US" sz="2800" dirty="0" smtClean="0"/>
              <a:t>（</a:t>
            </a:r>
            <a:r>
              <a:rPr lang="en-US" altLang="zh-CN" sz="2800" dirty="0" smtClean="0"/>
              <a:t>7</a:t>
            </a:r>
            <a:r>
              <a:rPr lang="zh-CN" altLang="en-US" sz="2800" dirty="0" smtClean="0"/>
              <a:t>）</a:t>
            </a:r>
            <a:r>
              <a:rPr lang="en-US" altLang="zh-CN" sz="2800" dirty="0" smtClean="0"/>
              <a:t>I am sorry for any inconvenience caused. </a:t>
            </a:r>
            <a:endParaRPr lang="en-US" altLang="zh-CN" sz="2800" dirty="0" smtClean="0"/>
          </a:p>
          <a:p>
            <a:pPr eaLnBrk="1" hangingPunct="1">
              <a:lnSpc>
                <a:spcPct val="90000"/>
              </a:lnSpc>
              <a:buFont typeface="Wingdings" panose="05000000000000000000" pitchFamily="2" charset="2"/>
              <a:buNone/>
            </a:pPr>
            <a:r>
              <a:rPr lang="zh-CN" altLang="en-US" sz="2800" dirty="0" smtClean="0"/>
              <a:t>（</a:t>
            </a:r>
            <a:r>
              <a:rPr lang="en-US" altLang="zh-CN" sz="2800" dirty="0" smtClean="0"/>
              <a:t>8</a:t>
            </a:r>
            <a:r>
              <a:rPr lang="zh-CN" altLang="en-US" sz="2800" dirty="0" smtClean="0"/>
              <a:t>）</a:t>
            </a:r>
            <a:r>
              <a:rPr lang="en-US" altLang="zh-CN" sz="2800" dirty="0" smtClean="0"/>
              <a:t>I sincerely hope that you approve of my </a:t>
            </a:r>
            <a:endParaRPr lang="en-US" altLang="zh-CN" sz="2800" dirty="0" smtClean="0"/>
          </a:p>
          <a:p>
            <a:pPr eaLnBrk="1" hangingPunct="1">
              <a:lnSpc>
                <a:spcPct val="90000"/>
              </a:lnSpc>
              <a:buFont typeface="Wingdings" panose="05000000000000000000" pitchFamily="2" charset="2"/>
              <a:buNone/>
            </a:pPr>
            <a:r>
              <a:rPr lang="en-US" altLang="zh-CN" sz="2800" dirty="0" smtClean="0"/>
              <a:t>        resignation. </a:t>
            </a:r>
            <a:endParaRPr lang="en-US" altLang="zh-CN" sz="2800"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797640" y="1431720"/>
              <a:ext cx="891720" cy="77400"/>
            </p14:xfrm>
          </p:contentPart>
        </mc:Choice>
        <mc:Fallback xmlns="">
          <p:pic>
            <p:nvPicPr>
              <p:cNvPr id="2" name="墨迹 1"/>
            </p:nvPicPr>
            <p:blipFill>
              <a:blip r:embed="rId2"/>
            </p:blipFill>
            <p:spPr>
              <a:xfrm>
                <a:off x="3797640" y="1431720"/>
                <a:ext cx="891720" cy="774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5520600" y="1457280"/>
              <a:ext cx="308880" cy="34560"/>
            </p14:xfrm>
          </p:contentPart>
        </mc:Choice>
        <mc:Fallback xmlns="">
          <p:pic>
            <p:nvPicPr>
              <p:cNvPr id="3" name="墨迹 2"/>
            </p:nvPicPr>
            <p:blipFill>
              <a:blip r:embed="rId4"/>
            </p:blipFill>
            <p:spPr>
              <a:xfrm>
                <a:off x="5520600" y="1457280"/>
                <a:ext cx="308880" cy="345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379880" y="3771720"/>
              <a:ext cx="6652800" cy="146160"/>
            </p14:xfrm>
          </p:contentPart>
        </mc:Choice>
        <mc:Fallback xmlns="">
          <p:pic>
            <p:nvPicPr>
              <p:cNvPr id="4" name="墨迹 3"/>
            </p:nvPicPr>
            <p:blipFill>
              <a:blip r:embed="rId6"/>
            </p:blipFill>
            <p:spPr>
              <a:xfrm>
                <a:off x="1379880" y="3771720"/>
                <a:ext cx="6652800" cy="1461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165680" y="4389120"/>
              <a:ext cx="1200600" cy="60480"/>
            </p14:xfrm>
          </p:contentPart>
        </mc:Choice>
        <mc:Fallback xmlns="">
          <p:pic>
            <p:nvPicPr>
              <p:cNvPr id="5" name="墨迹 4"/>
            </p:nvPicPr>
            <p:blipFill>
              <a:blip r:embed="rId8"/>
            </p:blipFill>
            <p:spPr>
              <a:xfrm>
                <a:off x="1165680" y="4389120"/>
                <a:ext cx="1200600" cy="604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465920" y="5263560"/>
              <a:ext cx="5898240" cy="171720"/>
            </p14:xfrm>
          </p:contentPart>
        </mc:Choice>
        <mc:Fallback xmlns="">
          <p:pic>
            <p:nvPicPr>
              <p:cNvPr id="6" name="墨迹 5"/>
            </p:nvPicPr>
            <p:blipFill>
              <a:blip r:embed="rId10"/>
            </p:blipFill>
            <p:spPr>
              <a:xfrm>
                <a:off x="1465920" y="5263560"/>
                <a:ext cx="5898240" cy="17172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5237640" y="5614920"/>
              <a:ext cx="1612080" cy="120600"/>
            </p14:xfrm>
          </p:contentPart>
        </mc:Choice>
        <mc:Fallback xmlns="">
          <p:pic>
            <p:nvPicPr>
              <p:cNvPr id="7" name="墨迹 6"/>
            </p:nvPicPr>
            <p:blipFill>
              <a:blip r:embed="rId12"/>
            </p:blipFill>
            <p:spPr>
              <a:xfrm>
                <a:off x="5237640" y="5614920"/>
                <a:ext cx="1612080" cy="120600"/>
              </a:xfrm>
              <a:prstGeom prst="rect"/>
            </p:spPr>
          </p:pic>
        </mc:Fallback>
      </mc:AlternateContent>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3"/>
          <p:cNvSpPr>
            <a:spLocks noGrp="1" noChangeArrowheads="1"/>
          </p:cNvSpPr>
          <p:nvPr>
            <p:ph type="body" idx="1"/>
          </p:nvPr>
        </p:nvSpPr>
        <p:spPr>
          <a:xfrm>
            <a:off x="539750" y="692150"/>
            <a:ext cx="8229600" cy="5905500"/>
          </a:xfrm>
        </p:spPr>
        <p:txBody>
          <a:bodyPr/>
          <a:lstStyle/>
          <a:p>
            <a:pPr eaLnBrk="1" hangingPunct="1">
              <a:lnSpc>
                <a:spcPct val="90000"/>
              </a:lnSpc>
              <a:buFont typeface="Wingdings" panose="05000000000000000000" pitchFamily="2" charset="2"/>
              <a:buNone/>
            </a:pPr>
            <a:r>
              <a:rPr lang="en-US" altLang="zh-CN" sz="2400" dirty="0" smtClean="0"/>
              <a:t>Dear Mrs. Zhang,</a:t>
            </a:r>
            <a:endParaRPr lang="en-US" altLang="zh-CN" sz="2400" dirty="0" smtClean="0"/>
          </a:p>
          <a:p>
            <a:pPr eaLnBrk="1" hangingPunct="1">
              <a:lnSpc>
                <a:spcPct val="90000"/>
              </a:lnSpc>
              <a:buFont typeface="Wingdings" panose="05000000000000000000" pitchFamily="2" charset="2"/>
              <a:buNone/>
            </a:pPr>
            <a:r>
              <a:rPr lang="en-US" altLang="zh-CN" sz="2400" dirty="0" smtClean="0"/>
              <a:t>I am sorry to inform you of my decision to resign my current </a:t>
            </a:r>
            <a:endParaRPr lang="en-US" altLang="zh-CN" sz="2400" dirty="0" smtClean="0"/>
          </a:p>
          <a:p>
            <a:pPr eaLnBrk="1" hangingPunct="1">
              <a:lnSpc>
                <a:spcPct val="90000"/>
              </a:lnSpc>
              <a:buFont typeface="Wingdings" panose="05000000000000000000" pitchFamily="2" charset="2"/>
              <a:buNone/>
            </a:pPr>
            <a:r>
              <a:rPr lang="en-US" altLang="zh-CN" sz="2400" dirty="0" smtClean="0"/>
              <a:t>position as an assistant in this company. </a:t>
            </a:r>
            <a:endParaRPr lang="en-US" altLang="zh-CN" sz="2400" dirty="0" smtClean="0"/>
          </a:p>
          <a:p>
            <a:pPr eaLnBrk="1" hangingPunct="1">
              <a:lnSpc>
                <a:spcPct val="90000"/>
              </a:lnSpc>
              <a:buFont typeface="Wingdings" panose="05000000000000000000" pitchFamily="2" charset="2"/>
              <a:buNone/>
            </a:pPr>
            <a:r>
              <a:rPr lang="en-US" altLang="zh-CN" sz="2400" dirty="0" smtClean="0"/>
              <a:t>I enjoy working with the people in the office, they are kind </a:t>
            </a:r>
            <a:endParaRPr lang="en-US" altLang="zh-CN" sz="2400" dirty="0" smtClean="0"/>
          </a:p>
          <a:p>
            <a:pPr eaLnBrk="1" hangingPunct="1">
              <a:lnSpc>
                <a:spcPct val="90000"/>
              </a:lnSpc>
              <a:buFont typeface="Wingdings" panose="05000000000000000000" pitchFamily="2" charset="2"/>
              <a:buNone/>
            </a:pPr>
            <a:r>
              <a:rPr lang="en-US" altLang="zh-CN" sz="2400" dirty="0" smtClean="0"/>
              <a:t>and hard-working. However, after a month work, I</a:t>
            </a:r>
            <a:endParaRPr lang="en-US" altLang="zh-CN" sz="2400" dirty="0" smtClean="0"/>
          </a:p>
          <a:p>
            <a:pPr eaLnBrk="1" hangingPunct="1">
              <a:lnSpc>
                <a:spcPct val="90000"/>
              </a:lnSpc>
              <a:buFont typeface="Wingdings" panose="05000000000000000000" pitchFamily="2" charset="2"/>
              <a:buNone/>
            </a:pPr>
            <a:r>
              <a:rPr lang="en-US" altLang="zh-CN" sz="2400" dirty="0" smtClean="0"/>
              <a:t>unfortunately find the job is quite far from my expectations. </a:t>
            </a:r>
            <a:endParaRPr lang="en-US" altLang="zh-CN" sz="2400" dirty="0" smtClean="0"/>
          </a:p>
          <a:p>
            <a:pPr eaLnBrk="1" hangingPunct="1">
              <a:lnSpc>
                <a:spcPct val="90000"/>
              </a:lnSpc>
              <a:buFont typeface="Wingdings" panose="05000000000000000000" pitchFamily="2" charset="2"/>
              <a:buNone/>
            </a:pPr>
            <a:r>
              <a:rPr lang="en-US" altLang="zh-CN" sz="2400" dirty="0" smtClean="0"/>
              <a:t>First of all , I could hardly bear the extra work and night </a:t>
            </a:r>
            <a:endParaRPr lang="en-US" altLang="zh-CN" sz="2400" dirty="0" smtClean="0"/>
          </a:p>
          <a:p>
            <a:pPr eaLnBrk="1" hangingPunct="1">
              <a:lnSpc>
                <a:spcPct val="90000"/>
              </a:lnSpc>
              <a:buFont typeface="Wingdings" panose="05000000000000000000" pitchFamily="2" charset="2"/>
              <a:buNone/>
            </a:pPr>
            <a:r>
              <a:rPr lang="en-US" altLang="zh-CN" sz="2400" dirty="0" smtClean="0"/>
              <a:t>shift. Meanwhile, the salary is far from satisfying which </a:t>
            </a:r>
            <a:endParaRPr lang="en-US" altLang="zh-CN" sz="2400" dirty="0" smtClean="0"/>
          </a:p>
          <a:p>
            <a:pPr eaLnBrk="1" hangingPunct="1">
              <a:lnSpc>
                <a:spcPct val="90000"/>
              </a:lnSpc>
              <a:buFont typeface="Wingdings" panose="05000000000000000000" pitchFamily="2" charset="2"/>
              <a:buNone/>
            </a:pPr>
            <a:r>
              <a:rPr lang="en-US" altLang="zh-CN" sz="2400" dirty="0" smtClean="0"/>
              <a:t>cannot support my large family. What is more, I find my </a:t>
            </a:r>
            <a:endParaRPr lang="en-US" altLang="zh-CN" sz="2400" dirty="0" smtClean="0"/>
          </a:p>
          <a:p>
            <a:pPr eaLnBrk="1" hangingPunct="1">
              <a:lnSpc>
                <a:spcPct val="90000"/>
              </a:lnSpc>
              <a:buFont typeface="Wingdings" panose="05000000000000000000" pitchFamily="2" charset="2"/>
              <a:buNone/>
            </a:pPr>
            <a:r>
              <a:rPr lang="en-US" altLang="zh-CN" sz="2400" dirty="0" smtClean="0"/>
              <a:t>talents are not being made full use of.</a:t>
            </a:r>
            <a:endParaRPr lang="en-US" altLang="zh-CN" sz="2400" dirty="0" smtClean="0"/>
          </a:p>
          <a:p>
            <a:pPr eaLnBrk="1" hangingPunct="1">
              <a:lnSpc>
                <a:spcPct val="90000"/>
              </a:lnSpc>
              <a:buFont typeface="Wingdings" panose="05000000000000000000" pitchFamily="2" charset="2"/>
              <a:buNone/>
            </a:pPr>
            <a:r>
              <a:rPr lang="en-US" altLang="zh-CN" sz="2400" dirty="0" smtClean="0"/>
              <a:t>I am sorry for any inconvenience caused, and I sincerely </a:t>
            </a:r>
            <a:endParaRPr lang="en-US" altLang="zh-CN" sz="2400" dirty="0" smtClean="0"/>
          </a:p>
          <a:p>
            <a:pPr eaLnBrk="1" hangingPunct="1">
              <a:lnSpc>
                <a:spcPct val="90000"/>
              </a:lnSpc>
              <a:buFont typeface="Wingdings" panose="05000000000000000000" pitchFamily="2" charset="2"/>
              <a:buNone/>
            </a:pPr>
            <a:r>
              <a:rPr lang="en-US" altLang="zh-CN" sz="2400" dirty="0" smtClean="0"/>
              <a:t>hope that you approve of my resignation.</a:t>
            </a:r>
            <a:endParaRPr lang="en-US" altLang="zh-CN" sz="2400" dirty="0" smtClean="0"/>
          </a:p>
          <a:p>
            <a:pPr eaLnBrk="1" hangingPunct="1">
              <a:lnSpc>
                <a:spcPct val="90000"/>
              </a:lnSpc>
              <a:buFont typeface="Wingdings" panose="05000000000000000000" pitchFamily="2" charset="2"/>
              <a:buNone/>
            </a:pPr>
            <a:r>
              <a:rPr lang="en-US" altLang="zh-CN" sz="2400" dirty="0" smtClean="0"/>
              <a:t>Yours sincerely,</a:t>
            </a:r>
            <a:endParaRPr lang="en-US" altLang="zh-CN" sz="2400" dirty="0" smtClean="0"/>
          </a:p>
          <a:p>
            <a:pPr eaLnBrk="1" hangingPunct="1">
              <a:lnSpc>
                <a:spcPct val="90000"/>
              </a:lnSpc>
              <a:buFont typeface="Wingdings" panose="05000000000000000000" pitchFamily="2" charset="2"/>
              <a:buNone/>
            </a:pPr>
            <a:r>
              <a:rPr lang="en-US" altLang="zh-CN" sz="2400" dirty="0" smtClean="0"/>
              <a:t>Wang  Fen  </a:t>
            </a:r>
            <a:endParaRPr lang="en-US" altLang="zh-CN" sz="2400"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6137640" y="1354320"/>
              <a:ext cx="866160" cy="9000"/>
            </p14:xfrm>
          </p:contentPart>
        </mc:Choice>
        <mc:Fallback xmlns="">
          <p:pic>
            <p:nvPicPr>
              <p:cNvPr id="2" name="墨迹 1"/>
            </p:nvPicPr>
            <p:blipFill>
              <a:blip r:embed="rId2"/>
            </p:blipFill>
            <p:spPr>
              <a:xfrm>
                <a:off x="6137640" y="1354320"/>
                <a:ext cx="866160" cy="90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5006160" y="2914560"/>
              <a:ext cx="3360960" cy="34560"/>
            </p14:xfrm>
          </p:contentPart>
        </mc:Choice>
        <mc:Fallback xmlns="">
          <p:pic>
            <p:nvPicPr>
              <p:cNvPr id="3" name="墨迹 2"/>
            </p:nvPicPr>
            <p:blipFill>
              <a:blip r:embed="rId4"/>
            </p:blipFill>
            <p:spPr>
              <a:xfrm>
                <a:off x="5006160" y="2914560"/>
                <a:ext cx="3360960" cy="345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200480" y="3351960"/>
              <a:ext cx="351720" cy="51840"/>
            </p14:xfrm>
          </p:contentPart>
        </mc:Choice>
        <mc:Fallback xmlns="">
          <p:pic>
            <p:nvPicPr>
              <p:cNvPr id="4" name="墨迹 3"/>
            </p:nvPicPr>
            <p:blipFill>
              <a:blip r:embed="rId6"/>
            </p:blipFill>
            <p:spPr>
              <a:xfrm>
                <a:off x="4200480" y="3351960"/>
                <a:ext cx="351720" cy="51840"/>
              </a:xfrm>
              <a:prstGeom prst="rect"/>
            </p:spPr>
          </p:pic>
        </mc:Fallback>
      </mc:AlternateContent>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ext Box 4"/>
          <p:cNvSpPr txBox="1">
            <a:spLocks noChangeArrowheads="1"/>
          </p:cNvSpPr>
          <p:nvPr/>
        </p:nvSpPr>
        <p:spPr bwMode="auto">
          <a:xfrm>
            <a:off x="323850" y="549275"/>
            <a:ext cx="8569325" cy="6481763"/>
          </a:xfrm>
          <a:prstGeom prst="rect">
            <a:avLst/>
          </a:prstGeom>
          <a:noFill/>
          <a:ln w="9525">
            <a:noFill/>
            <a:miter lim="800000"/>
          </a:ln>
        </p:spPr>
        <p:txBody>
          <a:bodyPr>
            <a:spAutoFit/>
          </a:bodyPr>
          <a:lstStyle/>
          <a:p>
            <a:pPr algn="ctr"/>
            <a:r>
              <a:rPr lang="zh-CN" altLang="en-US" sz="2400" b="1" dirty="0">
                <a:latin typeface="Cambria" panose="02040503050406030204" charset="0"/>
                <a:ea typeface="华文楷体" panose="02010600040101010101" charset="-122"/>
              </a:rPr>
              <a:t>备忘录</a:t>
            </a:r>
            <a:endParaRPr lang="zh-CN" altLang="en-US" sz="2400" b="1" dirty="0">
              <a:latin typeface="Cambria" panose="02040503050406030204" charset="0"/>
              <a:ea typeface="华文楷体" panose="02010600040101010101" charset="-122"/>
            </a:endParaRPr>
          </a:p>
          <a:p>
            <a:r>
              <a:rPr lang="zh-CN" altLang="en-US" sz="2400" b="1" dirty="0">
                <a:latin typeface="Cambria" panose="02040503050406030204" charset="0"/>
                <a:ea typeface="华文楷体" panose="02010600040101010101" charset="-122"/>
              </a:rPr>
              <a:t>作用</a:t>
            </a:r>
            <a:endParaRPr lang="zh-CN" altLang="en-US" sz="2400" b="1"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    备忘录是一种正式的公文，它结构清晰、阅读方便、传递迅速，主要用来通报消息（会议安排、情况报告、责任确认、问题处理）、回复来函、评估成绩等内部公务，或用来提醒、督促对方，或就某个问题提出自己的意见或看法的应用文件，在机关或公司内部使用较多。</a:t>
            </a:r>
            <a:endParaRPr lang="zh-CN" altLang="en-US" sz="2400" dirty="0">
              <a:latin typeface="Cambria" panose="02040503050406030204" charset="0"/>
              <a:ea typeface="华文楷体" panose="02010600040101010101" charset="-122"/>
            </a:endParaRPr>
          </a:p>
          <a:p>
            <a:r>
              <a:rPr lang="zh-CN" altLang="en-US" sz="2400" b="1" dirty="0">
                <a:latin typeface="Cambria" panose="02040503050406030204" charset="0"/>
                <a:ea typeface="华文楷体" panose="02010600040101010101" charset="-122"/>
              </a:rPr>
              <a:t>基本要求</a:t>
            </a:r>
            <a:endParaRPr lang="zh-CN" altLang="en-US" sz="2400" b="1"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1</a:t>
            </a:r>
            <a:r>
              <a:rPr lang="zh-CN" altLang="en-US" sz="2400" dirty="0">
                <a:latin typeface="Cambria" panose="02040503050406030204" charset="0"/>
                <a:ea typeface="华文楷体" panose="02010600040101010101" charset="-122"/>
              </a:rPr>
              <a:t>、</a:t>
            </a:r>
            <a:r>
              <a:rPr lang="zh-CN" altLang="en-US" sz="2400" b="1" dirty="0">
                <a:latin typeface="Cambria" panose="02040503050406030204" charset="0"/>
                <a:ea typeface="华文楷体" panose="02010600040101010101" charset="-122"/>
              </a:rPr>
              <a:t>文件头（</a:t>
            </a:r>
            <a:r>
              <a:rPr lang="en-US" altLang="zh-CN" sz="2400" b="1" dirty="0">
                <a:latin typeface="Cambria" panose="02040503050406030204" charset="0"/>
                <a:ea typeface="华文楷体" panose="02010600040101010101" charset="-122"/>
              </a:rPr>
              <a:t>Head</a:t>
            </a:r>
            <a:r>
              <a:rPr lang="zh-CN" altLang="en-US" sz="2400" b="1" dirty="0">
                <a:latin typeface="Cambria" panose="02040503050406030204" charset="0"/>
                <a:ea typeface="华文楷体" panose="02010600040101010101" charset="-122"/>
              </a:rPr>
              <a:t>）</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包括发件人姓名、职务或发件人公司名称；收件人姓名、职务或收件人公司名称；备忘录的主题；写备忘录的日期。</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2</a:t>
            </a:r>
            <a:r>
              <a:rPr lang="zh-CN" altLang="en-US" sz="2400" dirty="0">
                <a:latin typeface="Cambria" panose="02040503050406030204" charset="0"/>
                <a:ea typeface="华文楷体" panose="02010600040101010101" charset="-122"/>
              </a:rPr>
              <a:t>、</a:t>
            </a:r>
            <a:r>
              <a:rPr lang="zh-CN" altLang="en-US" sz="2400" b="1" dirty="0">
                <a:latin typeface="Cambria" panose="02040503050406030204" charset="0"/>
                <a:ea typeface="华文楷体" panose="02010600040101010101" charset="-122"/>
              </a:rPr>
              <a:t>正文（</a:t>
            </a:r>
            <a:r>
              <a:rPr lang="en-US" altLang="zh-CN" sz="2400" b="1" dirty="0">
                <a:latin typeface="Cambria" panose="02040503050406030204" charset="0"/>
                <a:ea typeface="华文楷体" panose="02010600040101010101" charset="-122"/>
              </a:rPr>
              <a:t>Body</a:t>
            </a:r>
            <a:r>
              <a:rPr lang="zh-CN" altLang="en-US" sz="2400" b="1">
                <a:latin typeface="Cambria" panose="02040503050406030204" charset="0"/>
                <a:ea typeface="华文楷体" panose="02010600040101010101" charset="-122"/>
              </a:rPr>
              <a:t>）：</a:t>
            </a:r>
            <a:r>
              <a:rPr lang="zh-CN" altLang="en-US" sz="2400">
                <a:latin typeface="Cambria" panose="02040503050406030204" charset="0"/>
                <a:ea typeface="华文楷体" panose="02010600040101010101" charset="-122"/>
              </a:rPr>
              <a:t>在正文中交代的事情要简明扼要，具体事项准确无误，每件事情另起一段表明。</a:t>
            </a:r>
            <a:endParaRPr lang="zh-CN" altLang="en-US" sz="240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3</a:t>
            </a:r>
            <a:r>
              <a:rPr lang="zh-CN" altLang="en-US" sz="2400" dirty="0">
                <a:latin typeface="Cambria" panose="02040503050406030204" charset="0"/>
                <a:ea typeface="华文楷体" panose="02010600040101010101" charset="-122"/>
              </a:rPr>
              <a:t>、</a:t>
            </a:r>
            <a:r>
              <a:rPr lang="zh-CN" altLang="en-US" sz="2400" b="1" dirty="0">
                <a:latin typeface="Cambria" panose="02040503050406030204" charset="0"/>
                <a:ea typeface="华文楷体" panose="02010600040101010101" charset="-122"/>
              </a:rPr>
              <a:t>结束语（</a:t>
            </a:r>
            <a:r>
              <a:rPr lang="en-US" altLang="zh-CN" sz="2400" b="1" dirty="0">
                <a:latin typeface="Cambria" panose="02040503050406030204" charset="0"/>
                <a:ea typeface="华文楷体" panose="02010600040101010101" charset="-122"/>
              </a:rPr>
              <a:t>Conclusion</a:t>
            </a:r>
            <a:r>
              <a:rPr lang="zh-CN" altLang="en-US" sz="2400" b="1" dirty="0">
                <a:latin typeface="Cambria" panose="02040503050406030204" charset="0"/>
                <a:ea typeface="华文楷体" panose="02010600040101010101" charset="-122"/>
              </a:rPr>
              <a:t>）</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在备忘录的最后，一般要用一句概括性的话强调希望读备忘录的人对备忘录的内容尽快做出反映，语言要简洁而礼貌。</a:t>
            </a:r>
            <a:endParaRPr lang="zh-CN" altLang="en-US" sz="2400"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ext Box 4"/>
          <p:cNvSpPr txBox="1">
            <a:spLocks noChangeArrowheads="1"/>
          </p:cNvSpPr>
          <p:nvPr/>
        </p:nvSpPr>
        <p:spPr bwMode="auto">
          <a:xfrm>
            <a:off x="468313" y="620713"/>
            <a:ext cx="7991475" cy="3925887"/>
          </a:xfrm>
          <a:prstGeom prst="rect">
            <a:avLst/>
          </a:prstGeom>
          <a:noFill/>
          <a:ln w="9525">
            <a:noFill/>
            <a:miter lim="800000"/>
          </a:ln>
        </p:spPr>
        <p:txBody>
          <a:bodyPr>
            <a:spAutoFit/>
          </a:bodyPr>
          <a:lstStyle/>
          <a:p>
            <a:r>
              <a:rPr lang="zh-CN" altLang="en-US" sz="2400" b="1">
                <a:latin typeface="Cambria" panose="02040503050406030204" charset="0"/>
                <a:ea typeface="华文楷体" panose="02010600040101010101" charset="-122"/>
              </a:rPr>
              <a:t>备忘录的常见格式：</a:t>
            </a:r>
            <a:endParaRPr lang="zh-CN" altLang="en-US" sz="2400" b="1">
              <a:latin typeface="Cambria" panose="02040503050406030204" charset="0"/>
              <a:ea typeface="华文楷体" panose="02010600040101010101" charset="-122"/>
            </a:endParaRPr>
          </a:p>
          <a:p>
            <a:endParaRPr lang="zh-CN" altLang="en-US" sz="2400" b="1">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Memo</a:t>
            </a:r>
            <a:r>
              <a:rPr lang="zh-CN" altLang="en-US" sz="2400" b="1">
                <a:latin typeface="Cambria" panose="02040503050406030204" charset="0"/>
                <a:ea typeface="华文楷体" panose="02010600040101010101" charset="-122"/>
              </a:rPr>
              <a:t>（写在最上面中间位置）</a:t>
            </a:r>
            <a:endParaRPr lang="zh-CN" altLang="en-US" sz="2400" b="1">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From(</a:t>
            </a:r>
            <a:r>
              <a:rPr lang="zh-CN" altLang="en-US" sz="2400">
                <a:latin typeface="Cambria" panose="02040503050406030204" charset="0"/>
                <a:ea typeface="华文楷体" panose="02010600040101010101" charset="-122"/>
              </a:rPr>
              <a:t>自</a:t>
            </a:r>
            <a:r>
              <a:rPr lang="en-US" altLang="zh-CN" sz="2400">
                <a:latin typeface="Cambria" panose="02040503050406030204" charset="0"/>
                <a:ea typeface="华文楷体" panose="02010600040101010101" charset="-122"/>
              </a:rPr>
              <a:t>):</a:t>
            </a:r>
            <a:r>
              <a:rPr lang="zh-CN" altLang="en-US" sz="2400">
                <a:latin typeface="Cambria" panose="02040503050406030204" charset="0"/>
                <a:ea typeface="华文楷体" panose="02010600040101010101" charset="-122"/>
              </a:rPr>
              <a:t>发文机关的名称或写备忘录的人的姓名。</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To(</a:t>
            </a:r>
            <a:r>
              <a:rPr lang="zh-CN" altLang="en-US" sz="2400">
                <a:latin typeface="Cambria" panose="02040503050406030204" charset="0"/>
                <a:ea typeface="华文楷体" panose="02010600040101010101" charset="-122"/>
              </a:rPr>
              <a:t>送</a:t>
            </a:r>
            <a:r>
              <a:rPr lang="en-US" altLang="zh-CN" sz="2400">
                <a:latin typeface="Cambria" panose="02040503050406030204" charset="0"/>
                <a:ea typeface="华文楷体" panose="02010600040101010101" charset="-122"/>
              </a:rPr>
              <a:t>):</a:t>
            </a:r>
            <a:r>
              <a:rPr lang="zh-CN" altLang="en-US" sz="2400">
                <a:latin typeface="Cambria" panose="02040503050406030204" charset="0"/>
                <a:ea typeface="华文楷体" panose="02010600040101010101" charset="-122"/>
              </a:rPr>
              <a:t>收文人的姓名或收文机关的名称。</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Subject(</a:t>
            </a:r>
            <a:r>
              <a:rPr lang="zh-CN" altLang="en-US" sz="2400">
                <a:latin typeface="Cambria" panose="02040503050406030204" charset="0"/>
                <a:ea typeface="华文楷体" panose="02010600040101010101" charset="-122"/>
              </a:rPr>
              <a:t>主题</a:t>
            </a:r>
            <a:r>
              <a:rPr lang="en-US" altLang="zh-CN" sz="2400">
                <a:latin typeface="Cambria" panose="02040503050406030204" charset="0"/>
                <a:ea typeface="华文楷体" panose="02010600040101010101" charset="-122"/>
              </a:rPr>
              <a:t>):</a:t>
            </a:r>
            <a:endParaRPr lang="en-US" altLang="zh-CN"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Date(</a:t>
            </a:r>
            <a:r>
              <a:rPr lang="zh-CN" altLang="en-US" sz="2400">
                <a:latin typeface="Cambria" panose="02040503050406030204" charset="0"/>
                <a:ea typeface="华文楷体" panose="02010600040101010101" charset="-122"/>
              </a:rPr>
              <a:t>日期</a:t>
            </a:r>
            <a:r>
              <a:rPr lang="en-US" altLang="zh-CN" sz="2400">
                <a:latin typeface="Cambria" panose="02040503050406030204" charset="0"/>
                <a:ea typeface="华文楷体" panose="02010600040101010101" charset="-122"/>
              </a:rPr>
              <a:t>):</a:t>
            </a:r>
            <a:endParaRPr lang="en-US" altLang="zh-CN"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Body(</a:t>
            </a:r>
            <a:r>
              <a:rPr lang="zh-CN" altLang="en-US" sz="2400">
                <a:latin typeface="Cambria" panose="02040503050406030204" charset="0"/>
                <a:ea typeface="华文楷体" panose="02010600040101010101" charset="-122"/>
              </a:rPr>
              <a:t>正文</a:t>
            </a:r>
            <a:r>
              <a:rPr lang="en-US" altLang="zh-CN" sz="2400">
                <a:latin typeface="Cambria" panose="02040503050406030204" charset="0"/>
                <a:ea typeface="华文楷体" panose="02010600040101010101" charset="-122"/>
              </a:rPr>
              <a:t>):</a:t>
            </a:r>
            <a:endParaRPr lang="en-US" altLang="zh-CN" sz="2400">
              <a:latin typeface="Cambria" panose="02040503050406030204" charset="0"/>
              <a:ea typeface="华文楷体" panose="02010600040101010101" charset="-122"/>
            </a:endParaRPr>
          </a:p>
          <a:p>
            <a:endParaRPr lang="en-US" altLang="zh-CN" sz="2400">
              <a:latin typeface="Cambria" panose="02040503050406030204" charset="0"/>
              <a:ea typeface="华文楷体" panose="02010600040101010101" charset="-122"/>
            </a:endParaRPr>
          </a:p>
          <a:p>
            <a:pPr>
              <a:spcBef>
                <a:spcPct val="50000"/>
              </a:spcBef>
            </a:pPr>
            <a:endParaRPr lang="en-US" altLang="zh-CN" sz="2400">
              <a:latin typeface="Cambria" panose="02040503050406030204" charset="0"/>
              <a:ea typeface="华文楷体" panose="02010600040101010101" charset="-122"/>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ext Box 4"/>
          <p:cNvSpPr txBox="1">
            <a:spLocks noChangeArrowheads="1"/>
          </p:cNvSpPr>
          <p:nvPr/>
        </p:nvSpPr>
        <p:spPr bwMode="auto">
          <a:xfrm>
            <a:off x="179388" y="549275"/>
            <a:ext cx="8640762" cy="6711950"/>
          </a:xfrm>
          <a:prstGeom prst="rect">
            <a:avLst/>
          </a:prstGeom>
          <a:noFill/>
          <a:ln w="9525">
            <a:noFill/>
            <a:miter lim="800000"/>
          </a:ln>
        </p:spPr>
        <p:txBody>
          <a:bodyPr>
            <a:spAutoFit/>
          </a:bodyPr>
          <a:lstStyle/>
          <a:p>
            <a:r>
              <a:rPr lang="zh-CN" altLang="en-US" sz="2400" b="1">
                <a:latin typeface="Cambria" panose="02040503050406030204" charset="0"/>
                <a:ea typeface="华文楷体" panose="02010600040101010101" charset="-122"/>
              </a:rPr>
              <a:t>范例：</a:t>
            </a:r>
            <a:endParaRPr lang="zh-CN" altLang="en-US" sz="2400" b="1">
              <a:latin typeface="Cambria" panose="02040503050406030204" charset="0"/>
              <a:ea typeface="华文楷体" panose="02010600040101010101" charset="-122"/>
            </a:endParaRPr>
          </a:p>
          <a:p>
            <a:pPr algn="ctr"/>
            <a:r>
              <a:rPr lang="en-US" altLang="zh-CN" sz="2400" b="1">
                <a:latin typeface="Cambria" panose="02040503050406030204" charset="0"/>
                <a:ea typeface="华文楷体" panose="02010600040101010101" charset="-122"/>
              </a:rPr>
              <a:t>Memo</a:t>
            </a:r>
            <a:endParaRPr lang="en-US" altLang="zh-CN" sz="2400" b="1">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From: Li Ming</a:t>
            </a:r>
            <a:endParaRPr lang="en-US" altLang="zh-CN"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To: The leader of the student services department</a:t>
            </a:r>
            <a:endParaRPr lang="en-US" altLang="zh-CN"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Subject: Computers</a:t>
            </a:r>
            <a:endParaRPr lang="en-US" altLang="zh-CN"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Date: August7, 2007</a:t>
            </a:r>
            <a:endParaRPr lang="en-US" altLang="zh-CN"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Dear Sir</a:t>
            </a:r>
            <a:r>
              <a:rPr lang="zh-CN" altLang="en-US" sz="2400">
                <a:latin typeface="Cambria" panose="02040503050406030204" charset="0"/>
                <a:ea typeface="华文楷体" panose="02010600040101010101" charset="-122"/>
              </a:rPr>
              <a:t>，</a:t>
            </a:r>
            <a:endParaRPr lang="zh-CN" altLang="en-US" sz="2400">
              <a:latin typeface="Cambria" panose="02040503050406030204" charset="0"/>
              <a:ea typeface="华文楷体" panose="02010600040101010101" charset="-122"/>
            </a:endParaRPr>
          </a:p>
          <a:p>
            <a:r>
              <a:rPr lang="zh-CN" altLang="en-US" sz="2400">
                <a:latin typeface="Cambria" panose="02040503050406030204" charset="0"/>
                <a:ea typeface="华文楷体" panose="02010600040101010101" charset="-122"/>
              </a:rPr>
              <a:t>      </a:t>
            </a:r>
            <a:r>
              <a:rPr lang="en-US" altLang="zh-CN" sz="2400">
                <a:latin typeface="Cambria" panose="02040503050406030204" charset="0"/>
                <a:ea typeface="华文楷体" panose="02010600040101010101" charset="-122"/>
              </a:rPr>
              <a:t>I would like to remind you that we are in need of a computer for each dormitory. As university students, we need to keep in contact with our teachers, friends and people outside the campus online.</a:t>
            </a:r>
            <a:endParaRPr lang="en-US" altLang="zh-CN"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      We need a computer to receive and send messages. Though sometimes we can use computers in class or in Internet cafes, a computer in the dormitory would be more convenient and cheaper. I hope that you will help us with this request as soon as possible.</a:t>
            </a:r>
            <a:endParaRPr lang="en-US" altLang="zh-CN" sz="2400">
              <a:latin typeface="Cambria" panose="02040503050406030204" charset="0"/>
              <a:ea typeface="华文楷体" panose="02010600040101010101" charset="-122"/>
            </a:endParaRPr>
          </a:p>
          <a:p>
            <a:endParaRPr lang="en-US" altLang="zh-CN" sz="2400">
              <a:latin typeface="Cambria" panose="02040503050406030204" charset="0"/>
              <a:ea typeface="华文楷体" panose="02010600040101010101" charset="-122"/>
            </a:endParaRPr>
          </a:p>
          <a:p>
            <a:pPr>
              <a:spcBef>
                <a:spcPct val="50000"/>
              </a:spcBef>
            </a:pPr>
            <a:endParaRPr lang="en-US" altLang="zh-CN">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614320" y="3326040"/>
              <a:ext cx="1972080" cy="69120"/>
            </p14:xfrm>
          </p:contentPart>
        </mc:Choice>
        <mc:Fallback xmlns="">
          <p:pic>
            <p:nvPicPr>
              <p:cNvPr id="2" name="墨迹 1"/>
            </p:nvPicPr>
            <p:blipFill>
              <a:blip r:embed="rId2"/>
            </p:blipFill>
            <p:spPr>
              <a:xfrm>
                <a:off x="2614320" y="3326040"/>
                <a:ext cx="1972080" cy="691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7363800" y="3686040"/>
              <a:ext cx="1003320" cy="129240"/>
            </p14:xfrm>
          </p:contentPart>
        </mc:Choice>
        <mc:Fallback xmlns="">
          <p:pic>
            <p:nvPicPr>
              <p:cNvPr id="3" name="墨迹 2"/>
            </p:nvPicPr>
            <p:blipFill>
              <a:blip r:embed="rId4"/>
            </p:blipFill>
            <p:spPr>
              <a:xfrm>
                <a:off x="7363800" y="3686040"/>
                <a:ext cx="1003320" cy="1292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317160" y="4097520"/>
              <a:ext cx="883080" cy="103320"/>
            </p14:xfrm>
          </p:contentPart>
        </mc:Choice>
        <mc:Fallback xmlns="">
          <p:pic>
            <p:nvPicPr>
              <p:cNvPr id="4" name="墨迹 3"/>
            </p:nvPicPr>
            <p:blipFill>
              <a:blip r:embed="rId6"/>
            </p:blipFill>
            <p:spPr>
              <a:xfrm>
                <a:off x="317160" y="4097520"/>
                <a:ext cx="883080" cy="1033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6429240" y="5117760"/>
              <a:ext cx="1766160" cy="86040"/>
            </p14:xfrm>
          </p:contentPart>
        </mc:Choice>
        <mc:Fallback xmlns="">
          <p:pic>
            <p:nvPicPr>
              <p:cNvPr id="5" name="墨迹 4"/>
            </p:nvPicPr>
            <p:blipFill>
              <a:blip r:embed="rId8"/>
            </p:blipFill>
            <p:spPr>
              <a:xfrm>
                <a:off x="6429240" y="5117760"/>
                <a:ext cx="1766160" cy="8604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4020480" y="5923440"/>
              <a:ext cx="3223440" cy="43200"/>
            </p14:xfrm>
          </p:contentPart>
        </mc:Choice>
        <mc:Fallback xmlns="">
          <p:pic>
            <p:nvPicPr>
              <p:cNvPr id="6" name="墨迹 5"/>
            </p:nvPicPr>
            <p:blipFill>
              <a:blip r:embed="rId10"/>
            </p:blipFill>
            <p:spPr>
              <a:xfrm>
                <a:off x="4020480" y="5923440"/>
                <a:ext cx="3223440" cy="43200"/>
              </a:xfrm>
              <a:prstGeom prst="rect"/>
            </p:spPr>
          </p:pic>
        </mc:Fallback>
      </mc:AlternateContent>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ext Box 4"/>
          <p:cNvSpPr txBox="1">
            <a:spLocks noChangeArrowheads="1"/>
          </p:cNvSpPr>
          <p:nvPr/>
        </p:nvSpPr>
        <p:spPr bwMode="auto">
          <a:xfrm>
            <a:off x="539750" y="476250"/>
            <a:ext cx="8353425" cy="6300788"/>
          </a:xfrm>
          <a:prstGeom prst="rect">
            <a:avLst/>
          </a:prstGeom>
          <a:noFill/>
          <a:ln w="9525">
            <a:noFill/>
            <a:miter lim="800000"/>
          </a:ln>
        </p:spPr>
        <p:txBody>
          <a:bodyPr>
            <a:spAutoFit/>
          </a:bodyPr>
          <a:lstStyle/>
          <a:p>
            <a:pPr algn="ctr"/>
            <a:r>
              <a:rPr lang="zh-CN" altLang="en-US" b="1">
                <a:latin typeface="Cambria" panose="02040503050406030204" charset="0"/>
                <a:ea typeface="华文楷体" panose="02010600040101010101" charset="-122"/>
              </a:rPr>
              <a:t>说明书</a:t>
            </a:r>
            <a:endParaRPr lang="zh-CN" altLang="en-US" b="1">
              <a:latin typeface="Cambria" panose="02040503050406030204" charset="0"/>
              <a:ea typeface="华文楷体" panose="02010600040101010101" charset="-122"/>
            </a:endParaRPr>
          </a:p>
          <a:p>
            <a:endParaRPr lang="zh-CN" altLang="en-US" b="1">
              <a:latin typeface="Cambria" panose="02040503050406030204" charset="0"/>
              <a:ea typeface="华文楷体" panose="02010600040101010101" charset="-122"/>
            </a:endParaRPr>
          </a:p>
          <a:p>
            <a:r>
              <a:rPr lang="zh-CN" altLang="en-US" sz="2400" b="1">
                <a:latin typeface="Cambria" panose="02040503050406030204" charset="0"/>
                <a:ea typeface="华文楷体" panose="02010600040101010101" charset="-122"/>
              </a:rPr>
              <a:t>产品介绍</a:t>
            </a:r>
            <a:endParaRPr lang="zh-CN" altLang="en-US" sz="2400" b="1">
              <a:latin typeface="Cambria" panose="02040503050406030204" charset="0"/>
              <a:ea typeface="华文楷体" panose="02010600040101010101" charset="-122"/>
            </a:endParaRPr>
          </a:p>
          <a:p>
            <a:r>
              <a:rPr lang="zh-CN" altLang="en-US" sz="2400" b="1">
                <a:latin typeface="Cambria" panose="02040503050406030204" charset="0"/>
                <a:ea typeface="华文楷体" panose="02010600040101010101" charset="-122"/>
              </a:rPr>
              <a:t>作用</a:t>
            </a:r>
            <a:endParaRPr lang="zh-CN" altLang="en-US" sz="2400" b="1">
              <a:latin typeface="Cambria" panose="02040503050406030204" charset="0"/>
              <a:ea typeface="华文楷体" panose="02010600040101010101" charset="-122"/>
            </a:endParaRPr>
          </a:p>
          <a:p>
            <a:r>
              <a:rPr lang="zh-CN" altLang="en-US" sz="2400">
                <a:latin typeface="Cambria" panose="02040503050406030204" charset="0"/>
                <a:ea typeface="华文楷体" panose="02010600040101010101" charset="-122"/>
              </a:rPr>
              <a:t>       产品介绍是产品推官的一种方式，是为了让顾客了解某产品的特性及用途等而撰写的一种实用文体。其主要目的是为需要了解某类产品的人们提供产品的基本信息，帮助人们正确购买产品。一般来说，产品介绍除了要说明产品的特性及功用外，在可能的条件下，要提供尽量完整的信息。</a:t>
            </a:r>
            <a:endParaRPr lang="zh-CN" altLang="en-US" sz="2400">
              <a:latin typeface="Cambria" panose="02040503050406030204" charset="0"/>
              <a:ea typeface="华文楷体" panose="02010600040101010101" charset="-122"/>
            </a:endParaRPr>
          </a:p>
          <a:p>
            <a:r>
              <a:rPr lang="zh-CN" altLang="en-US" sz="2400" b="1">
                <a:latin typeface="Cambria" panose="02040503050406030204" charset="0"/>
                <a:ea typeface="华文楷体" panose="02010600040101010101" charset="-122"/>
              </a:rPr>
              <a:t>基本要求</a:t>
            </a:r>
            <a:endParaRPr lang="zh-CN" altLang="en-US" sz="2400" b="1">
              <a:latin typeface="Cambria" panose="02040503050406030204" charset="0"/>
              <a:ea typeface="华文楷体" panose="02010600040101010101" charset="-122"/>
            </a:endParaRPr>
          </a:p>
          <a:p>
            <a:r>
              <a:rPr lang="zh-CN" altLang="en-US" sz="2400">
                <a:latin typeface="Cambria" panose="02040503050406030204" charset="0"/>
                <a:ea typeface="华文楷体" panose="02010600040101010101" charset="-122"/>
              </a:rPr>
              <a:t>       在写英文产品介绍时，要注意英文语言语法，内容表述正确，语言通俗易懂。</a:t>
            </a:r>
            <a:endParaRPr lang="zh-CN" altLang="en-US" sz="2400">
              <a:latin typeface="Cambria" panose="02040503050406030204" charset="0"/>
              <a:ea typeface="华文楷体" panose="02010600040101010101" charset="-122"/>
            </a:endParaRPr>
          </a:p>
          <a:p>
            <a:pPr lvl="1"/>
            <a:r>
              <a:rPr lang="en-US" altLang="zh-CN" sz="2400" b="1">
                <a:latin typeface="Cambria" panose="02040503050406030204" charset="0"/>
                <a:ea typeface="华文楷体" panose="02010600040101010101" charset="-122"/>
              </a:rPr>
              <a:t>1</a:t>
            </a:r>
            <a:r>
              <a:rPr lang="zh-CN" altLang="en-US" sz="2400" b="1">
                <a:latin typeface="Cambria" panose="02040503050406030204" charset="0"/>
                <a:ea typeface="华文楷体" panose="02010600040101010101" charset="-122"/>
              </a:rPr>
              <a:t>、标题：</a:t>
            </a:r>
            <a:r>
              <a:rPr lang="zh-CN" altLang="en-US" sz="2400">
                <a:latin typeface="Cambria" panose="02040503050406030204" charset="0"/>
                <a:ea typeface="华文楷体" panose="02010600040101010101" charset="-122"/>
              </a:rPr>
              <a:t>产品的名称</a:t>
            </a:r>
            <a:endParaRPr lang="zh-CN" altLang="en-US" sz="2400">
              <a:latin typeface="Cambria" panose="02040503050406030204" charset="0"/>
              <a:ea typeface="华文楷体" panose="02010600040101010101" charset="-122"/>
            </a:endParaRPr>
          </a:p>
          <a:p>
            <a:pPr lvl="1"/>
            <a:r>
              <a:rPr lang="en-US" altLang="zh-CN" sz="2400" b="1">
                <a:latin typeface="Cambria" panose="02040503050406030204" charset="0"/>
                <a:ea typeface="华文楷体" panose="02010600040101010101" charset="-122"/>
              </a:rPr>
              <a:t>2</a:t>
            </a:r>
            <a:r>
              <a:rPr lang="zh-CN" altLang="en-US" sz="2400" b="1">
                <a:latin typeface="Cambria" panose="02040503050406030204" charset="0"/>
                <a:ea typeface="华文楷体" panose="02010600040101010101" charset="-122"/>
              </a:rPr>
              <a:t>、正文：</a:t>
            </a:r>
            <a:r>
              <a:rPr lang="zh-CN" altLang="en-US" sz="2400">
                <a:latin typeface="Cambria" panose="02040503050406030204" charset="0"/>
                <a:ea typeface="华文楷体" panose="02010600040101010101" charset="-122"/>
              </a:rPr>
              <a:t>产品的原料，设计，性能，用途，优点价格等；</a:t>
            </a:r>
            <a:endParaRPr lang="zh-CN" altLang="en-US" sz="2400">
              <a:latin typeface="Cambria" panose="02040503050406030204" charset="0"/>
              <a:ea typeface="华文楷体" panose="02010600040101010101" charset="-122"/>
            </a:endParaRPr>
          </a:p>
          <a:p>
            <a:pPr lvl="1"/>
            <a:r>
              <a:rPr lang="en-US" altLang="zh-CN" sz="2400" b="1">
                <a:latin typeface="Cambria" panose="02040503050406030204" charset="0"/>
                <a:ea typeface="华文楷体" panose="02010600040101010101" charset="-122"/>
              </a:rPr>
              <a:t>3</a:t>
            </a:r>
            <a:r>
              <a:rPr lang="zh-CN" altLang="en-US" sz="2400" b="1">
                <a:latin typeface="Cambria" panose="02040503050406030204" charset="0"/>
                <a:ea typeface="华文楷体" panose="02010600040101010101" charset="-122"/>
              </a:rPr>
              <a:t>、结尾</a:t>
            </a:r>
            <a:r>
              <a:rPr lang="zh-CN" altLang="en-US" sz="2400">
                <a:latin typeface="Cambria" panose="02040503050406030204" charset="0"/>
                <a:ea typeface="华文楷体" panose="02010600040101010101" charset="-122"/>
              </a:rPr>
              <a:t>：提供其他信息，如产品销售状况，售后服务，交货时限等。</a:t>
            </a:r>
            <a:endParaRPr lang="zh-CN" altLang="en-US" sz="2400">
              <a:latin typeface="Cambria" panose="02040503050406030204" charset="0"/>
              <a:ea typeface="华文楷体" panose="02010600040101010101" charset="-122"/>
            </a:endParaRPr>
          </a:p>
          <a:p>
            <a:pPr>
              <a:spcBef>
                <a:spcPct val="50000"/>
              </a:spcBef>
            </a:pPr>
            <a:endParaRPr lang="en-US" altLang="zh-CN" sz="2400">
              <a:latin typeface="Cambria" panose="02040503050406030204" charset="0"/>
              <a:ea typeface="华文楷体" panose="02010600040101010101" charset="-122"/>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ext Box 4"/>
          <p:cNvSpPr txBox="1">
            <a:spLocks noChangeArrowheads="1"/>
          </p:cNvSpPr>
          <p:nvPr/>
        </p:nvSpPr>
        <p:spPr bwMode="auto">
          <a:xfrm>
            <a:off x="539750" y="692150"/>
            <a:ext cx="8353425" cy="4656138"/>
          </a:xfrm>
          <a:prstGeom prst="rect">
            <a:avLst/>
          </a:prstGeom>
          <a:noFill/>
          <a:ln w="9525">
            <a:noFill/>
            <a:miter lim="800000"/>
          </a:ln>
        </p:spPr>
        <p:txBody>
          <a:bodyPr>
            <a:spAutoFit/>
          </a:bodyPr>
          <a:lstStyle/>
          <a:p>
            <a:pPr algn="ctr"/>
            <a:r>
              <a:rPr lang="en-US" altLang="zh-CN" sz="2400" b="1" dirty="0">
                <a:latin typeface="Cambria" panose="02040503050406030204" charset="0"/>
                <a:ea typeface="华文楷体" panose="02010600040101010101" charset="-122"/>
              </a:rPr>
              <a:t>About CM-125 Mobile Telephone</a:t>
            </a:r>
            <a:endParaRPr lang="en-US" altLang="zh-CN" sz="2400" b="1"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   CM-125 mobile telephone is a well-known brand of mobile phone. It comes in four colors silver black gray and red, it has a unique energy-saving design, is well-designed, easy to use, with calculator, camera and alarm. What’s more, it has 40-ring-tone choices, and 10 lines of text messages can be sent. It works in all countries, therefore it is ideal for traveling.CM-125 mobile phone sells at </a:t>
            </a:r>
            <a:r>
              <a:rPr lang="zh-CN" altLang="en-US" sz="2400" dirty="0">
                <a:latin typeface="Cambria" panose="02040503050406030204" charset="0"/>
                <a:ea typeface="华文楷体" panose="02010600040101010101" charset="-122"/>
              </a:rPr>
              <a:t>￡</a:t>
            </a:r>
            <a:r>
              <a:rPr lang="en-US" altLang="zh-CN" sz="2400" dirty="0">
                <a:latin typeface="Cambria" panose="02040503050406030204" charset="0"/>
                <a:ea typeface="华文楷体" panose="02010600040101010101" charset="-122"/>
              </a:rPr>
              <a:t>225,available in all retail outlets both at home and abroad. The product can be delivered within three days and has a six-month guarantee.</a:t>
            </a:r>
            <a:endParaRPr lang="en-US" altLang="zh-CN" sz="2400"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829040" y="1285920"/>
              <a:ext cx="1236240" cy="114480"/>
            </p14:xfrm>
          </p:contentPart>
        </mc:Choice>
        <mc:Fallback xmlns="">
          <p:pic>
            <p:nvPicPr>
              <p:cNvPr id="2" name="墨迹 1"/>
            </p:nvPicPr>
            <p:blipFill>
              <a:blip r:embed="rId2"/>
            </p:blipFill>
            <p:spPr>
              <a:xfrm>
                <a:off x="4829040" y="1285920"/>
                <a:ext cx="1236240" cy="1144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293520" y="1285920"/>
              <a:ext cx="765000" cy="128880"/>
            </p14:xfrm>
          </p:contentPart>
        </mc:Choice>
        <mc:Fallback xmlns="">
          <p:pic>
            <p:nvPicPr>
              <p:cNvPr id="3" name="墨迹 2"/>
            </p:nvPicPr>
            <p:blipFill>
              <a:blip r:embed="rId4"/>
            </p:blipFill>
            <p:spPr>
              <a:xfrm>
                <a:off x="6293520" y="1285920"/>
                <a:ext cx="765000" cy="1288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450080" y="1614240"/>
              <a:ext cx="2993760" cy="122040"/>
            </p14:xfrm>
          </p:contentPart>
        </mc:Choice>
        <mc:Fallback xmlns="">
          <p:pic>
            <p:nvPicPr>
              <p:cNvPr id="4" name="墨迹 3"/>
            </p:nvPicPr>
            <p:blipFill>
              <a:blip r:embed="rId6"/>
            </p:blipFill>
            <p:spPr>
              <a:xfrm>
                <a:off x="1450080" y="1614240"/>
                <a:ext cx="2993760" cy="1220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578600" y="2028600"/>
              <a:ext cx="2686680" cy="79200"/>
            </p14:xfrm>
          </p:contentPart>
        </mc:Choice>
        <mc:Fallback xmlns="">
          <p:pic>
            <p:nvPicPr>
              <p:cNvPr id="5" name="墨迹 4"/>
            </p:nvPicPr>
            <p:blipFill>
              <a:blip r:embed="rId8"/>
            </p:blipFill>
            <p:spPr>
              <a:xfrm>
                <a:off x="1578600" y="2028600"/>
                <a:ext cx="2686680" cy="792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7701120" y="2414520"/>
              <a:ext cx="1214640" cy="121680"/>
            </p14:xfrm>
          </p:contentPart>
        </mc:Choice>
        <mc:Fallback xmlns="">
          <p:pic>
            <p:nvPicPr>
              <p:cNvPr id="6" name="墨迹 5"/>
            </p:nvPicPr>
            <p:blipFill>
              <a:blip r:embed="rId10"/>
            </p:blipFill>
            <p:spPr>
              <a:xfrm>
                <a:off x="7701120" y="2414520"/>
                <a:ext cx="1214640" cy="1216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707400" y="2793240"/>
              <a:ext cx="1400400" cy="21600"/>
            </p14:xfrm>
          </p:contentPart>
        </mc:Choice>
        <mc:Fallback xmlns="">
          <p:pic>
            <p:nvPicPr>
              <p:cNvPr id="7" name="墨迹 6"/>
            </p:nvPicPr>
            <p:blipFill>
              <a:blip r:embed="rId12"/>
            </p:blipFill>
            <p:spPr>
              <a:xfrm>
                <a:off x="707400" y="2793240"/>
                <a:ext cx="1400400" cy="216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4365000" y="3521880"/>
              <a:ext cx="1064520" cy="128880"/>
            </p14:xfrm>
          </p:contentPart>
        </mc:Choice>
        <mc:Fallback xmlns="">
          <p:pic>
            <p:nvPicPr>
              <p:cNvPr id="8" name="墨迹 7"/>
            </p:nvPicPr>
            <p:blipFill>
              <a:blip r:embed="rId14"/>
            </p:blipFill>
            <p:spPr>
              <a:xfrm>
                <a:off x="4365000" y="3521880"/>
                <a:ext cx="1064520" cy="12888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6150600" y="3500280"/>
              <a:ext cx="1657800" cy="64800"/>
            </p14:xfrm>
          </p:contentPart>
        </mc:Choice>
        <mc:Fallback xmlns="">
          <p:pic>
            <p:nvPicPr>
              <p:cNvPr id="9" name="墨迹 8"/>
            </p:nvPicPr>
            <p:blipFill>
              <a:blip r:embed="rId16"/>
            </p:blipFill>
            <p:spPr>
              <a:xfrm>
                <a:off x="6150600" y="3500280"/>
                <a:ext cx="1657800" cy="648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4643280" y="4264560"/>
              <a:ext cx="1415160" cy="129240"/>
            </p14:xfrm>
          </p:contentPart>
        </mc:Choice>
        <mc:Fallback xmlns="">
          <p:pic>
            <p:nvPicPr>
              <p:cNvPr id="10" name="墨迹 9"/>
            </p:nvPicPr>
            <p:blipFill>
              <a:blip r:embed="rId18"/>
            </p:blipFill>
            <p:spPr>
              <a:xfrm>
                <a:off x="4643280" y="4264560"/>
                <a:ext cx="1415160" cy="12924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5893560" y="3800520"/>
              <a:ext cx="1321920" cy="178920"/>
            </p14:xfrm>
          </p:contentPart>
        </mc:Choice>
        <mc:Fallback xmlns="">
          <p:pic>
            <p:nvPicPr>
              <p:cNvPr id="11" name="墨迹 10"/>
            </p:nvPicPr>
            <p:blipFill>
              <a:blip r:embed="rId20"/>
            </p:blipFill>
            <p:spPr>
              <a:xfrm>
                <a:off x="5893560" y="3800520"/>
                <a:ext cx="1321920" cy="17892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3077280" y="3531960"/>
              <a:ext cx="377640" cy="360"/>
            </p14:xfrm>
          </p:contentPart>
        </mc:Choice>
        <mc:Fallback xmlns="">
          <p:pic>
            <p:nvPicPr>
              <p:cNvPr id="12" name="墨迹 11"/>
            </p:nvPicPr>
            <p:blipFill>
              <a:blip r:embed="rId22"/>
            </p:blipFill>
            <p:spPr>
              <a:xfrm>
                <a:off x="3077280" y="3531960"/>
                <a:ext cx="377640" cy="360"/>
              </a:xfrm>
              <a:prstGeom prst="rect"/>
            </p:spPr>
          </p:pic>
        </mc:Fallback>
      </mc:AlternateContent>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ext Box 4"/>
          <p:cNvSpPr txBox="1">
            <a:spLocks noChangeArrowheads="1"/>
          </p:cNvSpPr>
          <p:nvPr/>
        </p:nvSpPr>
        <p:spPr bwMode="auto">
          <a:xfrm>
            <a:off x="323850" y="476250"/>
            <a:ext cx="8351838" cy="5386388"/>
          </a:xfrm>
          <a:prstGeom prst="rect">
            <a:avLst/>
          </a:prstGeom>
          <a:noFill/>
          <a:ln w="9525">
            <a:noFill/>
            <a:miter lim="800000"/>
          </a:ln>
        </p:spPr>
        <p:txBody>
          <a:bodyPr>
            <a:spAutoFit/>
          </a:bodyPr>
          <a:lstStyle/>
          <a:p>
            <a:r>
              <a:rPr lang="zh-CN" altLang="en-US" sz="2400" b="1">
                <a:latin typeface="Cambria" panose="02040503050406030204" charset="0"/>
                <a:ea typeface="华文楷体" panose="02010600040101010101" charset="-122"/>
              </a:rPr>
              <a:t>常用表达方式：</a:t>
            </a:r>
            <a:endParaRPr lang="zh-CN" altLang="en-US" sz="2400" b="1">
              <a:latin typeface="Cambria" panose="02040503050406030204" charset="0"/>
              <a:ea typeface="华文楷体" panose="02010600040101010101" charset="-122"/>
            </a:endParaRPr>
          </a:p>
          <a:p>
            <a:endParaRPr lang="zh-CN" altLang="en-US" sz="2400" b="1">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Our most popular model is...</a:t>
            </a:r>
            <a:r>
              <a:rPr lang="zh-CN" altLang="en-US" sz="2400">
                <a:latin typeface="Cambria" panose="02040503050406030204" charset="0"/>
                <a:ea typeface="华文楷体" panose="02010600040101010101" charset="-122"/>
              </a:rPr>
              <a:t>我们最受欢迎的型号是</a:t>
            </a:r>
            <a:r>
              <a:rPr lang="en-US" altLang="zh-CN" sz="2400">
                <a:latin typeface="Cambria" panose="02040503050406030204" charset="0"/>
                <a:ea typeface="华文楷体" panose="02010600040101010101" charset="-122"/>
              </a:rPr>
              <a:t>……</a:t>
            </a:r>
            <a:endParaRPr lang="en-US" altLang="zh-CN"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It’s for people with/who…</a:t>
            </a:r>
            <a:r>
              <a:rPr lang="zh-CN" altLang="en-US" sz="2400">
                <a:latin typeface="Cambria" panose="02040503050406030204" charset="0"/>
                <a:ea typeface="华文楷体" panose="02010600040101010101" charset="-122"/>
              </a:rPr>
              <a:t>产品适宜的人群为</a:t>
            </a:r>
            <a:r>
              <a:rPr lang="en-US" altLang="zh-CN" sz="2400">
                <a:latin typeface="Cambria" panose="02040503050406030204" charset="0"/>
                <a:ea typeface="华文楷体" panose="02010600040101010101" charset="-122"/>
              </a:rPr>
              <a:t>……</a:t>
            </a:r>
            <a:endParaRPr lang="en-US" altLang="zh-CN"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It comes in four/a wide range of colors.</a:t>
            </a:r>
            <a:r>
              <a:rPr lang="zh-CN" altLang="en-US" sz="2400">
                <a:latin typeface="Cambria" panose="02040503050406030204" charset="0"/>
                <a:ea typeface="华文楷体" panose="02010600040101010101" charset="-122"/>
              </a:rPr>
              <a:t>有四种</a:t>
            </a:r>
            <a:r>
              <a:rPr lang="en-US" altLang="zh-CN" sz="2400">
                <a:latin typeface="Cambria" panose="02040503050406030204" charset="0"/>
                <a:ea typeface="华文楷体" panose="02010600040101010101" charset="-122"/>
              </a:rPr>
              <a:t>/</a:t>
            </a:r>
            <a:r>
              <a:rPr lang="zh-CN" altLang="en-US" sz="2400">
                <a:latin typeface="Cambria" panose="02040503050406030204" charset="0"/>
                <a:ea typeface="华文楷体" panose="02010600040101010101" charset="-122"/>
              </a:rPr>
              <a:t>多种颜色</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It has unusual design.</a:t>
            </a:r>
            <a:r>
              <a:rPr lang="zh-CN" altLang="en-US" sz="2400">
                <a:latin typeface="Cambria" panose="02040503050406030204" charset="0"/>
                <a:ea typeface="华文楷体" panose="02010600040101010101" charset="-122"/>
              </a:rPr>
              <a:t>产品具有不一般的设计</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It is easy/simple to use.</a:t>
            </a:r>
            <a:r>
              <a:rPr lang="zh-CN" altLang="en-US" sz="2400">
                <a:latin typeface="Cambria" panose="02040503050406030204" charset="0"/>
                <a:ea typeface="华文楷体" panose="02010600040101010101" charset="-122"/>
              </a:rPr>
              <a:t>易于使用</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High quality and long-lasting products</a:t>
            </a:r>
            <a:r>
              <a:rPr lang="zh-CN" altLang="en-US" sz="2400">
                <a:latin typeface="Cambria" panose="02040503050406030204" charset="0"/>
                <a:ea typeface="华文楷体" panose="02010600040101010101" charset="-122"/>
              </a:rPr>
              <a:t>高质量、耐用产品。</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Waterproof to a depth of 600 feet,very reliable,smart design</a:t>
            </a:r>
            <a:r>
              <a:rPr lang="zh-CN" altLang="en-US" sz="2400">
                <a:latin typeface="Cambria" panose="02040503050406030204" charset="0"/>
                <a:ea typeface="华文楷体" panose="02010600040101010101" charset="-122"/>
              </a:rPr>
              <a:t>防水可达</a:t>
            </a:r>
            <a:r>
              <a:rPr lang="en-US" altLang="zh-CN" sz="2400">
                <a:latin typeface="Cambria" panose="02040503050406030204" charset="0"/>
                <a:ea typeface="华文楷体" panose="02010600040101010101" charset="-122"/>
              </a:rPr>
              <a:t>600</a:t>
            </a:r>
            <a:r>
              <a:rPr lang="zh-CN" altLang="en-US" sz="2400">
                <a:latin typeface="Cambria" panose="02040503050406030204" charset="0"/>
                <a:ea typeface="华文楷体" panose="02010600040101010101" charset="-122"/>
              </a:rPr>
              <a:t>英尺、性能可靠、设计漂亮。</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It’s made of leather/wood/steel/aluminum</a:t>
            </a:r>
            <a:r>
              <a:rPr lang="zh-CN" altLang="en-US" sz="2400">
                <a:latin typeface="Cambria" panose="02040503050406030204" charset="0"/>
                <a:ea typeface="华文楷体" panose="02010600040101010101" charset="-122"/>
              </a:rPr>
              <a:t>是皮制</a:t>
            </a:r>
            <a:r>
              <a:rPr lang="en-US" altLang="zh-CN" sz="2400">
                <a:latin typeface="Cambria" panose="02040503050406030204" charset="0"/>
                <a:ea typeface="华文楷体" panose="02010600040101010101" charset="-122"/>
              </a:rPr>
              <a:t>/</a:t>
            </a:r>
            <a:r>
              <a:rPr lang="zh-CN" altLang="en-US" sz="2400">
                <a:latin typeface="Cambria" panose="02040503050406030204" charset="0"/>
                <a:ea typeface="华文楷体" panose="02010600040101010101" charset="-122"/>
              </a:rPr>
              <a:t>木制</a:t>
            </a:r>
            <a:r>
              <a:rPr lang="en-US" altLang="zh-CN" sz="2400">
                <a:latin typeface="Cambria" panose="02040503050406030204" charset="0"/>
                <a:ea typeface="华文楷体" panose="02010600040101010101" charset="-122"/>
              </a:rPr>
              <a:t>/</a:t>
            </a:r>
            <a:r>
              <a:rPr lang="zh-CN" altLang="en-US" sz="2400">
                <a:latin typeface="Cambria" panose="02040503050406030204" charset="0"/>
                <a:ea typeface="华文楷体" panose="02010600040101010101" charset="-122"/>
              </a:rPr>
              <a:t>钢制</a:t>
            </a:r>
            <a:r>
              <a:rPr lang="en-US" altLang="zh-CN" sz="2400">
                <a:latin typeface="Cambria" panose="02040503050406030204" charset="0"/>
                <a:ea typeface="华文楷体" panose="02010600040101010101" charset="-122"/>
              </a:rPr>
              <a:t>/</a:t>
            </a:r>
            <a:r>
              <a:rPr lang="zh-CN" altLang="en-US" sz="2400">
                <a:latin typeface="Cambria" panose="02040503050406030204" charset="0"/>
                <a:ea typeface="华文楷体" panose="02010600040101010101" charset="-122"/>
              </a:rPr>
              <a:t>铝制的。</a:t>
            </a:r>
            <a:endParaRPr lang="zh-CN" altLang="en-US" sz="2400">
              <a:latin typeface="Cambria" panose="02040503050406030204" charset="0"/>
              <a:ea typeface="华文楷体" panose="02010600040101010101" charset="-122"/>
            </a:endParaRPr>
          </a:p>
          <a:p>
            <a:endParaRPr lang="zh-CN" altLang="en-US" sz="2400">
              <a:latin typeface="Cambria" panose="02040503050406030204" charset="0"/>
              <a:ea typeface="华文楷体" panose="02010600040101010101" charset="-122"/>
            </a:endParaRPr>
          </a:p>
          <a:p>
            <a:pPr>
              <a:spcBef>
                <a:spcPct val="50000"/>
              </a:spcBef>
            </a:pPr>
            <a:endParaRPr lang="en-US" altLang="zh-CN" sz="240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771640" y="1428480"/>
              <a:ext cx="929160" cy="200520"/>
            </p14:xfrm>
          </p:contentPart>
        </mc:Choice>
        <mc:Fallback xmlns="">
          <p:pic>
            <p:nvPicPr>
              <p:cNvPr id="2" name="墨迹 1"/>
            </p:nvPicPr>
            <p:blipFill>
              <a:blip r:embed="rId2"/>
            </p:blipFill>
            <p:spPr>
              <a:xfrm>
                <a:off x="2771640" y="1428480"/>
                <a:ext cx="929160" cy="2005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99960" y="3636000"/>
              <a:ext cx="1550520" cy="93240"/>
            </p14:xfrm>
          </p:contentPart>
        </mc:Choice>
        <mc:Fallback xmlns="">
          <p:pic>
            <p:nvPicPr>
              <p:cNvPr id="3" name="墨迹 2"/>
            </p:nvPicPr>
            <p:blipFill>
              <a:blip r:embed="rId4"/>
            </p:blipFill>
            <p:spPr>
              <a:xfrm>
                <a:off x="399960" y="3636000"/>
                <a:ext cx="1550520" cy="932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2393280" y="3700440"/>
              <a:ext cx="600480" cy="57600"/>
            </p14:xfrm>
          </p:contentPart>
        </mc:Choice>
        <mc:Fallback xmlns="">
          <p:pic>
            <p:nvPicPr>
              <p:cNvPr id="4" name="墨迹 3"/>
            </p:nvPicPr>
            <p:blipFill>
              <a:blip r:embed="rId6"/>
            </p:blipFill>
            <p:spPr>
              <a:xfrm>
                <a:off x="2393280" y="3700440"/>
                <a:ext cx="600480" cy="576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5436360" y="3643200"/>
              <a:ext cx="936360" cy="100440"/>
            </p14:xfrm>
          </p:contentPart>
        </mc:Choice>
        <mc:Fallback xmlns="">
          <p:pic>
            <p:nvPicPr>
              <p:cNvPr id="5" name="墨迹 4"/>
            </p:nvPicPr>
            <p:blipFill>
              <a:blip r:embed="rId8"/>
            </p:blipFill>
            <p:spPr>
              <a:xfrm>
                <a:off x="5436360" y="3643200"/>
                <a:ext cx="936360" cy="10044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992880" y="4393440"/>
              <a:ext cx="1036440" cy="143280"/>
            </p14:xfrm>
          </p:contentPart>
        </mc:Choice>
        <mc:Fallback xmlns="">
          <p:pic>
            <p:nvPicPr>
              <p:cNvPr id="6" name="墨迹 5"/>
            </p:nvPicPr>
            <p:blipFill>
              <a:blip r:embed="rId10"/>
            </p:blipFill>
            <p:spPr>
              <a:xfrm>
                <a:off x="992880" y="4393440"/>
                <a:ext cx="1036440" cy="143280"/>
              </a:xfrm>
              <a:prstGeom prst="rect"/>
            </p:spPr>
          </p:pic>
        </mc:Fallback>
      </mc:AlternateContent>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ext Box 4"/>
          <p:cNvSpPr txBox="1">
            <a:spLocks noChangeArrowheads="1"/>
          </p:cNvSpPr>
          <p:nvPr/>
        </p:nvSpPr>
        <p:spPr bwMode="auto">
          <a:xfrm>
            <a:off x="468313" y="476250"/>
            <a:ext cx="8496300" cy="6481763"/>
          </a:xfrm>
          <a:prstGeom prst="rect">
            <a:avLst/>
          </a:prstGeom>
          <a:noFill/>
          <a:ln w="9525">
            <a:noFill/>
            <a:miter lim="800000"/>
          </a:ln>
        </p:spPr>
        <p:txBody>
          <a:bodyPr>
            <a:spAutoFit/>
          </a:bodyPr>
          <a:lstStyle/>
          <a:p>
            <a:r>
              <a:rPr lang="en-US" altLang="zh-CN" sz="2400" dirty="0">
                <a:latin typeface="Cambria" panose="02040503050406030204" charset="0"/>
                <a:ea typeface="华文楷体" panose="02010600040101010101" charset="-122"/>
              </a:rPr>
              <a:t>It weighs just 1.5 kilos.</a:t>
            </a:r>
            <a:endParaRPr lang="en-US" altLang="zh-CN" sz="2400"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重量仅为</a:t>
            </a:r>
            <a:r>
              <a:rPr lang="en-US" altLang="zh-CN" sz="2400" dirty="0">
                <a:latin typeface="Cambria" panose="02040503050406030204" charset="0"/>
                <a:ea typeface="华文楷体" panose="02010600040101010101" charset="-122"/>
              </a:rPr>
              <a:t>1.5</a:t>
            </a:r>
            <a:r>
              <a:rPr lang="zh-CN" altLang="en-US" sz="2400" dirty="0">
                <a:latin typeface="Cambria" panose="02040503050406030204" charset="0"/>
                <a:ea typeface="华文楷体" panose="02010600040101010101" charset="-122"/>
              </a:rPr>
              <a:t>公斤</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It is ideal for traveling.</a:t>
            </a:r>
            <a:endParaRPr lang="en-US" altLang="zh-CN" sz="2400"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是理想的旅游产品</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Another advantage is its very small size.</a:t>
            </a:r>
            <a:endParaRPr lang="en-US" altLang="zh-CN" sz="2400"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另一个优点是体积小</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It sells very well in…and is also being marketed in…</a:t>
            </a:r>
            <a:endParaRPr lang="en-US" altLang="zh-CN" sz="2400"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畅销</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并打入</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的市场</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The trade/selling price is…</a:t>
            </a:r>
            <a:endParaRPr lang="en-US" altLang="zh-CN" sz="2400"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市场售价是</a:t>
            </a:r>
            <a:r>
              <a:rPr lang="en-US" altLang="zh-CN" sz="2400" dirty="0">
                <a:latin typeface="Cambria" panose="02040503050406030204" charset="0"/>
                <a:ea typeface="华文楷体" panose="02010600040101010101" charset="-122"/>
              </a:rPr>
              <a:t>……</a:t>
            </a:r>
            <a:endParaRPr lang="en-US" altLang="zh-CN"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The delivery is within three to five days.</a:t>
            </a:r>
            <a:endParaRPr lang="en-US" altLang="zh-CN" sz="2400"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三至五天交货</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A six-month guarantee</a:t>
            </a:r>
            <a:endParaRPr lang="en-US" altLang="zh-CN" sz="2400"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六个月的保证期</a:t>
            </a:r>
            <a:endParaRPr lang="zh-CN" altLang="en-US"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We guarantee the computer for three years</a:t>
            </a:r>
            <a:endParaRPr lang="en-US" altLang="zh-CN" sz="2400"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我们电脑的保修期是三年。</a:t>
            </a:r>
            <a:endParaRPr lang="zh-CN" altLang="en-US" sz="2400"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843120" y="664200"/>
              <a:ext cx="857520" cy="79200"/>
            </p14:xfrm>
          </p:contentPart>
        </mc:Choice>
        <mc:Fallback xmlns="">
          <p:pic>
            <p:nvPicPr>
              <p:cNvPr id="2" name="墨迹 1"/>
            </p:nvPicPr>
            <p:blipFill>
              <a:blip r:embed="rId2"/>
            </p:blipFill>
            <p:spPr>
              <a:xfrm>
                <a:off x="843120" y="664200"/>
                <a:ext cx="857520" cy="792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107360" y="4400640"/>
              <a:ext cx="1064520" cy="28800"/>
            </p14:xfrm>
          </p:contentPart>
        </mc:Choice>
        <mc:Fallback xmlns="">
          <p:pic>
            <p:nvPicPr>
              <p:cNvPr id="3" name="墨迹 2"/>
            </p:nvPicPr>
            <p:blipFill>
              <a:blip r:embed="rId4"/>
            </p:blipFill>
            <p:spPr>
              <a:xfrm>
                <a:off x="1107360" y="4400640"/>
                <a:ext cx="1064520" cy="288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2207520" y="5100480"/>
              <a:ext cx="1314720" cy="64800"/>
            </p14:xfrm>
          </p:contentPart>
        </mc:Choice>
        <mc:Fallback xmlns="">
          <p:pic>
            <p:nvPicPr>
              <p:cNvPr id="4" name="墨迹 3"/>
            </p:nvPicPr>
            <p:blipFill>
              <a:blip r:embed="rId6"/>
            </p:blipFill>
            <p:spPr>
              <a:xfrm>
                <a:off x="2207520" y="5100480"/>
                <a:ext cx="1314720" cy="648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992880" y="5900760"/>
              <a:ext cx="1407960" cy="50400"/>
            </p14:xfrm>
          </p:contentPart>
        </mc:Choice>
        <mc:Fallback xmlns="">
          <p:pic>
            <p:nvPicPr>
              <p:cNvPr id="5" name="墨迹 4"/>
            </p:nvPicPr>
            <p:blipFill>
              <a:blip r:embed="rId8"/>
            </p:blipFill>
            <p:spPr>
              <a:xfrm>
                <a:off x="992880" y="5900760"/>
                <a:ext cx="1407960" cy="50400"/>
              </a:xfrm>
              <a:prstGeom prst="rect"/>
            </p:spPr>
          </p:pic>
        </mc:Fallback>
      </mc:AlternateContent>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ext Box 4"/>
          <p:cNvSpPr txBox="1">
            <a:spLocks noChangeArrowheads="1"/>
          </p:cNvSpPr>
          <p:nvPr/>
        </p:nvSpPr>
        <p:spPr bwMode="auto">
          <a:xfrm>
            <a:off x="468313" y="549275"/>
            <a:ext cx="8424862" cy="6481763"/>
          </a:xfrm>
          <a:prstGeom prst="rect">
            <a:avLst/>
          </a:prstGeom>
          <a:noFill/>
          <a:ln w="9525">
            <a:noFill/>
            <a:miter lim="800000"/>
          </a:ln>
        </p:spPr>
        <p:txBody>
          <a:bodyPr>
            <a:spAutoFit/>
          </a:bodyPr>
          <a:lstStyle/>
          <a:p>
            <a:pPr algn="ctr"/>
            <a:r>
              <a:rPr lang="zh-CN" altLang="en-US" sz="2400" b="1" dirty="0">
                <a:latin typeface="Cambria" panose="02040503050406030204" charset="0"/>
                <a:ea typeface="华文楷体" panose="02010600040101010101" charset="-122"/>
              </a:rPr>
              <a:t>简历</a:t>
            </a:r>
            <a:endParaRPr lang="zh-CN" altLang="en-US" sz="2400" b="1" dirty="0">
              <a:latin typeface="Cambria" panose="02040503050406030204" charset="0"/>
              <a:ea typeface="华文楷体" panose="02010600040101010101" charset="-122"/>
            </a:endParaRPr>
          </a:p>
          <a:p>
            <a:r>
              <a:rPr lang="zh-CN" altLang="en-US" sz="2400" dirty="0">
                <a:latin typeface="Cambria" panose="02040503050406030204" charset="0"/>
                <a:ea typeface="华文楷体" panose="02010600040101010101" charset="-122"/>
              </a:rPr>
              <a:t>            简历也叫履历</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是提供个人学习</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工作经历的常见应用文</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文本形式一般采用表格或短文两种</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以表格形式为主</a:t>
            </a:r>
            <a:r>
              <a:rPr lang="en-US" altLang="zh-CN" sz="2400" dirty="0">
                <a:latin typeface="Cambria" panose="02040503050406030204" charset="0"/>
                <a:ea typeface="华文楷体" panose="02010600040101010101" charset="-122"/>
              </a:rPr>
              <a:t>,</a:t>
            </a:r>
            <a:r>
              <a:rPr lang="zh-CN" altLang="en-US" sz="2400" u="sng" dirty="0">
                <a:latin typeface="Cambria" panose="02040503050406030204" charset="0"/>
                <a:ea typeface="华文楷体" panose="02010600040101010101" charset="-122"/>
              </a:rPr>
              <a:t>英文是</a:t>
            </a:r>
            <a:r>
              <a:rPr lang="en-US" altLang="zh-CN" sz="2400" u="sng" dirty="0">
                <a:latin typeface="Cambria" panose="02040503050406030204" charset="0"/>
                <a:ea typeface="华文楷体" panose="02010600040101010101" charset="-122"/>
              </a:rPr>
              <a:t>curriculum vitae,</a:t>
            </a:r>
            <a:r>
              <a:rPr lang="zh-CN" altLang="en-US" sz="2400" u="sng" dirty="0">
                <a:latin typeface="Cambria" panose="02040503050406030204" charset="0"/>
                <a:ea typeface="华文楷体" panose="02010600040101010101" charset="-122"/>
              </a:rPr>
              <a:t>简称</a:t>
            </a:r>
            <a:r>
              <a:rPr lang="en-US" altLang="zh-CN" sz="2400" u="sng" dirty="0">
                <a:latin typeface="Cambria" panose="02040503050406030204" charset="0"/>
                <a:ea typeface="华文楷体" panose="02010600040101010101" charset="-122"/>
              </a:rPr>
              <a:t>CV, </a:t>
            </a:r>
            <a:r>
              <a:rPr lang="zh-CN" altLang="en-US" sz="2400" u="sng" dirty="0">
                <a:latin typeface="Cambria" panose="02040503050406030204" charset="0"/>
                <a:ea typeface="华文楷体" panose="02010600040101010101" charset="-122"/>
              </a:rPr>
              <a:t>美国英语中用</a:t>
            </a:r>
            <a:r>
              <a:rPr lang="en-US" altLang="zh-CN" sz="2400" u="sng" dirty="0">
                <a:latin typeface="Cambria" panose="02040503050406030204" charset="0"/>
                <a:ea typeface="华文楷体" panose="02010600040101010101" charset="-122"/>
              </a:rPr>
              <a:t>resume</a:t>
            </a:r>
            <a:r>
              <a:rPr lang="zh-CN" altLang="en-US" sz="2400" u="sng" dirty="0">
                <a:latin typeface="Cambria" panose="02040503050406030204" charset="0"/>
                <a:ea typeface="华文楷体" panose="02010600040101010101" charset="-122"/>
              </a:rPr>
              <a:t>表示</a:t>
            </a:r>
            <a:r>
              <a:rPr lang="en-US" altLang="zh-CN" sz="2400" dirty="0">
                <a:latin typeface="Cambria" panose="02040503050406030204" charset="0"/>
                <a:ea typeface="华文楷体" panose="02010600040101010101" charset="-122"/>
              </a:rPr>
              <a:t>.</a:t>
            </a:r>
            <a:endParaRPr lang="en-US" altLang="zh-CN" sz="2400" dirty="0">
              <a:solidFill>
                <a:srgbClr val="000000"/>
              </a:solidFill>
              <a:latin typeface="Cambria" panose="02040503050406030204" charset="0"/>
              <a:ea typeface="华文楷体" panose="02010600040101010101" charset="-122"/>
            </a:endParaRPr>
          </a:p>
          <a:p>
            <a:endParaRPr lang="en-US" altLang="zh-CN" sz="2400" dirty="0">
              <a:latin typeface="Cambria" panose="02040503050406030204" charset="0"/>
              <a:ea typeface="华文楷体" panose="02010600040101010101" charset="-122"/>
            </a:endParaRPr>
          </a:p>
          <a:p>
            <a:r>
              <a:rPr lang="zh-CN" altLang="en-US" sz="2400" b="1" dirty="0">
                <a:latin typeface="Cambria" panose="02040503050406030204" charset="0"/>
                <a:ea typeface="华文楷体" panose="02010600040101010101" charset="-122"/>
              </a:rPr>
              <a:t>履历的基本组成部分：</a:t>
            </a:r>
            <a:r>
              <a:rPr lang="zh-CN" altLang="en-US" sz="2400" dirty="0">
                <a:latin typeface="Cambria" panose="02040503050406030204" charset="0"/>
                <a:ea typeface="华文楷体" panose="02010600040101010101" charset="-122"/>
              </a:rPr>
              <a:t> </a:t>
            </a:r>
            <a:endParaRPr lang="zh-CN" altLang="en-US" sz="2400" dirty="0">
              <a:latin typeface="Cambria" panose="02040503050406030204" charset="0"/>
              <a:ea typeface="华文楷体" panose="02010600040101010101" charset="-122"/>
            </a:endParaRPr>
          </a:p>
          <a:p>
            <a:r>
              <a:rPr lang="zh-CN" altLang="en-US" sz="2400" dirty="0">
                <a:solidFill>
                  <a:srgbClr val="000000"/>
                </a:solidFill>
                <a:latin typeface="Cambria" panose="02040503050406030204" charset="0"/>
                <a:ea typeface="华文楷体" panose="02010600040101010101" charset="-122"/>
              </a:rPr>
              <a:t>     </a:t>
            </a:r>
            <a:r>
              <a:rPr lang="en-US" altLang="zh-CN" sz="2400" dirty="0">
                <a:solidFill>
                  <a:srgbClr val="000000"/>
                </a:solidFill>
                <a:latin typeface="Cambria" panose="02040503050406030204" charset="0"/>
                <a:ea typeface="华文楷体" panose="02010600040101010101" charset="-122"/>
              </a:rPr>
              <a:t>1</a:t>
            </a:r>
            <a:r>
              <a:rPr lang="zh-CN" altLang="en-US" sz="2400" dirty="0">
                <a:solidFill>
                  <a:srgbClr val="000000"/>
                </a:solidFill>
                <a:latin typeface="Cambria" panose="02040503050406030204" charset="0"/>
                <a:ea typeface="华文楷体" panose="02010600040101010101" charset="-122"/>
              </a:rPr>
              <a:t>、</a:t>
            </a:r>
            <a:r>
              <a:rPr lang="zh-CN" altLang="en-US" sz="2400" u="sng" dirty="0">
                <a:solidFill>
                  <a:srgbClr val="000000"/>
                </a:solidFill>
                <a:latin typeface="Cambria" panose="02040503050406030204" charset="0"/>
                <a:ea typeface="华文楷体" panose="02010600040101010101" charset="-122"/>
              </a:rPr>
              <a:t>标题 </a:t>
            </a:r>
            <a:r>
              <a:rPr lang="en-US" altLang="zh-CN" sz="2400" u="sng" dirty="0">
                <a:solidFill>
                  <a:srgbClr val="000000"/>
                </a:solidFill>
                <a:latin typeface="Cambria" panose="02040503050406030204" charset="0"/>
                <a:ea typeface="华文楷体" panose="02010600040101010101" charset="-122"/>
              </a:rPr>
              <a:t>(Heading):</a:t>
            </a:r>
            <a:r>
              <a:rPr lang="en-US" altLang="zh-CN" sz="2400" b="1" dirty="0">
                <a:solidFill>
                  <a:srgbClr val="000000"/>
                </a:solidFill>
                <a:latin typeface="Cambria" panose="02040503050406030204" charset="0"/>
                <a:ea typeface="华文楷体" panose="02010600040101010101" charset="-122"/>
              </a:rPr>
              <a:t> </a:t>
            </a:r>
            <a:r>
              <a:rPr lang="zh-CN" altLang="en-US" sz="2400" dirty="0">
                <a:solidFill>
                  <a:srgbClr val="000000"/>
                </a:solidFill>
                <a:latin typeface="Cambria" panose="02040503050406030204" charset="0"/>
                <a:ea typeface="华文楷体" panose="02010600040101010101" charset="-122"/>
              </a:rPr>
              <a:t>居中</a:t>
            </a:r>
            <a:endParaRPr lang="zh-CN" altLang="en-US" sz="2400" dirty="0">
              <a:solidFill>
                <a:srgbClr val="000000"/>
              </a:solidFill>
              <a:latin typeface="Cambria" panose="02040503050406030204" charset="0"/>
              <a:ea typeface="华文楷体" panose="02010600040101010101" charset="-122"/>
            </a:endParaRPr>
          </a:p>
          <a:p>
            <a:r>
              <a:rPr lang="zh-CN" altLang="en-US" sz="2400" b="1" dirty="0">
                <a:solidFill>
                  <a:srgbClr val="000000"/>
                </a:solidFill>
                <a:latin typeface="Cambria" panose="02040503050406030204" charset="0"/>
                <a:ea typeface="华文楷体" panose="02010600040101010101" charset="-122"/>
              </a:rPr>
              <a:t>     </a:t>
            </a:r>
            <a:r>
              <a:rPr lang="en-US" altLang="zh-CN" sz="2400" b="1" dirty="0">
                <a:solidFill>
                  <a:srgbClr val="000000"/>
                </a:solidFill>
                <a:latin typeface="Cambria" panose="02040503050406030204" charset="0"/>
                <a:ea typeface="华文楷体" panose="02010600040101010101" charset="-122"/>
              </a:rPr>
              <a:t>2</a:t>
            </a:r>
            <a:r>
              <a:rPr lang="zh-CN" altLang="en-US" sz="2400" b="1" dirty="0">
                <a:solidFill>
                  <a:srgbClr val="000000"/>
                </a:solidFill>
                <a:latin typeface="Cambria" panose="02040503050406030204" charset="0"/>
                <a:ea typeface="华文楷体" panose="02010600040101010101" charset="-122"/>
              </a:rPr>
              <a:t>、</a:t>
            </a:r>
            <a:r>
              <a:rPr lang="zh-CN" altLang="en-US" sz="2400" u="sng" dirty="0">
                <a:solidFill>
                  <a:srgbClr val="000000"/>
                </a:solidFill>
                <a:latin typeface="Cambria" panose="02040503050406030204" charset="0"/>
                <a:ea typeface="华文楷体" panose="02010600040101010101" charset="-122"/>
              </a:rPr>
              <a:t>个人信息</a:t>
            </a:r>
            <a:r>
              <a:rPr lang="en-US" altLang="zh-CN" sz="2400" u="sng" dirty="0">
                <a:solidFill>
                  <a:srgbClr val="000000"/>
                </a:solidFill>
                <a:latin typeface="Cambria" panose="02040503050406030204" charset="0"/>
                <a:ea typeface="华文楷体" panose="02010600040101010101" charset="-122"/>
              </a:rPr>
              <a:t>(Personal Details)</a:t>
            </a:r>
            <a:r>
              <a:rPr lang="zh-CN" altLang="en-US" sz="2400" dirty="0">
                <a:solidFill>
                  <a:srgbClr val="000000"/>
                </a:solidFill>
                <a:latin typeface="Cambria" panose="02040503050406030204" charset="0"/>
                <a:ea typeface="华文楷体" panose="02010600040101010101" charset="-122"/>
              </a:rPr>
              <a:t>：</a:t>
            </a:r>
            <a:r>
              <a:rPr lang="en-US" altLang="zh-CN" sz="2400" dirty="0">
                <a:solidFill>
                  <a:srgbClr val="000000"/>
                </a:solidFill>
                <a:latin typeface="Cambria" panose="02040503050406030204" charset="0"/>
                <a:ea typeface="华文楷体" panose="02010600040101010101" charset="-122"/>
              </a:rPr>
              <a:t>name, </a:t>
            </a:r>
            <a:r>
              <a:rPr lang="en-US" altLang="zh-CN" sz="2400" dirty="0">
                <a:latin typeface="Cambria" panose="02040503050406030204" charset="0"/>
                <a:ea typeface="华文楷体" panose="02010600040101010101" charset="-122"/>
              </a:rPr>
              <a:t>sex, age, marital status, birth place, height, weight, health, positive personality, willingness to relocate / travel, other information supporting work objective (</a:t>
            </a:r>
            <a:r>
              <a:rPr lang="zh-CN" altLang="en-US" sz="2400" dirty="0">
                <a:latin typeface="Cambria" panose="02040503050406030204" charset="0"/>
                <a:ea typeface="华文楷体" panose="02010600040101010101" charset="-122"/>
              </a:rPr>
              <a:t>姓名，性别，年龄，婚姻状况，出生地，身高，体重，健康状况，个性，服从调谴，愿意出差，及其它能反映工作意愿的信息</a:t>
            </a:r>
            <a:r>
              <a:rPr lang="en-US" altLang="zh-CN" sz="2400" dirty="0">
                <a:latin typeface="Cambria" panose="02040503050406030204" charset="0"/>
                <a:ea typeface="华文楷体" panose="02010600040101010101" charset="-122"/>
              </a:rPr>
              <a:t>)</a:t>
            </a:r>
            <a:endParaRPr lang="en-US" altLang="zh-CN" sz="2400" dirty="0">
              <a:latin typeface="Cambria" panose="02040503050406030204" charset="0"/>
              <a:ea typeface="华文楷体" panose="02010600040101010101" charset="-122"/>
            </a:endParaRPr>
          </a:p>
          <a:p>
            <a:r>
              <a:rPr lang="en-US" altLang="zh-CN" sz="2400" b="1" dirty="0">
                <a:latin typeface="Cambria" panose="02040503050406030204" charset="0"/>
                <a:ea typeface="华文楷体" panose="02010600040101010101" charset="-122"/>
              </a:rPr>
              <a:t>     3</a:t>
            </a:r>
            <a:r>
              <a:rPr lang="zh-CN" altLang="en-US" sz="2400" b="1" dirty="0">
                <a:latin typeface="Cambria" panose="02040503050406030204" charset="0"/>
                <a:ea typeface="华文楷体" panose="02010600040101010101" charset="-122"/>
              </a:rPr>
              <a:t>、</a:t>
            </a:r>
            <a:r>
              <a:rPr lang="zh-CN" altLang="en-US" sz="2400" u="sng" dirty="0">
                <a:latin typeface="Cambria" panose="02040503050406030204" charset="0"/>
                <a:ea typeface="华文楷体" panose="02010600040101010101" charset="-122"/>
              </a:rPr>
              <a:t>教育背景</a:t>
            </a:r>
            <a:r>
              <a:rPr lang="en-US" altLang="zh-CN" sz="2400" u="sng" dirty="0">
                <a:latin typeface="Cambria" panose="02040503050406030204" charset="0"/>
                <a:ea typeface="华文楷体" panose="02010600040101010101" charset="-122"/>
              </a:rPr>
              <a:t>(</a:t>
            </a:r>
            <a:r>
              <a:rPr lang="en-US" altLang="zh-CN" sz="2400" u="sng" dirty="0">
                <a:solidFill>
                  <a:srgbClr val="000000"/>
                </a:solidFill>
                <a:latin typeface="Cambria" panose="02040503050406030204" charset="0"/>
                <a:ea typeface="华文楷体" panose="02010600040101010101" charset="-122"/>
              </a:rPr>
              <a:t>Education</a:t>
            </a:r>
            <a:r>
              <a:rPr lang="en-US" altLang="zh-CN" sz="2400" u="sng" dirty="0">
                <a:latin typeface="Cambria" panose="02040503050406030204" charset="0"/>
                <a:ea typeface="华文楷体" panose="02010600040101010101" charset="-122"/>
              </a:rPr>
              <a:t>):</a:t>
            </a:r>
            <a:r>
              <a:rPr lang="en-US" altLang="zh-CN" sz="2400" dirty="0">
                <a:latin typeface="Cambria" panose="02040503050406030204" charset="0"/>
                <a:ea typeface="华文楷体" panose="02010600040101010101" charset="-122"/>
              </a:rPr>
              <a:t> degrees, majors, schools, dates, major courses, special training(</a:t>
            </a:r>
            <a:r>
              <a:rPr lang="zh-CN" altLang="en-US" sz="2400" dirty="0">
                <a:latin typeface="Cambria" panose="02040503050406030204" charset="0"/>
                <a:ea typeface="华文楷体" panose="02010600040101010101" charset="-122"/>
              </a:rPr>
              <a:t>学历，专业，学校，时间，专业课程，特殊培训等</a:t>
            </a:r>
            <a:r>
              <a:rPr lang="en-US" altLang="zh-CN" sz="2400" dirty="0">
                <a:latin typeface="Cambria" panose="02040503050406030204" charset="0"/>
                <a:ea typeface="华文楷体" panose="02010600040101010101" charset="-122"/>
              </a:rPr>
              <a:t>)</a:t>
            </a:r>
            <a:endParaRPr lang="en-US" altLang="zh-CN" sz="2400"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57280" y="1907280"/>
              <a:ext cx="2193480" cy="64800"/>
            </p14:xfrm>
          </p:contentPart>
        </mc:Choice>
        <mc:Fallback xmlns="">
          <p:pic>
            <p:nvPicPr>
              <p:cNvPr id="2" name="墨迹 1"/>
            </p:nvPicPr>
            <p:blipFill>
              <a:blip r:embed="rId2"/>
            </p:blipFill>
            <p:spPr>
              <a:xfrm>
                <a:off x="557280" y="1907280"/>
                <a:ext cx="2193480" cy="648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5722200" y="1885680"/>
              <a:ext cx="957600" cy="36360"/>
            </p14:xfrm>
          </p:contentPart>
        </mc:Choice>
        <mc:Fallback xmlns="">
          <p:pic>
            <p:nvPicPr>
              <p:cNvPr id="3" name="墨迹 2"/>
            </p:nvPicPr>
            <p:blipFill>
              <a:blip r:embed="rId4"/>
            </p:blipFill>
            <p:spPr>
              <a:xfrm>
                <a:off x="5722200" y="1885680"/>
                <a:ext cx="957600" cy="36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7250760" y="3300480"/>
              <a:ext cx="807840" cy="43200"/>
            </p14:xfrm>
          </p:contentPart>
        </mc:Choice>
        <mc:Fallback xmlns="">
          <p:pic>
            <p:nvPicPr>
              <p:cNvPr id="4" name="墨迹 3"/>
            </p:nvPicPr>
            <p:blipFill>
              <a:blip r:embed="rId6"/>
            </p:blipFill>
            <p:spPr>
              <a:xfrm>
                <a:off x="7250760" y="3300480"/>
                <a:ext cx="807840" cy="43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592920" y="3686040"/>
              <a:ext cx="750600" cy="28800"/>
            </p14:xfrm>
          </p:contentPart>
        </mc:Choice>
        <mc:Fallback xmlns="">
          <p:pic>
            <p:nvPicPr>
              <p:cNvPr id="5" name="墨迹 4"/>
            </p:nvPicPr>
            <p:blipFill>
              <a:blip r:embed="rId8"/>
            </p:blipFill>
            <p:spPr>
              <a:xfrm>
                <a:off x="592920" y="3686040"/>
                <a:ext cx="750600" cy="288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3036240" y="3736080"/>
              <a:ext cx="686160" cy="71640"/>
            </p14:xfrm>
          </p:contentPart>
        </mc:Choice>
        <mc:Fallback xmlns="">
          <p:pic>
            <p:nvPicPr>
              <p:cNvPr id="6" name="墨迹 5"/>
            </p:nvPicPr>
            <p:blipFill>
              <a:blip r:embed="rId10"/>
            </p:blipFill>
            <p:spPr>
              <a:xfrm>
                <a:off x="3036240" y="3736080"/>
                <a:ext cx="686160" cy="716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4014720" y="3743280"/>
              <a:ext cx="657720" cy="57600"/>
            </p14:xfrm>
          </p:contentPart>
        </mc:Choice>
        <mc:Fallback xmlns="">
          <p:pic>
            <p:nvPicPr>
              <p:cNvPr id="7" name="墨迹 6"/>
            </p:nvPicPr>
            <p:blipFill>
              <a:blip r:embed="rId12"/>
            </p:blipFill>
            <p:spPr>
              <a:xfrm>
                <a:off x="4014720" y="3743280"/>
                <a:ext cx="657720" cy="576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2443320" y="4114800"/>
              <a:ext cx="986040" cy="36000"/>
            </p14:xfrm>
          </p:contentPart>
        </mc:Choice>
        <mc:Fallback xmlns="">
          <p:pic>
            <p:nvPicPr>
              <p:cNvPr id="8" name="墨迹 7"/>
            </p:nvPicPr>
            <p:blipFill>
              <a:blip r:embed="rId14"/>
            </p:blipFill>
            <p:spPr>
              <a:xfrm>
                <a:off x="2443320" y="4114800"/>
                <a:ext cx="986040" cy="360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1307160" y="4471920"/>
              <a:ext cx="1136520" cy="7560"/>
            </p14:xfrm>
          </p:contentPart>
        </mc:Choice>
        <mc:Fallback xmlns="">
          <p:pic>
            <p:nvPicPr>
              <p:cNvPr id="9" name="墨迹 8"/>
            </p:nvPicPr>
            <p:blipFill>
              <a:blip r:embed="rId16"/>
            </p:blipFill>
            <p:spPr>
              <a:xfrm>
                <a:off x="1307160" y="4471920"/>
                <a:ext cx="1136520" cy="75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2750400" y="5550480"/>
              <a:ext cx="1393200" cy="93240"/>
            </p14:xfrm>
          </p:contentPart>
        </mc:Choice>
        <mc:Fallback xmlns="">
          <p:pic>
            <p:nvPicPr>
              <p:cNvPr id="10" name="墨迹 9"/>
            </p:nvPicPr>
            <p:blipFill>
              <a:blip r:embed="rId18"/>
            </p:blipFill>
            <p:spPr>
              <a:xfrm>
                <a:off x="2750400" y="5550480"/>
                <a:ext cx="1393200" cy="9324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4293360" y="5543280"/>
              <a:ext cx="764640" cy="86400"/>
            </p14:xfrm>
          </p:contentPart>
        </mc:Choice>
        <mc:Fallback xmlns="">
          <p:pic>
            <p:nvPicPr>
              <p:cNvPr id="11" name="墨迹 10"/>
            </p:nvPicPr>
            <p:blipFill>
              <a:blip r:embed="rId20"/>
            </p:blipFill>
            <p:spPr>
              <a:xfrm>
                <a:off x="4293360" y="5543280"/>
                <a:ext cx="764640" cy="864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5450760" y="5529240"/>
              <a:ext cx="1164600" cy="93240"/>
            </p14:xfrm>
          </p:contentPart>
        </mc:Choice>
        <mc:Fallback xmlns="">
          <p:pic>
            <p:nvPicPr>
              <p:cNvPr id="12" name="墨迹 11"/>
            </p:nvPicPr>
            <p:blipFill>
              <a:blip r:embed="rId22"/>
            </p:blipFill>
            <p:spPr>
              <a:xfrm>
                <a:off x="5450760" y="5529240"/>
                <a:ext cx="1164600" cy="93240"/>
              </a:xfrm>
              <a:prstGeom prst="rect"/>
            </p:spPr>
          </p:pic>
        </mc:Fallback>
      </mc:AlternateContent>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ext Box 4"/>
          <p:cNvSpPr txBox="1">
            <a:spLocks noChangeArrowheads="1"/>
          </p:cNvSpPr>
          <p:nvPr/>
        </p:nvSpPr>
        <p:spPr bwMode="auto">
          <a:xfrm>
            <a:off x="395288" y="620713"/>
            <a:ext cx="8353425" cy="6116637"/>
          </a:xfrm>
          <a:prstGeom prst="rect">
            <a:avLst/>
          </a:prstGeom>
          <a:noFill/>
          <a:ln w="9525">
            <a:noFill/>
            <a:miter lim="800000"/>
          </a:ln>
        </p:spPr>
        <p:txBody>
          <a:bodyPr>
            <a:spAutoFit/>
          </a:bodyPr>
          <a:lstStyle/>
          <a:p>
            <a:r>
              <a:rPr lang="en-US" altLang="zh-CN" sz="2400" b="1" dirty="0">
                <a:latin typeface="Cambria" panose="02040503050406030204" charset="0"/>
                <a:ea typeface="华文楷体" panose="02010600040101010101" charset="-122"/>
              </a:rPr>
              <a:t>4</a:t>
            </a:r>
            <a:r>
              <a:rPr lang="zh-CN" altLang="en-US" sz="2400" b="1" dirty="0">
                <a:latin typeface="Cambria" panose="02040503050406030204" charset="0"/>
                <a:ea typeface="华文楷体" panose="02010600040101010101" charset="-122"/>
              </a:rPr>
              <a:t>、</a:t>
            </a:r>
            <a:r>
              <a:rPr lang="zh-CN" altLang="en-US" sz="2400" u="sng" dirty="0">
                <a:latin typeface="Cambria" panose="02040503050406030204" charset="0"/>
                <a:ea typeface="华文楷体" panose="02010600040101010101" charset="-122"/>
              </a:rPr>
              <a:t>工作经历（</a:t>
            </a:r>
            <a:r>
              <a:rPr lang="en-US" altLang="zh-CN" sz="2400" u="sng" dirty="0">
                <a:latin typeface="Cambria" panose="02040503050406030204" charset="0"/>
                <a:ea typeface="华文楷体" panose="02010600040101010101" charset="-122"/>
              </a:rPr>
              <a:t>Work Experience</a:t>
            </a:r>
            <a:r>
              <a:rPr lang="zh-CN" altLang="en-US" sz="2400" u="sng" dirty="0">
                <a:latin typeface="Cambria" panose="02040503050406030204" charset="0"/>
                <a:ea typeface="华文楷体" panose="02010600040101010101" charset="-122"/>
              </a:rPr>
              <a:t>）</a:t>
            </a:r>
            <a:r>
              <a:rPr lang="en-US" altLang="zh-CN" sz="2400" u="sng" dirty="0">
                <a:latin typeface="Cambria" panose="02040503050406030204" charset="0"/>
                <a:ea typeface="华文楷体" panose="02010600040101010101" charset="-122"/>
              </a:rPr>
              <a:t>:</a:t>
            </a:r>
            <a:r>
              <a:rPr lang="en-US" altLang="zh-CN" sz="2400" dirty="0">
                <a:latin typeface="Cambria" panose="02040503050406030204" charset="0"/>
                <a:ea typeface="华文楷体" panose="02010600040101010101" charset="-122"/>
              </a:rPr>
              <a:t> paid, unpaid, and part-time /full-time employment, job titles, employers, dates, skills, accomplishments, duties and responsibilities (</a:t>
            </a:r>
            <a:r>
              <a:rPr lang="zh-CN" altLang="en-US" sz="2400" dirty="0">
                <a:latin typeface="Cambria" panose="02040503050406030204" charset="0"/>
                <a:ea typeface="华文楷体" panose="02010600040101010101" charset="-122"/>
              </a:rPr>
              <a:t>有薪，无薪，正式</a:t>
            </a:r>
            <a:r>
              <a:rPr lang="en-US" altLang="zh-CN" sz="2400" dirty="0">
                <a:latin typeface="Cambria" panose="02040503050406030204" charset="0"/>
                <a:ea typeface="华文楷体" panose="02010600040101010101" charset="-122"/>
              </a:rPr>
              <a:t>/</a:t>
            </a:r>
            <a:r>
              <a:rPr lang="zh-CN" altLang="en-US" sz="2400" dirty="0">
                <a:latin typeface="Cambria" panose="02040503050406030204" charset="0"/>
                <a:ea typeface="华文楷体" panose="02010600040101010101" charset="-122"/>
              </a:rPr>
              <a:t>非正式工作，职位，公司或单位，时间</a:t>
            </a:r>
            <a:r>
              <a:rPr lang="en-US" altLang="zh-CN" sz="2400" dirty="0">
                <a:latin typeface="Cambria" panose="02040503050406030204" charset="0"/>
                <a:ea typeface="华文楷体" panose="02010600040101010101" charset="-122"/>
              </a:rPr>
              <a:t>---</a:t>
            </a:r>
            <a:r>
              <a:rPr lang="zh-CN" altLang="en-US" sz="2400" dirty="0">
                <a:solidFill>
                  <a:srgbClr val="000000"/>
                </a:solidFill>
                <a:latin typeface="Cambria" panose="02040503050406030204" charset="0"/>
                <a:ea typeface="华文楷体" panose="02010600040101010101" charset="-122"/>
              </a:rPr>
              <a:t>一般从最近一次工作的时间看是往前推算</a:t>
            </a:r>
            <a:r>
              <a:rPr lang="zh-CN" altLang="en-US" sz="2400" dirty="0">
                <a:latin typeface="Cambria" panose="02040503050406030204" charset="0"/>
                <a:ea typeface="华文楷体" panose="02010600040101010101" charset="-122"/>
              </a:rPr>
              <a:t>，技能，成就，职责</a:t>
            </a:r>
            <a:r>
              <a:rPr lang="en-US" altLang="zh-CN" sz="2400" dirty="0">
                <a:latin typeface="Cambria" panose="02040503050406030204" charset="0"/>
                <a:ea typeface="华文楷体" panose="02010600040101010101" charset="-122"/>
              </a:rPr>
              <a:t>)</a:t>
            </a:r>
            <a:endParaRPr lang="en-US" altLang="zh-CN" sz="2400" dirty="0">
              <a:latin typeface="Cambria" panose="02040503050406030204" charset="0"/>
              <a:ea typeface="华文楷体" panose="02010600040101010101" charset="-122"/>
            </a:endParaRPr>
          </a:p>
          <a:p>
            <a:endParaRPr lang="en-US" altLang="zh-CN" sz="2400" dirty="0">
              <a:latin typeface="Cambria" panose="02040503050406030204" charset="0"/>
              <a:ea typeface="华文楷体" panose="02010600040101010101" charset="-122"/>
            </a:endParaRPr>
          </a:p>
          <a:p>
            <a:r>
              <a:rPr lang="en-US" altLang="zh-CN" sz="2400" b="1" dirty="0">
                <a:solidFill>
                  <a:srgbClr val="000000"/>
                </a:solidFill>
                <a:latin typeface="Cambria" panose="02040503050406030204" charset="0"/>
                <a:ea typeface="华文楷体" panose="02010600040101010101" charset="-122"/>
              </a:rPr>
              <a:t>5</a:t>
            </a:r>
            <a:r>
              <a:rPr lang="zh-CN" altLang="en-US" sz="2400" b="1" dirty="0">
                <a:solidFill>
                  <a:srgbClr val="000000"/>
                </a:solidFill>
                <a:latin typeface="Cambria" panose="02040503050406030204" charset="0"/>
                <a:ea typeface="华文楷体" panose="02010600040101010101" charset="-122"/>
              </a:rPr>
              <a:t>、</a:t>
            </a:r>
            <a:r>
              <a:rPr lang="zh-CN" altLang="en-US" sz="2400" u="sng" dirty="0">
                <a:solidFill>
                  <a:srgbClr val="000000"/>
                </a:solidFill>
                <a:latin typeface="Cambria" panose="02040503050406030204" charset="0"/>
                <a:ea typeface="华文楷体" panose="02010600040101010101" charset="-122"/>
              </a:rPr>
              <a:t>其他需要说明的情况</a:t>
            </a:r>
            <a:r>
              <a:rPr lang="en-US" altLang="zh-CN" sz="2400" u="sng" dirty="0">
                <a:solidFill>
                  <a:srgbClr val="000000"/>
                </a:solidFill>
                <a:latin typeface="Cambria" panose="02040503050406030204" charset="0"/>
                <a:ea typeface="华文楷体" panose="02010600040101010101" charset="-122"/>
              </a:rPr>
              <a:t>(Other Information): </a:t>
            </a:r>
            <a:r>
              <a:rPr lang="zh-CN" altLang="en-US" sz="2400" dirty="0">
                <a:solidFill>
                  <a:srgbClr val="000000"/>
                </a:solidFill>
                <a:latin typeface="Cambria" panose="02040503050406030204" charset="0"/>
                <a:ea typeface="华文楷体" panose="02010600040101010101" charset="-122"/>
              </a:rPr>
              <a:t>这一部分主要是个人兴趣爱好</a:t>
            </a:r>
            <a:r>
              <a:rPr lang="en-US" altLang="zh-CN" sz="2400" dirty="0">
                <a:solidFill>
                  <a:srgbClr val="000000"/>
                </a:solidFill>
                <a:latin typeface="Cambria" panose="02040503050406030204" charset="0"/>
                <a:ea typeface="华文楷体" panose="02010600040101010101" charset="-122"/>
              </a:rPr>
              <a:t>,</a:t>
            </a:r>
            <a:r>
              <a:rPr lang="zh-CN" altLang="en-US" sz="2400" dirty="0">
                <a:solidFill>
                  <a:srgbClr val="000000"/>
                </a:solidFill>
                <a:latin typeface="Cambria" panose="02040503050406030204" charset="0"/>
                <a:ea typeface="华文楷体" panose="02010600040101010101" charset="-122"/>
              </a:rPr>
              <a:t>相关的资料证明</a:t>
            </a:r>
            <a:r>
              <a:rPr lang="en-US" altLang="zh-CN" sz="2400" dirty="0">
                <a:solidFill>
                  <a:srgbClr val="000000"/>
                </a:solidFill>
                <a:latin typeface="Cambria" panose="02040503050406030204" charset="0"/>
                <a:ea typeface="华文楷体" panose="02010600040101010101" charset="-122"/>
              </a:rPr>
              <a:t>,</a:t>
            </a:r>
            <a:r>
              <a:rPr lang="zh-CN" altLang="en-US" sz="2400" dirty="0">
                <a:solidFill>
                  <a:srgbClr val="000000"/>
                </a:solidFill>
                <a:latin typeface="Cambria" panose="02040503050406030204" charset="0"/>
                <a:ea typeface="华文楷体" panose="02010600040101010101" charset="-122"/>
              </a:rPr>
              <a:t>推荐信等</a:t>
            </a:r>
            <a:r>
              <a:rPr lang="en-US" altLang="zh-CN" sz="2400" dirty="0">
                <a:solidFill>
                  <a:srgbClr val="000000"/>
                </a:solidFill>
                <a:latin typeface="Cambria" panose="02040503050406030204" charset="0"/>
                <a:ea typeface="华文楷体" panose="02010600040101010101" charset="-122"/>
              </a:rPr>
              <a:t>,</a:t>
            </a:r>
            <a:r>
              <a:rPr lang="zh-CN" altLang="en-US" sz="2400" dirty="0">
                <a:solidFill>
                  <a:srgbClr val="000000"/>
                </a:solidFill>
                <a:latin typeface="Cambria" panose="02040503050406030204" charset="0"/>
                <a:ea typeface="华文楷体" panose="02010600040101010101" charset="-122"/>
              </a:rPr>
              <a:t>相关证明材料可作为简历的附件</a:t>
            </a:r>
            <a:r>
              <a:rPr lang="en-US" altLang="zh-CN" sz="2400" dirty="0">
                <a:solidFill>
                  <a:srgbClr val="000000"/>
                </a:solidFill>
                <a:latin typeface="Cambria" panose="02040503050406030204" charset="0"/>
                <a:ea typeface="华文楷体" panose="02010600040101010101" charset="-122"/>
              </a:rPr>
              <a:t>.</a:t>
            </a:r>
            <a:endParaRPr lang="en-US" altLang="zh-CN" sz="2400" b="1"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      </a:t>
            </a:r>
            <a:r>
              <a:rPr lang="zh-CN" altLang="en-US" sz="2400" dirty="0">
                <a:latin typeface="Cambria" panose="02040503050406030204" charset="0"/>
                <a:ea typeface="华文楷体" panose="02010600040101010101" charset="-122"/>
              </a:rPr>
              <a:t>特殊技能</a:t>
            </a:r>
            <a:r>
              <a:rPr lang="en-US" altLang="zh-CN" sz="2400" dirty="0">
                <a:latin typeface="Cambria" panose="02040503050406030204" charset="0"/>
                <a:ea typeface="华文楷体" panose="02010600040101010101" charset="-122"/>
              </a:rPr>
              <a:t>: </a:t>
            </a:r>
            <a:r>
              <a:rPr lang="zh-CN" altLang="en-US" sz="2400" dirty="0">
                <a:latin typeface="Cambria" panose="02040503050406030204" charset="0"/>
                <a:ea typeface="华文楷体" panose="02010600040101010101" charset="-122"/>
              </a:rPr>
              <a:t>外语，计算机等 </a:t>
            </a:r>
            <a:r>
              <a:rPr lang="en-US" altLang="zh-CN" sz="2400" dirty="0">
                <a:latin typeface="Cambria" panose="02040503050406030204" charset="0"/>
                <a:ea typeface="华文楷体" panose="02010600040101010101" charset="-122"/>
              </a:rPr>
              <a:t>(Foreign languages, computer applications) ; Qualifications</a:t>
            </a:r>
            <a:r>
              <a:rPr lang="zh-CN" altLang="en-US" sz="2400" dirty="0">
                <a:latin typeface="Cambria" panose="02040503050406030204" charset="0"/>
                <a:ea typeface="华文楷体" panose="02010600040101010101" charset="-122"/>
              </a:rPr>
              <a:t>任职资格</a:t>
            </a:r>
            <a:r>
              <a:rPr lang="en-US" altLang="zh-CN" sz="2400" dirty="0">
                <a:latin typeface="Cambria" panose="02040503050406030204" charset="0"/>
                <a:ea typeface="华文楷体" panose="02010600040101010101" charset="-122"/>
              </a:rPr>
              <a:t>; Main achievements</a:t>
            </a:r>
            <a:r>
              <a:rPr lang="zh-CN" altLang="en-US" sz="2400" dirty="0">
                <a:latin typeface="Cambria" panose="02040503050406030204" charset="0"/>
                <a:ea typeface="华文楷体" panose="02010600040101010101" charset="-122"/>
              </a:rPr>
              <a:t>主要成就</a:t>
            </a:r>
            <a:r>
              <a:rPr lang="en-US" altLang="zh-CN" sz="2400" dirty="0">
                <a:latin typeface="Cambria" panose="02040503050406030204" charset="0"/>
                <a:ea typeface="华文楷体" panose="02010600040101010101" charset="-122"/>
              </a:rPr>
              <a:t>; Honors &amp; Awards</a:t>
            </a:r>
            <a:r>
              <a:rPr lang="zh-CN" altLang="en-US" sz="2400" dirty="0">
                <a:latin typeface="Cambria" panose="02040503050406030204" charset="0"/>
                <a:ea typeface="华文楷体" panose="02010600040101010101" charset="-122"/>
              </a:rPr>
              <a:t>荣誉和证书</a:t>
            </a:r>
            <a:r>
              <a:rPr lang="en-US" altLang="zh-CN" sz="2400" dirty="0">
                <a:latin typeface="Cambria" panose="02040503050406030204" charset="0"/>
                <a:ea typeface="华文楷体" panose="02010600040101010101" charset="-122"/>
              </a:rPr>
              <a:t>; Certificates / Licenses(</a:t>
            </a:r>
            <a:r>
              <a:rPr lang="zh-CN" altLang="en-US" sz="2400" dirty="0">
                <a:latin typeface="Cambria" panose="02040503050406030204" charset="0"/>
                <a:ea typeface="华文楷体" panose="02010600040101010101" charset="-122"/>
              </a:rPr>
              <a:t>证书或执照</a:t>
            </a:r>
            <a:r>
              <a:rPr lang="en-US" altLang="zh-CN" sz="2400" dirty="0">
                <a:latin typeface="Cambria" panose="02040503050406030204" charset="0"/>
                <a:ea typeface="华文楷体" panose="02010600040101010101" charset="-122"/>
              </a:rPr>
              <a:t>); Professional Affiliations / Professional membership</a:t>
            </a:r>
            <a:r>
              <a:rPr lang="zh-CN" altLang="en-US" sz="2400" dirty="0">
                <a:latin typeface="Cambria" panose="02040503050406030204" charset="0"/>
                <a:ea typeface="华文楷体" panose="02010600040101010101" charset="-122"/>
              </a:rPr>
              <a:t>专业协会会员资格</a:t>
            </a:r>
            <a:r>
              <a:rPr lang="en-US" altLang="zh-CN" sz="2400" dirty="0">
                <a:latin typeface="Cambria" panose="02040503050406030204" charset="0"/>
                <a:ea typeface="华文楷体" panose="02010600040101010101" charset="-122"/>
              </a:rPr>
              <a:t>; Training</a:t>
            </a:r>
            <a:r>
              <a:rPr lang="zh-CN" altLang="en-US" sz="2400" dirty="0">
                <a:latin typeface="Cambria" panose="02040503050406030204" charset="0"/>
                <a:ea typeface="华文楷体" panose="02010600040101010101" charset="-122"/>
              </a:rPr>
              <a:t>培训</a:t>
            </a:r>
            <a:r>
              <a:rPr lang="en-US" altLang="zh-CN" sz="2400" dirty="0">
                <a:latin typeface="Cambria" panose="02040503050406030204" charset="0"/>
                <a:ea typeface="华文楷体" panose="02010600040101010101" charset="-122"/>
              </a:rPr>
              <a:t>; Publications</a:t>
            </a:r>
            <a:r>
              <a:rPr lang="zh-CN" altLang="en-US" sz="2400" dirty="0">
                <a:latin typeface="Cambria" panose="02040503050406030204" charset="0"/>
                <a:ea typeface="华文楷体" panose="02010600040101010101" charset="-122"/>
              </a:rPr>
              <a:t>出版物</a:t>
            </a:r>
            <a:r>
              <a:rPr lang="en-US" altLang="zh-CN" sz="2400" dirty="0">
                <a:latin typeface="Cambria" panose="02040503050406030204" charset="0"/>
                <a:ea typeface="华文楷体" panose="02010600040101010101" charset="-122"/>
              </a:rPr>
              <a:t>;  Hobbies and interests</a:t>
            </a:r>
            <a:r>
              <a:rPr lang="zh-CN" altLang="en-US" sz="2400" dirty="0">
                <a:latin typeface="Cambria" panose="02040503050406030204" charset="0"/>
                <a:ea typeface="华文楷体" panose="02010600040101010101" charset="-122"/>
              </a:rPr>
              <a:t>兴趣爱好</a:t>
            </a:r>
            <a:endParaRPr lang="zh-CN" altLang="en-US" sz="2400"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500200" y="1243080"/>
              <a:ext cx="1400760" cy="86040"/>
            </p14:xfrm>
          </p:contentPart>
        </mc:Choice>
        <mc:Fallback xmlns="">
          <p:pic>
            <p:nvPicPr>
              <p:cNvPr id="2" name="墨迹 1"/>
            </p:nvPicPr>
            <p:blipFill>
              <a:blip r:embed="rId2"/>
            </p:blipFill>
            <p:spPr>
              <a:xfrm>
                <a:off x="2500200" y="1243080"/>
                <a:ext cx="1400760" cy="860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229280" y="1264320"/>
              <a:ext cx="978840" cy="50400"/>
            </p14:xfrm>
          </p:contentPart>
        </mc:Choice>
        <mc:Fallback xmlns="">
          <p:pic>
            <p:nvPicPr>
              <p:cNvPr id="3" name="墨迹 2"/>
            </p:nvPicPr>
            <p:blipFill>
              <a:blip r:embed="rId4"/>
            </p:blipFill>
            <p:spPr>
              <a:xfrm>
                <a:off x="4229280" y="1264320"/>
                <a:ext cx="978840" cy="504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5493600" y="1271520"/>
              <a:ext cx="1236240" cy="64800"/>
            </p14:xfrm>
          </p:contentPart>
        </mc:Choice>
        <mc:Fallback xmlns="">
          <p:pic>
            <p:nvPicPr>
              <p:cNvPr id="4" name="墨迹 3"/>
            </p:nvPicPr>
            <p:blipFill>
              <a:blip r:embed="rId6"/>
            </p:blipFill>
            <p:spPr>
              <a:xfrm>
                <a:off x="5493600" y="1271520"/>
                <a:ext cx="1236240" cy="648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14360" y="1585800"/>
              <a:ext cx="2150640" cy="64800"/>
            </p14:xfrm>
          </p:contentPart>
        </mc:Choice>
        <mc:Fallback xmlns="">
          <p:pic>
            <p:nvPicPr>
              <p:cNvPr id="5" name="墨迹 4"/>
            </p:nvPicPr>
            <p:blipFill>
              <a:blip r:embed="rId8"/>
            </p:blipFill>
            <p:spPr>
              <a:xfrm>
                <a:off x="414360" y="1585800"/>
                <a:ext cx="2150640" cy="648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2878920" y="1664280"/>
              <a:ext cx="857520" cy="14760"/>
            </p14:xfrm>
          </p:contentPart>
        </mc:Choice>
        <mc:Fallback xmlns="">
          <p:pic>
            <p:nvPicPr>
              <p:cNvPr id="6" name="墨迹 5"/>
            </p:nvPicPr>
            <p:blipFill>
              <a:blip r:embed="rId10"/>
            </p:blipFill>
            <p:spPr>
              <a:xfrm>
                <a:off x="2878920" y="1664280"/>
                <a:ext cx="857520" cy="147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4357800" y="1571400"/>
              <a:ext cx="2064960" cy="200520"/>
            </p14:xfrm>
          </p:contentPart>
        </mc:Choice>
        <mc:Fallback xmlns="">
          <p:pic>
            <p:nvPicPr>
              <p:cNvPr id="7" name="墨迹 6"/>
            </p:nvPicPr>
            <p:blipFill>
              <a:blip r:embed="rId12"/>
            </p:blipFill>
            <p:spPr>
              <a:xfrm>
                <a:off x="4357800" y="1571400"/>
                <a:ext cx="2064960" cy="20052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4507560" y="4136040"/>
              <a:ext cx="2372400" cy="72000"/>
            </p14:xfrm>
          </p:contentPart>
        </mc:Choice>
        <mc:Fallback xmlns="">
          <p:pic>
            <p:nvPicPr>
              <p:cNvPr id="8" name="墨迹 7"/>
            </p:nvPicPr>
            <p:blipFill>
              <a:blip r:embed="rId14"/>
            </p:blipFill>
            <p:spPr>
              <a:xfrm>
                <a:off x="4507560" y="4136040"/>
                <a:ext cx="2372400" cy="720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7036560" y="4114800"/>
              <a:ext cx="1314720" cy="100440"/>
            </p14:xfrm>
          </p:contentPart>
        </mc:Choice>
        <mc:Fallback xmlns="">
          <p:pic>
            <p:nvPicPr>
              <p:cNvPr id="9" name="墨迹 8"/>
            </p:nvPicPr>
            <p:blipFill>
              <a:blip r:embed="rId16"/>
            </p:blipFill>
            <p:spPr>
              <a:xfrm>
                <a:off x="7036560" y="4114800"/>
                <a:ext cx="1314720" cy="1004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478800" y="4536360"/>
              <a:ext cx="1650240" cy="50040"/>
            </p14:xfrm>
          </p:contentPart>
        </mc:Choice>
        <mc:Fallback xmlns="">
          <p:pic>
            <p:nvPicPr>
              <p:cNvPr id="10" name="墨迹 9"/>
            </p:nvPicPr>
            <p:blipFill>
              <a:blip r:embed="rId18"/>
            </p:blipFill>
            <p:spPr>
              <a:xfrm>
                <a:off x="478800" y="4536360"/>
                <a:ext cx="1650240" cy="5004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2393280" y="4593240"/>
              <a:ext cx="1736280" cy="93240"/>
            </p14:xfrm>
          </p:contentPart>
        </mc:Choice>
        <mc:Fallback xmlns="">
          <p:pic>
            <p:nvPicPr>
              <p:cNvPr id="11" name="墨迹 10"/>
            </p:nvPicPr>
            <p:blipFill>
              <a:blip r:embed="rId20"/>
            </p:blipFill>
            <p:spPr>
              <a:xfrm>
                <a:off x="2393280" y="4593240"/>
                <a:ext cx="1736280" cy="9324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5557680" y="4521960"/>
              <a:ext cx="2508120" cy="121680"/>
            </p14:xfrm>
          </p:contentPart>
        </mc:Choice>
        <mc:Fallback xmlns="">
          <p:pic>
            <p:nvPicPr>
              <p:cNvPr id="12" name="墨迹 11"/>
            </p:nvPicPr>
            <p:blipFill>
              <a:blip r:embed="rId22"/>
            </p:blipFill>
            <p:spPr>
              <a:xfrm>
                <a:off x="5557680" y="4521960"/>
                <a:ext cx="2508120" cy="12168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1714320" y="4914720"/>
              <a:ext cx="1922040" cy="72000"/>
            </p14:xfrm>
          </p:contentPart>
        </mc:Choice>
        <mc:Fallback xmlns="">
          <p:pic>
            <p:nvPicPr>
              <p:cNvPr id="13" name="墨迹 12"/>
            </p:nvPicPr>
            <p:blipFill>
              <a:blip r:embed="rId24"/>
            </p:blipFill>
            <p:spPr>
              <a:xfrm>
                <a:off x="1714320" y="4914720"/>
                <a:ext cx="1922040" cy="720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5550840" y="4900680"/>
              <a:ext cx="1543320" cy="136080"/>
            </p14:xfrm>
          </p:contentPart>
        </mc:Choice>
        <mc:Fallback xmlns="">
          <p:pic>
            <p:nvPicPr>
              <p:cNvPr id="14" name="墨迹 13"/>
            </p:nvPicPr>
            <p:blipFill>
              <a:blip r:embed="rId26"/>
            </p:blipFill>
            <p:spPr>
              <a:xfrm>
                <a:off x="5550840" y="4900680"/>
                <a:ext cx="1543320" cy="13608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514440" y="5243400"/>
              <a:ext cx="1136160" cy="28800"/>
            </p14:xfrm>
          </p:contentPart>
        </mc:Choice>
        <mc:Fallback xmlns="">
          <p:pic>
            <p:nvPicPr>
              <p:cNvPr id="15" name="墨迹 14"/>
            </p:nvPicPr>
            <p:blipFill>
              <a:blip r:embed="rId28"/>
            </p:blipFill>
            <p:spPr>
              <a:xfrm>
                <a:off x="514440" y="5243400"/>
                <a:ext cx="1136160" cy="2880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6" name="墨迹 15"/>
              <p14:cNvContentPartPr/>
              <p14:nvPr/>
            </p14:nvContentPartPr>
            <p14:xfrm>
              <a:off x="3571920" y="5279040"/>
              <a:ext cx="3022200" cy="114840"/>
            </p14:xfrm>
          </p:contentPart>
        </mc:Choice>
        <mc:Fallback xmlns="">
          <p:pic>
            <p:nvPicPr>
              <p:cNvPr id="16" name="墨迹 15"/>
            </p:nvPicPr>
            <p:blipFill>
              <a:blip r:embed="rId30"/>
            </p:blipFill>
            <p:spPr>
              <a:xfrm>
                <a:off x="3571920" y="5279040"/>
                <a:ext cx="3022200" cy="114840"/>
              </a:xfrm>
              <a:prstGeom prst="rect"/>
            </p:spPr>
          </p:pic>
        </mc:Fallback>
      </mc:AlternateContent>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ext Box 4"/>
          <p:cNvSpPr txBox="1">
            <a:spLocks noChangeArrowheads="1"/>
          </p:cNvSpPr>
          <p:nvPr/>
        </p:nvSpPr>
        <p:spPr bwMode="auto">
          <a:xfrm>
            <a:off x="395288" y="692150"/>
            <a:ext cx="8424862" cy="4816475"/>
          </a:xfrm>
          <a:prstGeom prst="rect">
            <a:avLst/>
          </a:prstGeom>
          <a:noFill/>
          <a:ln w="9525">
            <a:noFill/>
            <a:miter lim="800000"/>
          </a:ln>
        </p:spPr>
        <p:txBody>
          <a:bodyPr>
            <a:spAutoFit/>
          </a:bodyPr>
          <a:lstStyle/>
          <a:p>
            <a:pPr algn="ctr"/>
            <a:r>
              <a:rPr lang="zh-CN" altLang="zh-CN" sz="2000" b="1">
                <a:latin typeface="Cambria" panose="02040503050406030204" charset="0"/>
                <a:ea typeface="华文楷体" panose="02010600040101010101" charset="-122"/>
              </a:rPr>
              <a:t>Resume     </a:t>
            </a:r>
            <a:r>
              <a:rPr lang="zh-CN" altLang="en-US" sz="2000" b="1">
                <a:latin typeface="Cambria" panose="02040503050406030204" charset="0"/>
                <a:ea typeface="华文楷体" panose="02010600040101010101" charset="-122"/>
              </a:rPr>
              <a:t>简     历</a:t>
            </a:r>
            <a:endParaRPr lang="zh-CN" altLang="en-US"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姓名： 黄佳杰         性别： 男             出生年月： </a:t>
            </a:r>
            <a:r>
              <a:rPr lang="zh-CN" altLang="zh-CN" sz="2000" b="1">
                <a:latin typeface="Cambria" panose="02040503050406030204" charset="0"/>
                <a:ea typeface="华文楷体" panose="02010600040101010101" charset="-122"/>
              </a:rPr>
              <a:t>198</a:t>
            </a:r>
            <a:r>
              <a:rPr lang="en-US" altLang="zh-CN" sz="2000" b="1">
                <a:latin typeface="Cambria" panose="02040503050406030204" charset="0"/>
                <a:ea typeface="华文楷体" panose="02010600040101010101" charset="-122"/>
              </a:rPr>
              <a:t>8</a:t>
            </a:r>
            <a:r>
              <a:rPr lang="zh-CN" altLang="zh-CN" sz="2000" b="1">
                <a:latin typeface="Cambria" panose="02040503050406030204" charset="0"/>
                <a:ea typeface="华文楷体" panose="02010600040101010101" charset="-122"/>
              </a:rPr>
              <a:t>.4</a:t>
            </a:r>
            <a:endParaRPr lang="zh-CN" altLang="zh-CN"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专业： 会计电算化</a:t>
            </a:r>
            <a:r>
              <a:rPr lang="en-US" sz="2000" b="1">
                <a:latin typeface="Cambria" panose="02040503050406030204" charset="0"/>
                <a:ea typeface="华文楷体" panose="02010600040101010101" charset="-122"/>
              </a:rPr>
              <a:t>       籍贯</a:t>
            </a:r>
            <a:r>
              <a:rPr lang="zh-CN" altLang="en-US" sz="2000" b="1">
                <a:latin typeface="Cambria" panose="02040503050406030204" charset="0"/>
                <a:ea typeface="华文楷体" panose="02010600040101010101" charset="-122"/>
              </a:rPr>
              <a:t>： 广东东莞       婚姻状况： 未婚</a:t>
            </a:r>
            <a:endParaRPr lang="zh-CN" altLang="en-US"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求职意向：公司</a:t>
            </a:r>
            <a:r>
              <a:rPr lang="zh-CN" altLang="zh-CN" sz="2000" b="1">
                <a:latin typeface="Cambria" panose="02040503050406030204" charset="0"/>
                <a:ea typeface="华文楷体" panose="02010600040101010101" charset="-122"/>
              </a:rPr>
              <a:t>, 企业等单位</a:t>
            </a:r>
            <a:r>
              <a:rPr lang="zh-CN" altLang="en-US" sz="2000" b="1">
                <a:latin typeface="Cambria" panose="02040503050406030204" charset="0"/>
                <a:ea typeface="华文楷体" panose="02010600040101010101" charset="-122"/>
              </a:rPr>
              <a:t>会计有关的工作</a:t>
            </a:r>
            <a:endParaRPr lang="zh-CN" altLang="en-US"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通信地址：广东省广州市环市东路</a:t>
            </a:r>
            <a:r>
              <a:rPr lang="en-US" altLang="zh-CN" sz="2000" b="1">
                <a:latin typeface="Cambria" panose="02040503050406030204" charset="0"/>
                <a:ea typeface="华文楷体" panose="02010600040101010101" charset="-122"/>
              </a:rPr>
              <a:t>465</a:t>
            </a:r>
            <a:r>
              <a:rPr lang="zh-CN" altLang="en-US" sz="2000" b="1">
                <a:latin typeface="Cambria" panose="02040503050406030204" charset="0"/>
                <a:ea typeface="华文楷体" panose="02010600040101010101" charset="-122"/>
              </a:rPr>
              <a:t>号广州工程技术职业学院财经系</a:t>
            </a:r>
            <a:r>
              <a:rPr lang="en-US" altLang="zh-CN" sz="2000" b="1">
                <a:latin typeface="Cambria" panose="02040503050406030204" charset="0"/>
                <a:ea typeface="华文楷体" panose="02010600040101010101" charset="-122"/>
              </a:rPr>
              <a:t>07</a:t>
            </a:r>
            <a:r>
              <a:rPr lang="zh-CN" altLang="en-US" sz="2000" b="1">
                <a:latin typeface="Cambria" panose="02040503050406030204" charset="0"/>
                <a:ea typeface="华文楷体" panose="02010600040101010101" charset="-122"/>
              </a:rPr>
              <a:t>级</a:t>
            </a:r>
            <a:r>
              <a:rPr lang="en-US" altLang="zh-CN" sz="2000" b="1">
                <a:latin typeface="Cambria" panose="02040503050406030204" charset="0"/>
                <a:ea typeface="华文楷体" panose="02010600040101010101" charset="-122"/>
              </a:rPr>
              <a:t>3</a:t>
            </a:r>
            <a:r>
              <a:rPr lang="zh-CN" altLang="en-US" sz="2000" b="1">
                <a:latin typeface="Cambria" panose="02040503050406030204" charset="0"/>
                <a:ea typeface="华文楷体" panose="02010600040101010101" charset="-122"/>
              </a:rPr>
              <a:t>班</a:t>
            </a:r>
            <a:endParaRPr lang="zh-CN" altLang="en-US"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电话  </a:t>
            </a:r>
            <a:r>
              <a:rPr lang="zh-CN" altLang="zh-CN" sz="2000" b="1">
                <a:latin typeface="Cambria" panose="02040503050406030204" charset="0"/>
                <a:ea typeface="华文楷体" panose="02010600040101010101" charset="-122"/>
              </a:rPr>
              <a:t>020</a:t>
            </a:r>
            <a:r>
              <a:rPr lang="zh-CN" altLang="en-US" sz="2000" b="1">
                <a:latin typeface="Cambria" panose="02040503050406030204" charset="0"/>
                <a:ea typeface="华文楷体" panose="02010600040101010101" charset="-122"/>
              </a:rPr>
              <a:t>－</a:t>
            </a:r>
            <a:r>
              <a:rPr lang="zh-CN" altLang="zh-CN" sz="2000" b="1">
                <a:latin typeface="Cambria" panose="02040503050406030204" charset="0"/>
                <a:ea typeface="华文楷体" panose="02010600040101010101" charset="-122"/>
              </a:rPr>
              <a:t>87981356     </a:t>
            </a:r>
            <a:r>
              <a:rPr lang="zh-CN" altLang="en-US" sz="2000" b="1">
                <a:latin typeface="Cambria" panose="02040503050406030204" charset="0"/>
                <a:ea typeface="华文楷体" panose="02010600040101010101" charset="-122"/>
              </a:rPr>
              <a:t>手机  </a:t>
            </a:r>
            <a:r>
              <a:rPr lang="zh-CN" altLang="zh-CN" sz="2000" b="1">
                <a:latin typeface="Cambria" panose="02040503050406030204" charset="0"/>
                <a:ea typeface="华文楷体" panose="02010600040101010101" charset="-122"/>
              </a:rPr>
              <a:t>13534117492      </a:t>
            </a:r>
            <a:r>
              <a:rPr lang="zh-CN" altLang="en-US" sz="2000" b="1">
                <a:latin typeface="Cambria" panose="02040503050406030204" charset="0"/>
                <a:ea typeface="华文楷体" panose="02010600040101010101" charset="-122"/>
              </a:rPr>
              <a:t>邮编  </a:t>
            </a:r>
            <a:r>
              <a:rPr lang="zh-CN" altLang="zh-CN" sz="2000" b="1">
                <a:latin typeface="Cambria" panose="02040503050406030204" charset="0"/>
                <a:ea typeface="华文楷体" panose="02010600040101010101" charset="-122"/>
              </a:rPr>
              <a:t>510</a:t>
            </a:r>
            <a:r>
              <a:rPr lang="en-US" altLang="zh-CN" sz="2000" b="1">
                <a:latin typeface="Cambria" panose="02040503050406030204" charset="0"/>
                <a:ea typeface="华文楷体" panose="02010600040101010101" charset="-122"/>
              </a:rPr>
              <a:t>650</a:t>
            </a:r>
            <a:endParaRPr lang="zh-CN" altLang="zh-CN"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学习经历：</a:t>
            </a:r>
            <a:endParaRPr lang="zh-CN" altLang="en-US" sz="2000" b="1">
              <a:latin typeface="Cambria" panose="02040503050406030204" charset="0"/>
              <a:ea typeface="华文楷体" panose="02010600040101010101" charset="-122"/>
            </a:endParaRPr>
          </a:p>
          <a:p>
            <a:r>
              <a:rPr lang="zh-CN" altLang="zh-CN" sz="2000" b="1">
                <a:latin typeface="Cambria" panose="02040503050406030204" charset="0"/>
                <a:ea typeface="华文楷体" panose="02010600040101010101" charset="-122"/>
              </a:rPr>
              <a:t>200</a:t>
            </a:r>
            <a:r>
              <a:rPr lang="en-US" altLang="zh-CN" sz="2000" b="1">
                <a:latin typeface="Cambria" panose="02040503050406030204" charset="0"/>
                <a:ea typeface="华文楷体" panose="02010600040101010101" charset="-122"/>
              </a:rPr>
              <a:t>7</a:t>
            </a:r>
            <a:r>
              <a:rPr lang="zh-CN" altLang="zh-CN" sz="2000" b="1">
                <a:latin typeface="Cambria" panose="02040503050406030204" charset="0"/>
                <a:ea typeface="华文楷体" panose="02010600040101010101" charset="-122"/>
              </a:rPr>
              <a:t>.9</a:t>
            </a:r>
            <a:r>
              <a:rPr lang="zh-CN" altLang="en-US" sz="2000" b="1">
                <a:latin typeface="Cambria" panose="02040503050406030204" charset="0"/>
                <a:ea typeface="华文楷体" panose="02010600040101010101" charset="-122"/>
              </a:rPr>
              <a:t>－至 今   广州工程技术职业学</a:t>
            </a:r>
            <a:r>
              <a:rPr lang="en-US" sz="2000" b="1">
                <a:latin typeface="Cambria" panose="02040503050406030204" charset="0"/>
                <a:ea typeface="华文楷体" panose="02010600040101010101" charset="-122"/>
              </a:rPr>
              <a:t>院</a:t>
            </a:r>
            <a:r>
              <a:rPr lang="zh-CN" altLang="en-US" sz="2000" b="1">
                <a:latin typeface="Cambria" panose="02040503050406030204" charset="0"/>
                <a:ea typeface="华文楷体" panose="02010600040101010101" charset="-122"/>
              </a:rPr>
              <a:t>会计电算化专业</a:t>
            </a:r>
            <a:endParaRPr lang="zh-CN" altLang="en-US"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资格证书：</a:t>
            </a:r>
            <a:endParaRPr lang="zh-CN" altLang="en-US"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高等学校英语应用能力考试合格证书（</a:t>
            </a:r>
            <a:r>
              <a:rPr lang="zh-CN" altLang="zh-CN" sz="2000" b="1">
                <a:latin typeface="Cambria" panose="02040503050406030204" charset="0"/>
                <a:ea typeface="华文楷体" panose="02010600040101010101" charset="-122"/>
              </a:rPr>
              <a:t>A</a:t>
            </a:r>
            <a:r>
              <a:rPr lang="zh-CN" altLang="en-US" sz="2000" b="1">
                <a:latin typeface="Cambria" panose="02040503050406030204" charset="0"/>
                <a:ea typeface="华文楷体" panose="02010600040101010101" charset="-122"/>
              </a:rPr>
              <a:t>级）</a:t>
            </a:r>
            <a:endParaRPr lang="zh-CN" altLang="en-US"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全国计算机等级考试合格证书（一级）</a:t>
            </a:r>
            <a:endParaRPr lang="zh-CN" altLang="en-US"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兴趣爱好：旅游，运动，外语，音乐，阅读。</a:t>
            </a:r>
            <a:endParaRPr lang="zh-CN" altLang="en-US" sz="2000" b="1">
              <a:latin typeface="Cambria" panose="02040503050406030204" charset="0"/>
              <a:ea typeface="华文楷体" panose="02010600040101010101" charset="-122"/>
            </a:endParaRPr>
          </a:p>
          <a:p>
            <a:r>
              <a:rPr lang="zh-CN" altLang="en-US" sz="2000" b="1">
                <a:latin typeface="Cambria" panose="02040503050406030204" charset="0"/>
                <a:ea typeface="华文楷体" panose="02010600040101010101" charset="-122"/>
              </a:rPr>
              <a:t>备    注：如有意向，愿意提供详细的证明材料。</a:t>
            </a:r>
            <a:endParaRPr lang="zh-CN" altLang="en-US" sz="2000" b="1">
              <a:latin typeface="Cambria" panose="02040503050406030204" charset="0"/>
              <a:ea typeface="华文楷体" panose="02010600040101010101" charset="-122"/>
            </a:endParaRPr>
          </a:p>
          <a:p>
            <a:pPr>
              <a:spcBef>
                <a:spcPct val="50000"/>
              </a:spcBef>
            </a:pPr>
            <a:endParaRPr lang="en-US" altLang="zh-CN" sz="2000">
              <a:latin typeface="Cambria" panose="02040503050406030204" charset="0"/>
              <a:ea typeface="华文楷体" panose="02010600040101010101" charset="-122"/>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ext Box 4"/>
          <p:cNvSpPr txBox="1">
            <a:spLocks noChangeArrowheads="1"/>
          </p:cNvSpPr>
          <p:nvPr/>
        </p:nvSpPr>
        <p:spPr bwMode="auto">
          <a:xfrm>
            <a:off x="395288" y="765175"/>
            <a:ext cx="8353425" cy="5478463"/>
          </a:xfrm>
          <a:prstGeom prst="rect">
            <a:avLst/>
          </a:prstGeom>
          <a:noFill/>
          <a:ln w="9525">
            <a:noFill/>
            <a:miter lim="800000"/>
          </a:ln>
        </p:spPr>
        <p:txBody>
          <a:bodyPr>
            <a:spAutoFit/>
          </a:bodyPr>
          <a:lstStyle/>
          <a:p>
            <a:pPr algn="ctr"/>
            <a:r>
              <a:rPr lang="zh-CN" altLang="zh-CN" b="1" dirty="0">
                <a:latin typeface="Cambria" panose="02040503050406030204" charset="0"/>
                <a:ea typeface="华文楷体" panose="02010600040101010101" charset="-122"/>
              </a:rPr>
              <a:t>RESUME</a:t>
            </a:r>
            <a:endParaRPr lang="zh-CN" altLang="zh-CN" b="1" dirty="0">
              <a:latin typeface="Cambria" panose="02040503050406030204" charset="0"/>
              <a:ea typeface="华文楷体" panose="02010600040101010101" charset="-122"/>
            </a:endParaRPr>
          </a:p>
          <a:p>
            <a:r>
              <a:rPr lang="zh-CN" altLang="zh-CN" sz="2400" dirty="0">
                <a:latin typeface="Cambria" panose="02040503050406030204" charset="0"/>
                <a:ea typeface="华文楷体" panose="02010600040101010101" charset="-122"/>
              </a:rPr>
              <a:t>Huang Jiajie</a:t>
            </a:r>
            <a:endParaRPr lang="zh-CN" altLang="zh-CN" sz="2400" dirty="0">
              <a:latin typeface="Cambria" panose="02040503050406030204" charset="0"/>
              <a:ea typeface="华文楷体" panose="02010600040101010101" charset="-122"/>
            </a:endParaRPr>
          </a:p>
          <a:p>
            <a:r>
              <a:rPr lang="en-US" altLang="zh-CN" sz="2400" dirty="0">
                <a:latin typeface="Cambria" panose="02040503050406030204" charset="0"/>
                <a:ea typeface="华文楷体" panose="02010600040101010101" charset="-122"/>
              </a:rPr>
              <a:t>465</a:t>
            </a:r>
            <a:r>
              <a:rPr lang="zh-CN" altLang="zh-CN" sz="2400" dirty="0">
                <a:latin typeface="Cambria" panose="02040503050406030204" charset="0"/>
                <a:ea typeface="华文楷体" panose="02010600040101010101" charset="-122"/>
              </a:rPr>
              <a:t> </a:t>
            </a:r>
            <a:r>
              <a:rPr lang="en-US" altLang="zh-CN" sz="2400" dirty="0" err="1">
                <a:latin typeface="Cambria" panose="02040503050406030204" charset="0"/>
                <a:ea typeface="华文楷体" panose="02010600040101010101" charset="-122"/>
              </a:rPr>
              <a:t>Huanshi</a:t>
            </a:r>
            <a:r>
              <a:rPr lang="en-US" altLang="zh-CN" sz="2400" dirty="0">
                <a:latin typeface="Cambria" panose="02040503050406030204" charset="0"/>
                <a:ea typeface="华文楷体" panose="02010600040101010101" charset="-122"/>
              </a:rPr>
              <a:t> </a:t>
            </a:r>
            <a:r>
              <a:rPr lang="zh-CN" altLang="zh-CN" sz="2400" dirty="0">
                <a:latin typeface="Cambria" panose="02040503050406030204" charset="0"/>
                <a:ea typeface="华文楷体" panose="02010600040101010101" charset="-122"/>
              </a:rPr>
              <a:t>Road</a:t>
            </a:r>
            <a:r>
              <a:rPr lang="en-US" altLang="zh-CN" sz="2400" dirty="0">
                <a:latin typeface="Cambria" panose="02040503050406030204" charset="0"/>
                <a:ea typeface="华文楷体" panose="02010600040101010101" charset="-122"/>
              </a:rPr>
              <a:t> (East)</a:t>
            </a:r>
            <a:r>
              <a:rPr lang="zh-CN" altLang="zh-CN" sz="2400" dirty="0">
                <a:latin typeface="Cambria" panose="02040503050406030204" charset="0"/>
                <a:ea typeface="华文楷体" panose="02010600040101010101" charset="-122"/>
              </a:rPr>
              <a:t>, Conghua</a:t>
            </a:r>
            <a:endParaRPr lang="zh-CN" altLang="zh-CN" sz="2400" dirty="0">
              <a:latin typeface="Cambria" panose="02040503050406030204" charset="0"/>
              <a:ea typeface="华文楷体" panose="02010600040101010101" charset="-122"/>
            </a:endParaRPr>
          </a:p>
          <a:p>
            <a:r>
              <a:rPr lang="zh-CN" altLang="zh-CN" sz="2400" dirty="0">
                <a:latin typeface="Cambria" panose="02040503050406030204" charset="0"/>
                <a:ea typeface="华文楷体" panose="02010600040101010101" charset="-122"/>
              </a:rPr>
              <a:t>Guangdong 510925</a:t>
            </a:r>
            <a:endParaRPr lang="zh-CN" altLang="zh-CN" sz="2400" dirty="0">
              <a:latin typeface="Cambria" panose="02040503050406030204" charset="0"/>
              <a:ea typeface="华文楷体" panose="02010600040101010101" charset="-122"/>
            </a:endParaRPr>
          </a:p>
          <a:p>
            <a:r>
              <a:rPr lang="zh-CN" altLang="zh-CN" sz="2400" dirty="0">
                <a:latin typeface="Cambria" panose="02040503050406030204" charset="0"/>
                <a:ea typeface="华文楷体" panose="02010600040101010101" charset="-122"/>
              </a:rPr>
              <a:t>Tel:  (020) 97891356</a:t>
            </a:r>
            <a:endParaRPr lang="zh-CN" altLang="zh-CN" sz="2400" dirty="0">
              <a:latin typeface="Cambria" panose="02040503050406030204" charset="0"/>
              <a:ea typeface="华文楷体" panose="02010600040101010101" charset="-122"/>
            </a:endParaRPr>
          </a:p>
          <a:p>
            <a:r>
              <a:rPr lang="zh-CN" altLang="zh-CN" sz="2400" dirty="0">
                <a:latin typeface="Cambria" panose="02040503050406030204" charset="0"/>
                <a:ea typeface="华文楷体" panose="02010600040101010101" charset="-122"/>
              </a:rPr>
              <a:t>M.P.: 13534117492	</a:t>
            </a:r>
            <a:endParaRPr lang="zh-CN" altLang="zh-CN" sz="2400" u="sng" dirty="0">
              <a:latin typeface="Cambria" panose="02040503050406030204" charset="0"/>
              <a:ea typeface="华文楷体" panose="02010600040101010101" charset="-122"/>
            </a:endParaRPr>
          </a:p>
          <a:p>
            <a:r>
              <a:rPr lang="zh-CN" altLang="zh-CN" sz="2400" u="sng" dirty="0">
                <a:latin typeface="Cambria" panose="02040503050406030204" charset="0"/>
                <a:ea typeface="华文楷体" panose="02010600040101010101" charset="-122"/>
              </a:rPr>
              <a:t>JOB OBJECTIVE</a:t>
            </a:r>
            <a:endParaRPr lang="zh-CN" altLang="zh-CN" sz="2400" dirty="0">
              <a:latin typeface="Cambria" panose="02040503050406030204" charset="0"/>
              <a:ea typeface="华文楷体" panose="02010600040101010101" charset="-122"/>
            </a:endParaRPr>
          </a:p>
          <a:p>
            <a:r>
              <a:rPr lang="zh-CN" altLang="zh-CN" sz="2400" dirty="0">
                <a:latin typeface="Cambria" panose="02040503050406030204" charset="0"/>
                <a:ea typeface="华文楷体" panose="02010600040101010101" charset="-122"/>
              </a:rPr>
              <a:t>Seek a position in a company related to  </a:t>
            </a:r>
            <a:r>
              <a:rPr lang="en-US" altLang="zh-CN" sz="2400" dirty="0">
                <a:latin typeface="Cambria" panose="02040503050406030204" charset="0"/>
                <a:ea typeface="华文楷体" panose="02010600040101010101" charset="-122"/>
              </a:rPr>
              <a:t>Finance</a:t>
            </a:r>
            <a:endParaRPr lang="zh-CN" altLang="zh-CN" sz="2400" u="sng" dirty="0">
              <a:latin typeface="Cambria" panose="02040503050406030204" charset="0"/>
              <a:ea typeface="华文楷体" panose="02010600040101010101" charset="-122"/>
            </a:endParaRPr>
          </a:p>
          <a:p>
            <a:r>
              <a:rPr lang="zh-CN" altLang="zh-CN" sz="2400" u="sng" dirty="0">
                <a:latin typeface="Cambria" panose="02040503050406030204" charset="0"/>
                <a:ea typeface="华文楷体" panose="02010600040101010101" charset="-122"/>
              </a:rPr>
              <a:t>EDUCATION</a:t>
            </a:r>
            <a:endParaRPr lang="zh-CN" altLang="zh-CN" sz="2400" dirty="0">
              <a:latin typeface="Cambria" panose="02040503050406030204" charset="0"/>
              <a:ea typeface="华文楷体" panose="02010600040101010101" charset="-122"/>
            </a:endParaRPr>
          </a:p>
          <a:p>
            <a:r>
              <a:rPr lang="zh-CN" altLang="zh-CN" sz="2400" dirty="0">
                <a:latin typeface="Cambria" panose="02040503050406030204" charset="0"/>
                <a:ea typeface="华文楷体" panose="02010600040101010101" charset="-122"/>
              </a:rPr>
              <a:t>200</a:t>
            </a:r>
            <a:r>
              <a:rPr lang="en-US" altLang="zh-CN" sz="2400" dirty="0">
                <a:latin typeface="Cambria" panose="02040503050406030204" charset="0"/>
                <a:ea typeface="华文楷体" panose="02010600040101010101" charset="-122"/>
              </a:rPr>
              <a:t>7</a:t>
            </a:r>
            <a:r>
              <a:rPr lang="zh-CN" altLang="zh-CN" sz="2400" dirty="0">
                <a:latin typeface="Cambria" panose="02040503050406030204" charset="0"/>
                <a:ea typeface="华文楷体" panose="02010600040101010101" charset="-122"/>
              </a:rPr>
              <a:t>-200</a:t>
            </a:r>
            <a:r>
              <a:rPr lang="en-US" altLang="zh-CN" sz="2400" dirty="0">
                <a:latin typeface="Cambria" panose="02040503050406030204" charset="0"/>
                <a:ea typeface="华文楷体" panose="02010600040101010101" charset="-122"/>
              </a:rPr>
              <a:t>9</a:t>
            </a:r>
            <a:r>
              <a:rPr lang="zh-CN" altLang="zh-CN" sz="2400" dirty="0">
                <a:latin typeface="Cambria" panose="02040503050406030204" charset="0"/>
                <a:ea typeface="华文楷体" panose="02010600040101010101" charset="-122"/>
              </a:rPr>
              <a:t>:</a:t>
            </a:r>
            <a:r>
              <a:rPr lang="en-US" altLang="zh-CN" sz="2400" dirty="0">
                <a:latin typeface="Cambria" panose="02040503050406030204" charset="0"/>
                <a:ea typeface="华文楷体" panose="02010600040101010101" charset="-122"/>
              </a:rPr>
              <a:t> Guangzhou Institute of Technology</a:t>
            </a:r>
            <a:endParaRPr lang="zh-CN" altLang="zh-CN" sz="2400" dirty="0">
              <a:latin typeface="Cambria" panose="02040503050406030204" charset="0"/>
              <a:ea typeface="华文楷体" panose="02010600040101010101" charset="-122"/>
            </a:endParaRPr>
          </a:p>
          <a:p>
            <a:r>
              <a:rPr lang="zh-CN" altLang="zh-CN" sz="2400" dirty="0">
                <a:latin typeface="Cambria" panose="02040503050406030204" charset="0"/>
                <a:ea typeface="华文楷体" panose="02010600040101010101" charset="-122"/>
              </a:rPr>
              <a:t>                    Major: </a:t>
            </a:r>
            <a:r>
              <a:rPr lang="en-US" altLang="zh-CN" sz="2400" dirty="0">
                <a:latin typeface="Cambria" panose="02040503050406030204" charset="0"/>
                <a:ea typeface="华文楷体" panose="02010600040101010101" charset="-122"/>
              </a:rPr>
              <a:t>Computerized Accounting</a:t>
            </a:r>
            <a:r>
              <a:rPr lang="en-US" altLang="zh-CN" dirty="0">
                <a:latin typeface="Cambria" panose="02040503050406030204" charset="0"/>
                <a:ea typeface="华文楷体" panose="02010600040101010101" charset="-122"/>
              </a:rPr>
              <a:t> </a:t>
            </a:r>
            <a:br>
              <a:rPr lang="en-US" altLang="zh-CN" dirty="0">
                <a:latin typeface="Cambria" panose="02040503050406030204" charset="0"/>
                <a:ea typeface="华文楷体" panose="02010600040101010101" charset="-122"/>
              </a:rPr>
            </a:br>
            <a:endParaRPr lang="zh-CN" altLang="zh-CN" sz="2400" u="sng" dirty="0">
              <a:latin typeface="Cambria" panose="02040503050406030204" charset="0"/>
              <a:ea typeface="华文楷体" panose="02010600040101010101" charset="-122"/>
            </a:endParaRPr>
          </a:p>
          <a:p>
            <a:r>
              <a:rPr lang="zh-CN" altLang="zh-CN" sz="2400" u="sng" dirty="0">
                <a:latin typeface="Cambria" panose="02040503050406030204" charset="0"/>
                <a:ea typeface="华文楷体" panose="02010600040101010101" charset="-122"/>
              </a:rPr>
              <a:t>CERTIFICATE</a:t>
            </a:r>
            <a:endParaRPr lang="zh-CN" altLang="zh-CN" sz="2400" dirty="0">
              <a:latin typeface="Cambria" panose="02040503050406030204" charset="0"/>
              <a:ea typeface="华文楷体" panose="02010600040101010101" charset="-122"/>
            </a:endParaRPr>
          </a:p>
          <a:p>
            <a:r>
              <a:rPr lang="zh-CN" altLang="zh-CN" sz="2400" dirty="0">
                <a:latin typeface="Cambria" panose="02040503050406030204" charset="0"/>
                <a:ea typeface="华文楷体" panose="02010600040101010101" charset="-122"/>
              </a:rPr>
              <a:t>Practical English Test For Colleges ( level A )</a:t>
            </a:r>
            <a:endParaRPr lang="zh-CN" altLang="zh-CN" sz="2400" dirty="0">
              <a:latin typeface="Cambria" panose="02040503050406030204" charset="0"/>
              <a:ea typeface="华文楷体" panose="02010600040101010101" charset="-122"/>
            </a:endParaRPr>
          </a:p>
          <a:p>
            <a:r>
              <a:rPr lang="zh-CN" altLang="zh-CN" sz="2400" dirty="0">
                <a:latin typeface="Cambria" panose="02040503050406030204" charset="0"/>
                <a:ea typeface="华文楷体" panose="02010600040101010101" charset="-122"/>
              </a:rPr>
              <a:t>National Computer Rank Examination Certificate ( grade 1 )</a:t>
            </a: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14360" y="6014880"/>
              <a:ext cx="8172720" cy="186120"/>
            </p14:xfrm>
          </p:contentPart>
        </mc:Choice>
        <mc:Fallback xmlns="">
          <p:pic>
            <p:nvPicPr>
              <p:cNvPr id="2" name="墨迹 1"/>
            </p:nvPicPr>
            <p:blipFill>
              <a:blip r:embed="rId2"/>
            </p:blipFill>
            <p:spPr>
              <a:xfrm>
                <a:off x="414360" y="6014880"/>
                <a:ext cx="8172720" cy="186120"/>
              </a:xfrm>
              <a:prstGeom prst="rect"/>
            </p:spPr>
          </p:pic>
        </mc:Fallback>
      </mc:AlternateContent>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ext Box 4"/>
          <p:cNvSpPr txBox="1">
            <a:spLocks noChangeArrowheads="1"/>
          </p:cNvSpPr>
          <p:nvPr/>
        </p:nvSpPr>
        <p:spPr bwMode="auto">
          <a:xfrm>
            <a:off x="179388" y="620713"/>
            <a:ext cx="8640762" cy="3378200"/>
          </a:xfrm>
          <a:prstGeom prst="rect">
            <a:avLst/>
          </a:prstGeom>
          <a:noFill/>
          <a:ln w="9525">
            <a:noFill/>
            <a:miter lim="800000"/>
          </a:ln>
        </p:spPr>
        <p:txBody>
          <a:bodyPr>
            <a:spAutoFit/>
          </a:bodyPr>
          <a:lstStyle/>
          <a:p>
            <a:r>
              <a:rPr lang="zh-CN" altLang="zh-CN" sz="2400" u="sng">
                <a:latin typeface="Cambria" panose="02040503050406030204" charset="0"/>
                <a:ea typeface="华文楷体" panose="02010600040101010101" charset="-122"/>
              </a:rPr>
              <a:t>PERSONAL DATA</a:t>
            </a:r>
            <a:endParaRPr lang="zh-CN" altLang="zh-CN" sz="2400" u="sng">
              <a:latin typeface="Cambria" panose="02040503050406030204" charset="0"/>
              <a:ea typeface="华文楷体" panose="02010600040101010101" charset="-122"/>
            </a:endParaRPr>
          </a:p>
          <a:p>
            <a:r>
              <a:rPr lang="zh-CN" altLang="zh-CN" sz="2400">
                <a:latin typeface="Cambria" panose="02040503050406030204" charset="0"/>
                <a:ea typeface="华文楷体" panose="02010600040101010101" charset="-122"/>
              </a:rPr>
              <a:t>Sex: Male        Marital Status: Single        Health: Excellent</a:t>
            </a:r>
            <a:endParaRPr lang="zh-CN" altLang="zh-CN" sz="2400">
              <a:latin typeface="Cambria" panose="02040503050406030204" charset="0"/>
              <a:ea typeface="华文楷体" panose="02010600040101010101" charset="-122"/>
            </a:endParaRPr>
          </a:p>
          <a:p>
            <a:r>
              <a:rPr lang="zh-CN" altLang="zh-CN" sz="2400">
                <a:latin typeface="Cambria" panose="02040503050406030204" charset="0"/>
                <a:ea typeface="华文楷体" panose="02010600040101010101" charset="-122"/>
              </a:rPr>
              <a:t>Date of Birth: August 14, 198</a:t>
            </a:r>
            <a:r>
              <a:rPr lang="en-US" altLang="zh-CN" sz="2400">
                <a:latin typeface="Cambria" panose="02040503050406030204" charset="0"/>
                <a:ea typeface="华文楷体" panose="02010600040101010101" charset="-122"/>
              </a:rPr>
              <a:t>8</a:t>
            </a:r>
            <a:endParaRPr lang="zh-CN" altLang="zh-CN" sz="2400">
              <a:latin typeface="Cambria" panose="02040503050406030204" charset="0"/>
              <a:ea typeface="华文楷体" panose="02010600040101010101" charset="-122"/>
            </a:endParaRPr>
          </a:p>
          <a:p>
            <a:r>
              <a:rPr lang="zh-CN" altLang="zh-CN" sz="2400">
                <a:latin typeface="Cambria" panose="02040503050406030204" charset="0"/>
                <a:ea typeface="华文楷体" panose="02010600040101010101" charset="-122"/>
              </a:rPr>
              <a:t>Place of Birth: Dongguan, Guangdong Province, China</a:t>
            </a:r>
            <a:endParaRPr lang="zh-CN" altLang="zh-CN" sz="2400">
              <a:latin typeface="Cambria" panose="02040503050406030204" charset="0"/>
              <a:ea typeface="华文楷体" panose="02010600040101010101" charset="-122"/>
            </a:endParaRPr>
          </a:p>
          <a:p>
            <a:r>
              <a:rPr lang="zh-CN" altLang="zh-CN" sz="2400">
                <a:latin typeface="Cambria" panose="02040503050406030204" charset="0"/>
                <a:ea typeface="华文楷体" panose="02010600040101010101" charset="-122"/>
              </a:rPr>
              <a:t>Interests: Travel, Sports, English, Music, Reading</a:t>
            </a:r>
            <a:endParaRPr lang="zh-CN" altLang="zh-CN" sz="2400" u="sng">
              <a:latin typeface="Cambria" panose="02040503050406030204" charset="0"/>
              <a:ea typeface="华文楷体" panose="02010600040101010101" charset="-122"/>
            </a:endParaRPr>
          </a:p>
          <a:p>
            <a:r>
              <a:rPr lang="zh-CN" altLang="zh-CN" sz="2400" u="sng">
                <a:latin typeface="Cambria" panose="02040503050406030204" charset="0"/>
                <a:ea typeface="华文楷体" panose="02010600040101010101" charset="-122"/>
              </a:rPr>
              <a:t>REFERENCES</a:t>
            </a:r>
            <a:endParaRPr lang="zh-CN" altLang="zh-CN" sz="2400">
              <a:latin typeface="Cambria" panose="02040503050406030204" charset="0"/>
              <a:ea typeface="华文楷体" panose="02010600040101010101" charset="-122"/>
            </a:endParaRPr>
          </a:p>
          <a:p>
            <a:r>
              <a:rPr lang="zh-CN" altLang="zh-CN" sz="2400">
                <a:latin typeface="Cambria" panose="02040503050406030204" charset="0"/>
                <a:ea typeface="华文楷体" panose="02010600040101010101" charset="-122"/>
              </a:rPr>
              <a:t>     Available upon request at the following address: Class 3, Grade 200</a:t>
            </a:r>
            <a:r>
              <a:rPr lang="en-US" altLang="zh-CN" sz="2400">
                <a:latin typeface="Cambria" panose="02040503050406030204" charset="0"/>
                <a:ea typeface="华文楷体" panose="02010600040101010101" charset="-122"/>
              </a:rPr>
              <a:t>7</a:t>
            </a:r>
            <a:r>
              <a:rPr lang="zh-CN" altLang="zh-CN" sz="2400">
                <a:latin typeface="Cambria" panose="02040503050406030204" charset="0"/>
                <a:ea typeface="华文楷体" panose="02010600040101010101" charset="-122"/>
              </a:rPr>
              <a:t>, Department of </a:t>
            </a:r>
            <a:r>
              <a:rPr lang="en-US" altLang="zh-CN" sz="2400">
                <a:latin typeface="Cambria" panose="02040503050406030204" charset="0"/>
                <a:ea typeface="华文楷体" panose="02010600040101010101" charset="-122"/>
              </a:rPr>
              <a:t>Finance</a:t>
            </a:r>
            <a:r>
              <a:rPr lang="zh-CN" altLang="zh-CN" sz="2400">
                <a:latin typeface="Cambria" panose="02040503050406030204" charset="0"/>
                <a:ea typeface="华文楷体" panose="02010600040101010101" charset="-122"/>
              </a:rPr>
              <a:t>, Guangzhou</a:t>
            </a:r>
            <a:r>
              <a:rPr lang="en-US" altLang="zh-CN" sz="2400">
                <a:latin typeface="Cambria" panose="02040503050406030204" charset="0"/>
                <a:ea typeface="华文楷体" panose="02010600040101010101" charset="-122"/>
              </a:rPr>
              <a:t> Institute of Technology.</a:t>
            </a:r>
            <a:endParaRPr lang="en-US" altLang="zh-CN" sz="240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40000" y="3077640"/>
              <a:ext cx="3206520" cy="8640"/>
            </p14:xfrm>
          </p:contentPart>
        </mc:Choice>
        <mc:Fallback xmlns="">
          <p:pic>
            <p:nvPicPr>
              <p:cNvPr id="2" name="墨迹 1"/>
            </p:nvPicPr>
            <p:blipFill>
              <a:blip r:embed="rId2"/>
            </p:blipFill>
            <p:spPr>
              <a:xfrm>
                <a:off x="540000" y="3077640"/>
                <a:ext cx="3206520" cy="8640"/>
              </a:xfrm>
              <a:prstGeom prst="rect"/>
            </p:spPr>
          </p:pic>
        </mc:Fallback>
      </mc:AlternateContent>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ext Box 4"/>
          <p:cNvSpPr txBox="1">
            <a:spLocks noChangeArrowheads="1"/>
          </p:cNvSpPr>
          <p:nvPr/>
        </p:nvSpPr>
        <p:spPr bwMode="auto">
          <a:xfrm>
            <a:off x="250825" y="692150"/>
            <a:ext cx="8569325" cy="5997575"/>
          </a:xfrm>
          <a:prstGeom prst="rect">
            <a:avLst/>
          </a:prstGeom>
          <a:noFill/>
          <a:ln w="9525">
            <a:noFill/>
            <a:miter lim="800000"/>
          </a:ln>
        </p:spPr>
        <p:txBody>
          <a:bodyPr>
            <a:spAutoFit/>
          </a:bodyPr>
          <a:lstStyle/>
          <a:p>
            <a:pPr algn="ctr"/>
            <a:r>
              <a:rPr lang="zh-CN" altLang="en-US" b="1">
                <a:latin typeface="Cambria" panose="02040503050406030204" charset="0"/>
                <a:ea typeface="华文楷体" panose="02010600040101010101" charset="-122"/>
              </a:rPr>
              <a:t>电子邮件</a:t>
            </a:r>
            <a:endParaRPr lang="zh-CN" altLang="en-US" b="1">
              <a:latin typeface="Cambria" panose="02040503050406030204" charset="0"/>
              <a:ea typeface="华文楷体" panose="02010600040101010101" charset="-122"/>
            </a:endParaRPr>
          </a:p>
          <a:p>
            <a:r>
              <a:rPr lang="zh-CN" altLang="en-US" b="1">
                <a:latin typeface="Cambria" panose="02040503050406030204" charset="0"/>
                <a:ea typeface="华文楷体" panose="02010600040101010101" charset="-122"/>
              </a:rPr>
              <a:t>基本要求：</a:t>
            </a:r>
            <a:endParaRPr lang="zh-CN" altLang="en-US" b="1">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电子邮件一般由三部分组成：</a:t>
            </a:r>
            <a:r>
              <a:rPr lang="zh-CN" altLang="en-US" b="1">
                <a:latin typeface="Cambria" panose="02040503050406030204" charset="0"/>
                <a:ea typeface="华文楷体" panose="02010600040101010101" charset="-122"/>
              </a:rPr>
              <a:t>邮件头（</a:t>
            </a:r>
            <a:r>
              <a:rPr lang="en-US" altLang="zh-CN" b="1">
                <a:latin typeface="Cambria" panose="02040503050406030204" charset="0"/>
                <a:ea typeface="华文楷体" panose="02010600040101010101" charset="-122"/>
              </a:rPr>
              <a:t>e-mail header</a:t>
            </a:r>
            <a:r>
              <a:rPr lang="zh-CN" altLang="en-US" b="1">
                <a:latin typeface="Cambria" panose="02040503050406030204" charset="0"/>
                <a:ea typeface="华文楷体" panose="02010600040101010101" charset="-122"/>
              </a:rPr>
              <a:t>）、正文（</a:t>
            </a:r>
            <a:r>
              <a:rPr lang="en-US" altLang="zh-CN" b="1">
                <a:latin typeface="Cambria" panose="02040503050406030204" charset="0"/>
                <a:ea typeface="华文楷体" panose="02010600040101010101" charset="-122"/>
              </a:rPr>
              <a:t>message content</a:t>
            </a:r>
            <a:r>
              <a:rPr lang="zh-CN" altLang="en-US" b="1">
                <a:latin typeface="Cambria" panose="02040503050406030204" charset="0"/>
                <a:ea typeface="华文楷体" panose="02010600040101010101" charset="-122"/>
              </a:rPr>
              <a:t>）和签名（</a:t>
            </a:r>
            <a:r>
              <a:rPr lang="en-US" altLang="zh-CN" b="1">
                <a:latin typeface="Cambria" panose="02040503050406030204" charset="0"/>
                <a:ea typeface="华文楷体" panose="02010600040101010101" charset="-122"/>
              </a:rPr>
              <a:t>signature</a:t>
            </a:r>
            <a:r>
              <a:rPr lang="zh-CN" altLang="en-US" b="1">
                <a:latin typeface="Cambria" panose="02040503050406030204" charset="0"/>
                <a:ea typeface="华文楷体" panose="02010600040101010101" charset="-122"/>
              </a:rPr>
              <a:t>）。</a:t>
            </a:r>
            <a:endParaRPr lang="zh-CN" altLang="en-US" b="1">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1</a:t>
            </a:r>
            <a:r>
              <a:rPr lang="zh-CN" altLang="en-US">
                <a:latin typeface="Cambria" panose="02040503050406030204" charset="0"/>
                <a:ea typeface="华文楷体" panose="02010600040101010101" charset="-122"/>
              </a:rPr>
              <a:t>、邮件头包括</a:t>
            </a:r>
            <a:r>
              <a:rPr lang="zh-CN" altLang="en-US" b="1" u="sng">
                <a:latin typeface="Cambria" panose="02040503050406030204" charset="0"/>
                <a:ea typeface="华文楷体" panose="02010600040101010101" charset="-122"/>
              </a:rPr>
              <a:t>寄件人（</a:t>
            </a:r>
            <a:r>
              <a:rPr lang="en-US" altLang="zh-CN" b="1" u="sng">
                <a:latin typeface="Cambria" panose="02040503050406030204" charset="0"/>
                <a:ea typeface="华文楷体" panose="02010600040101010101" charset="-122"/>
              </a:rPr>
              <a:t>From</a:t>
            </a:r>
            <a:r>
              <a:rPr lang="zh-CN" altLang="en-US" b="1" u="sng">
                <a:latin typeface="Cambria" panose="02040503050406030204" charset="0"/>
                <a:ea typeface="华文楷体" panose="02010600040101010101" charset="-122"/>
              </a:rPr>
              <a:t>）</a:t>
            </a:r>
            <a:r>
              <a:rPr lang="zh-CN" altLang="en-US">
                <a:latin typeface="Cambria" panose="02040503050406030204" charset="0"/>
                <a:ea typeface="华文楷体" panose="02010600040101010101" charset="-122"/>
              </a:rPr>
              <a:t>的邮件地址（计算机自动输入），</a:t>
            </a:r>
            <a:r>
              <a:rPr lang="zh-CN" altLang="en-US" b="1" u="sng">
                <a:latin typeface="Cambria" panose="02040503050406030204" charset="0"/>
                <a:ea typeface="华文楷体" panose="02010600040101010101" charset="-122"/>
              </a:rPr>
              <a:t>收件人（</a:t>
            </a:r>
            <a:r>
              <a:rPr lang="en-US" altLang="zh-CN" b="1" u="sng">
                <a:latin typeface="Cambria" panose="02040503050406030204" charset="0"/>
                <a:ea typeface="华文楷体" panose="02010600040101010101" charset="-122"/>
              </a:rPr>
              <a:t>To</a:t>
            </a:r>
            <a:r>
              <a:rPr lang="zh-CN" altLang="en-US" b="1" u="sng">
                <a:latin typeface="Cambria" panose="02040503050406030204" charset="0"/>
                <a:ea typeface="华文楷体" panose="02010600040101010101" charset="-122"/>
              </a:rPr>
              <a:t>）</a:t>
            </a:r>
            <a:r>
              <a:rPr lang="zh-CN" altLang="en-US">
                <a:latin typeface="Cambria" panose="02040503050406030204" charset="0"/>
                <a:ea typeface="华文楷体" panose="02010600040101010101" charset="-122"/>
              </a:rPr>
              <a:t>的邮件地址（发件人输入），抄送（</a:t>
            </a:r>
            <a:r>
              <a:rPr lang="en-US" altLang="zh-CN">
                <a:latin typeface="Cambria" panose="02040503050406030204" charset="0"/>
                <a:ea typeface="华文楷体" panose="02010600040101010101" charset="-122"/>
              </a:rPr>
              <a:t>Cc</a:t>
            </a:r>
            <a:r>
              <a:rPr lang="zh-CN" altLang="en-US">
                <a:latin typeface="Cambria" panose="02040503050406030204" charset="0"/>
                <a:ea typeface="华文楷体" panose="02010600040101010101" charset="-122"/>
              </a:rPr>
              <a:t>）（发件人输入被抄送者邮件地址），</a:t>
            </a:r>
            <a:r>
              <a:rPr lang="zh-CN" altLang="en-US" b="1" u="sng">
                <a:latin typeface="Cambria" panose="02040503050406030204" charset="0"/>
                <a:ea typeface="华文楷体" panose="02010600040101010101" charset="-122"/>
              </a:rPr>
              <a:t>主题行（</a:t>
            </a:r>
            <a:r>
              <a:rPr lang="en-US" altLang="zh-CN" b="1" u="sng">
                <a:latin typeface="Cambria" panose="02040503050406030204" charset="0"/>
                <a:ea typeface="华文楷体" panose="02010600040101010101" charset="-122"/>
              </a:rPr>
              <a:t>Subject</a:t>
            </a:r>
            <a:r>
              <a:rPr lang="zh-CN" altLang="en-US" b="1" u="sng">
                <a:latin typeface="Cambria" panose="02040503050406030204" charset="0"/>
                <a:ea typeface="华文楷体" panose="02010600040101010101" charset="-122"/>
              </a:rPr>
              <a:t>）（发件人输入），日期（</a:t>
            </a:r>
            <a:r>
              <a:rPr lang="en-US" altLang="zh-CN" b="1" u="sng">
                <a:latin typeface="Cambria" panose="02040503050406030204" charset="0"/>
                <a:ea typeface="华文楷体" panose="02010600040101010101" charset="-122"/>
              </a:rPr>
              <a:t>Date</a:t>
            </a:r>
            <a:r>
              <a:rPr lang="zh-CN" altLang="en-US" b="1" u="sng">
                <a:latin typeface="Cambria" panose="02040503050406030204" charset="0"/>
                <a:ea typeface="华文楷体" panose="02010600040101010101" charset="-122"/>
              </a:rPr>
              <a:t>）（计算机自动输入）。</a:t>
            </a:r>
            <a:r>
              <a:rPr lang="zh-CN" altLang="en-US">
                <a:latin typeface="Cambria" panose="02040503050406030204" charset="0"/>
                <a:ea typeface="华文楷体" panose="02010600040101010101" charset="-122"/>
              </a:rPr>
              <a:t>有时候，邮件头中还有暗送（</a:t>
            </a:r>
            <a:r>
              <a:rPr lang="en-US" altLang="zh-CN">
                <a:latin typeface="Cambria" panose="02040503050406030204" charset="0"/>
                <a:ea typeface="华文楷体" panose="02010600040101010101" charset="-122"/>
              </a:rPr>
              <a:t>Bcc</a:t>
            </a:r>
            <a:r>
              <a:rPr lang="zh-CN" altLang="en-US">
                <a:latin typeface="Cambria" panose="02040503050406030204" charset="0"/>
                <a:ea typeface="华文楷体" panose="02010600040101010101" charset="-122"/>
              </a:rPr>
              <a:t>）</a:t>
            </a:r>
            <a:r>
              <a:rPr lang="en-US" altLang="zh-CN">
                <a:latin typeface="Cambria" panose="02040503050406030204" charset="0"/>
                <a:ea typeface="华文楷体" panose="02010600040101010101" charset="-122"/>
              </a:rPr>
              <a:t>,</a:t>
            </a:r>
            <a:r>
              <a:rPr lang="zh-CN" altLang="en-US">
                <a:latin typeface="Cambria" panose="02040503050406030204" charset="0"/>
                <a:ea typeface="华文楷体" panose="02010600040101010101" charset="-122"/>
              </a:rPr>
              <a:t>被暗送者也能收到邮件，但他们的名字不会出现邮件头中，所以他们处于匿名状态。</a:t>
            </a:r>
            <a:r>
              <a:rPr lang="en-US" altLang="zh-CN">
                <a:latin typeface="Cambria" panose="02040503050406030204" charset="0"/>
                <a:ea typeface="华文楷体" panose="02010600040101010101" charset="-122"/>
              </a:rPr>
              <a:t>Cc</a:t>
            </a:r>
            <a:r>
              <a:rPr lang="zh-CN" altLang="en-US">
                <a:latin typeface="Cambria" panose="02040503050406030204" charset="0"/>
                <a:ea typeface="华文楷体" panose="02010600040101010101" charset="-122"/>
              </a:rPr>
              <a:t>是</a:t>
            </a:r>
            <a:r>
              <a:rPr lang="en-US" altLang="zh-CN">
                <a:latin typeface="Cambria" panose="02040503050406030204" charset="0"/>
                <a:ea typeface="华文楷体" panose="02010600040101010101" charset="-122"/>
              </a:rPr>
              <a:t>carbon copy</a:t>
            </a:r>
            <a:r>
              <a:rPr lang="zh-CN" altLang="en-US">
                <a:latin typeface="Cambria" panose="02040503050406030204" charset="0"/>
                <a:ea typeface="华文楷体" panose="02010600040101010101" charset="-122"/>
              </a:rPr>
              <a:t>的缩写，而</a:t>
            </a:r>
            <a:r>
              <a:rPr lang="en-US" altLang="zh-CN">
                <a:latin typeface="Cambria" panose="02040503050406030204" charset="0"/>
                <a:ea typeface="华文楷体" panose="02010600040101010101" charset="-122"/>
              </a:rPr>
              <a:t>Bcc</a:t>
            </a:r>
            <a:r>
              <a:rPr lang="zh-CN" altLang="en-US">
                <a:latin typeface="Cambria" panose="02040503050406030204" charset="0"/>
                <a:ea typeface="华文楷体" panose="02010600040101010101" charset="-122"/>
              </a:rPr>
              <a:t>是</a:t>
            </a:r>
            <a:r>
              <a:rPr lang="en-US" altLang="zh-CN">
                <a:latin typeface="Cambria" panose="02040503050406030204" charset="0"/>
                <a:ea typeface="华文楷体" panose="02010600040101010101" charset="-122"/>
              </a:rPr>
              <a:t>blind carbon copy</a:t>
            </a:r>
            <a:r>
              <a:rPr lang="zh-CN" altLang="en-US">
                <a:latin typeface="Cambria" panose="02040503050406030204" charset="0"/>
                <a:ea typeface="华文楷体" panose="02010600040101010101" charset="-122"/>
              </a:rPr>
              <a:t>的缩写。有时处于礼貌，在</a:t>
            </a:r>
            <a:r>
              <a:rPr lang="en-US" altLang="zh-CN">
                <a:latin typeface="Cambria" panose="02040503050406030204" charset="0"/>
                <a:ea typeface="华文楷体" panose="02010600040101010101" charset="-122"/>
              </a:rPr>
              <a:t>Cc</a:t>
            </a:r>
            <a:r>
              <a:rPr lang="zh-CN" altLang="en-US">
                <a:latin typeface="Cambria" panose="02040503050406030204" charset="0"/>
                <a:ea typeface="华文楷体" panose="02010600040101010101" charset="-122"/>
              </a:rPr>
              <a:t>栏添加某些人的邮件地址，这些人需要知道邮件主题但未被请求就邮件内容作出反映。他们只需要做到心中有数就行。用</a:t>
            </a:r>
            <a:r>
              <a:rPr lang="en-US" altLang="zh-CN">
                <a:latin typeface="Cambria" panose="02040503050406030204" charset="0"/>
                <a:ea typeface="华文楷体" panose="02010600040101010101" charset="-122"/>
              </a:rPr>
              <a:t>Bcc</a:t>
            </a:r>
            <a:r>
              <a:rPr lang="zh-CN" altLang="en-US">
                <a:latin typeface="Cambria" panose="02040503050406030204" charset="0"/>
                <a:ea typeface="华文楷体" panose="02010600040101010101" charset="-122"/>
              </a:rPr>
              <a:t>栏需谨慎，因为如上所述，这一栏的人可以看到</a:t>
            </a:r>
            <a:r>
              <a:rPr lang="en-US" altLang="zh-CN">
                <a:latin typeface="Cambria" panose="02040503050406030204" charset="0"/>
                <a:ea typeface="华文楷体" panose="02010600040101010101" charset="-122"/>
              </a:rPr>
              <a:t>To</a:t>
            </a:r>
            <a:r>
              <a:rPr lang="zh-CN" altLang="en-US">
                <a:latin typeface="Cambria" panose="02040503050406030204" charset="0"/>
                <a:ea typeface="华文楷体" panose="02010600040101010101" charset="-122"/>
              </a:rPr>
              <a:t>和</a:t>
            </a:r>
            <a:r>
              <a:rPr lang="en-US" altLang="zh-CN">
                <a:latin typeface="Cambria" panose="02040503050406030204" charset="0"/>
                <a:ea typeface="华文楷体" panose="02010600040101010101" charset="-122"/>
              </a:rPr>
              <a:t>Cc</a:t>
            </a:r>
            <a:r>
              <a:rPr lang="zh-CN" altLang="en-US">
                <a:latin typeface="Cambria" panose="02040503050406030204" charset="0"/>
                <a:ea typeface="华文楷体" panose="02010600040101010101" charset="-122"/>
              </a:rPr>
              <a:t>栏内的人的姓名，而自己的姓名却不会被这些人看见。</a:t>
            </a:r>
            <a:endParaRPr lang="zh-CN" altLang="en-US">
              <a:latin typeface="Cambria" panose="02040503050406030204" charset="0"/>
              <a:ea typeface="华文楷体" panose="02010600040101010101" charset="-122"/>
            </a:endParaRPr>
          </a:p>
          <a:p>
            <a:r>
              <a:rPr lang="zh-CN" altLang="en-US">
                <a:latin typeface="Cambria" panose="02040503050406030204" charset="0"/>
                <a:ea typeface="华文楷体" panose="02010600040101010101" charset="-122"/>
              </a:rPr>
              <a:t>此外，邮件中常有附件（</a:t>
            </a:r>
            <a:r>
              <a:rPr lang="en-US" altLang="zh-CN">
                <a:latin typeface="Cambria" panose="02040503050406030204" charset="0"/>
                <a:ea typeface="华文楷体" panose="02010600040101010101" charset="-122"/>
              </a:rPr>
              <a:t>Attachments</a:t>
            </a:r>
            <a:r>
              <a:rPr lang="zh-CN" altLang="en-US">
                <a:latin typeface="Cambria" panose="02040503050406030204" charset="0"/>
                <a:ea typeface="华文楷体" panose="02010600040101010101" charset="-122"/>
              </a:rPr>
              <a:t>）。做附件的目的是为了避免邮件太长，影响发邮件的效果（如速度）等，故先做好一个文件（</a:t>
            </a:r>
            <a:r>
              <a:rPr lang="en-US" altLang="zh-CN">
                <a:latin typeface="Cambria" panose="02040503050406030204" charset="0"/>
                <a:ea typeface="华文楷体" panose="02010600040101010101" charset="-122"/>
              </a:rPr>
              <a:t>file</a:t>
            </a:r>
            <a:r>
              <a:rPr lang="zh-CN" altLang="en-US">
                <a:latin typeface="Cambria" panose="02040503050406030204" charset="0"/>
                <a:ea typeface="华文楷体" panose="02010600040101010101" charset="-122"/>
              </a:rPr>
              <a:t>），然后在发邮件之前，将次文件附加上去，它便成了附件。</a:t>
            </a:r>
            <a:endParaRPr lang="zh-CN" altLang="en-US">
              <a:latin typeface="Cambria" panose="02040503050406030204" charset="0"/>
              <a:ea typeface="华文楷体" panose="02010600040101010101" charset="-122"/>
            </a:endParaRPr>
          </a:p>
          <a:p>
            <a:endParaRPr lang="zh-CN" altLang="en-US">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2</a:t>
            </a:r>
            <a:r>
              <a:rPr lang="zh-CN" altLang="en-US">
                <a:latin typeface="Cambria" panose="02040503050406030204" charset="0"/>
                <a:ea typeface="华文楷体" panose="02010600040101010101" charset="-122"/>
              </a:rPr>
              <a:t>、正文是邮件的内容，其书写格式与常规信件相同。</a:t>
            </a:r>
            <a:endParaRPr lang="zh-CN" altLang="en-US">
              <a:latin typeface="Cambria" panose="02040503050406030204" charset="0"/>
              <a:ea typeface="华文楷体" panose="02010600040101010101" charset="-122"/>
            </a:endParaRPr>
          </a:p>
          <a:p>
            <a:endParaRPr lang="zh-CN" altLang="en-US">
              <a:latin typeface="Cambria" panose="02040503050406030204" charset="0"/>
              <a:ea typeface="华文楷体" panose="02010600040101010101" charset="-122"/>
            </a:endParaRPr>
          </a:p>
          <a:p>
            <a:r>
              <a:rPr lang="en-US" altLang="zh-CN">
                <a:latin typeface="Cambria" panose="02040503050406030204" charset="0"/>
                <a:ea typeface="华文楷体" panose="02010600040101010101" charset="-122"/>
              </a:rPr>
              <a:t>3</a:t>
            </a:r>
            <a:r>
              <a:rPr lang="zh-CN" altLang="en-US">
                <a:latin typeface="Cambria" panose="02040503050406030204" charset="0"/>
                <a:ea typeface="华文楷体" panose="02010600040101010101" charset="-122"/>
              </a:rPr>
              <a:t>、签名写在邮件最后一行，有时附有发件人的通信地址和电话。</a:t>
            </a:r>
            <a:endParaRPr lang="zh-CN" altLang="en-US">
              <a:latin typeface="Cambria" panose="02040503050406030204" charset="0"/>
              <a:ea typeface="华文楷体" panose="02010600040101010101" charset="-122"/>
            </a:endParaRPr>
          </a:p>
          <a:p>
            <a:pPr>
              <a:spcBef>
                <a:spcPct val="50000"/>
              </a:spcBef>
            </a:pPr>
            <a:endParaRPr lang="en-US" altLang="zh-CN">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843280" y="4400640"/>
              <a:ext cx="1293480" cy="64440"/>
            </p14:xfrm>
          </p:contentPart>
        </mc:Choice>
        <mc:Fallback xmlns="">
          <p:pic>
            <p:nvPicPr>
              <p:cNvPr id="2" name="墨迹 1"/>
            </p:nvPicPr>
            <p:blipFill>
              <a:blip r:embed="rId2"/>
            </p:blipFill>
            <p:spPr>
              <a:xfrm>
                <a:off x="2843280" y="4400640"/>
                <a:ext cx="1293480" cy="644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285920" y="1680120"/>
              <a:ext cx="977400" cy="9000"/>
            </p14:xfrm>
          </p:contentPart>
        </mc:Choice>
        <mc:Fallback xmlns="">
          <p:pic>
            <p:nvPicPr>
              <p:cNvPr id="3" name="墨迹 2"/>
            </p:nvPicPr>
            <p:blipFill>
              <a:blip r:embed="rId4"/>
            </p:blipFill>
            <p:spPr>
              <a:xfrm>
                <a:off x="1285920" y="1680120"/>
                <a:ext cx="977400" cy="90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608400" y="2520360"/>
              <a:ext cx="694800" cy="43200"/>
            </p14:xfrm>
          </p:contentPart>
        </mc:Choice>
        <mc:Fallback xmlns="">
          <p:pic>
            <p:nvPicPr>
              <p:cNvPr id="4" name="墨迹 3"/>
            </p:nvPicPr>
            <p:blipFill>
              <a:blip r:embed="rId6"/>
            </p:blipFill>
            <p:spPr>
              <a:xfrm>
                <a:off x="608400" y="2520360"/>
                <a:ext cx="694800" cy="43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2725920" y="3043080"/>
              <a:ext cx="146160" cy="9000"/>
            </p14:xfrm>
          </p:contentPart>
        </mc:Choice>
        <mc:Fallback xmlns="">
          <p:pic>
            <p:nvPicPr>
              <p:cNvPr id="5" name="墨迹 4"/>
            </p:nvPicPr>
            <p:blipFill>
              <a:blip r:embed="rId8"/>
            </p:blipFill>
            <p:spPr>
              <a:xfrm>
                <a:off x="2725920" y="3043080"/>
                <a:ext cx="146160" cy="90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3111840" y="3120480"/>
              <a:ext cx="1208880" cy="17280"/>
            </p14:xfrm>
          </p:contentPart>
        </mc:Choice>
        <mc:Fallback xmlns="">
          <p:pic>
            <p:nvPicPr>
              <p:cNvPr id="6" name="墨迹 5"/>
            </p:nvPicPr>
            <p:blipFill>
              <a:blip r:embed="rId10"/>
            </p:blipFill>
            <p:spPr>
              <a:xfrm>
                <a:off x="3111840" y="3120480"/>
                <a:ext cx="1208880" cy="172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5503320" y="3060360"/>
              <a:ext cx="291960" cy="60480"/>
            </p14:xfrm>
          </p:contentPart>
        </mc:Choice>
        <mc:Fallback xmlns="">
          <p:pic>
            <p:nvPicPr>
              <p:cNvPr id="7" name="墨迹 6"/>
            </p:nvPicPr>
            <p:blipFill>
              <a:blip r:embed="rId12"/>
            </p:blipFill>
            <p:spPr>
              <a:xfrm>
                <a:off x="5503320" y="3060360"/>
                <a:ext cx="291960" cy="604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6060600" y="3034800"/>
              <a:ext cx="1689120" cy="25920"/>
            </p14:xfrm>
          </p:contentPart>
        </mc:Choice>
        <mc:Fallback xmlns="">
          <p:pic>
            <p:nvPicPr>
              <p:cNvPr id="8" name="墨迹 7"/>
            </p:nvPicPr>
            <p:blipFill>
              <a:blip r:embed="rId14"/>
            </p:blipFill>
            <p:spPr>
              <a:xfrm>
                <a:off x="6060600" y="3034800"/>
                <a:ext cx="1689120" cy="25920"/>
              </a:xfrm>
              <a:prstGeom prst="rect"/>
            </p:spPr>
          </p:pic>
        </mc:Fallback>
      </mc:AlternateContent>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ext Box 4"/>
          <p:cNvSpPr txBox="1">
            <a:spLocks noChangeArrowheads="1"/>
          </p:cNvSpPr>
          <p:nvPr/>
        </p:nvSpPr>
        <p:spPr bwMode="auto">
          <a:xfrm>
            <a:off x="323850" y="404813"/>
            <a:ext cx="8496300" cy="3560762"/>
          </a:xfrm>
          <a:prstGeom prst="rect">
            <a:avLst/>
          </a:prstGeom>
          <a:noFill/>
          <a:ln w="9525">
            <a:noFill/>
            <a:miter lim="800000"/>
          </a:ln>
        </p:spPr>
        <p:txBody>
          <a:bodyPr>
            <a:spAutoFit/>
          </a:bodyPr>
          <a:lstStyle/>
          <a:p>
            <a:r>
              <a:rPr lang="zh-CN" altLang="en-US" sz="2400" b="1">
                <a:latin typeface="Cambria" panose="02040503050406030204" charset="0"/>
                <a:ea typeface="华文楷体" panose="02010600040101010101" charset="-122"/>
              </a:rPr>
              <a:t>电子邮件格式：</a:t>
            </a:r>
            <a:endParaRPr lang="zh-CN" altLang="en-US" sz="2400" b="1">
              <a:latin typeface="Cambria" panose="02040503050406030204" charset="0"/>
              <a:ea typeface="华文楷体" panose="02010600040101010101" charset="-122"/>
            </a:endParaRPr>
          </a:p>
          <a:p>
            <a:endParaRPr lang="zh-CN" altLang="en-US" sz="2400" b="1">
              <a:latin typeface="Cambria" panose="02040503050406030204" charset="0"/>
              <a:ea typeface="华文楷体" panose="02010600040101010101" charset="-122"/>
            </a:endParaRPr>
          </a:p>
          <a:p>
            <a:r>
              <a:rPr lang="en-US" altLang="zh-CN" sz="2400" b="1">
                <a:latin typeface="Cambria" panose="02040503050406030204" charset="0"/>
                <a:ea typeface="华文楷体" panose="02010600040101010101" charset="-122"/>
              </a:rPr>
              <a:t>From:</a:t>
            </a:r>
            <a:endParaRPr lang="en-US" altLang="zh-CN" sz="2400" b="1">
              <a:latin typeface="Cambria" panose="02040503050406030204" charset="0"/>
              <a:ea typeface="华文楷体" panose="02010600040101010101" charset="-122"/>
            </a:endParaRPr>
          </a:p>
          <a:p>
            <a:r>
              <a:rPr lang="en-US" altLang="zh-CN" sz="2400" b="1">
                <a:latin typeface="Cambria" panose="02040503050406030204" charset="0"/>
                <a:ea typeface="华文楷体" panose="02010600040101010101" charset="-122"/>
              </a:rPr>
              <a:t>To:</a:t>
            </a:r>
            <a:endParaRPr lang="en-US" altLang="zh-CN" sz="2400" b="1">
              <a:latin typeface="Cambria" panose="02040503050406030204" charset="0"/>
              <a:ea typeface="华文楷体" panose="02010600040101010101" charset="-122"/>
            </a:endParaRPr>
          </a:p>
          <a:p>
            <a:r>
              <a:rPr lang="en-US" altLang="zh-CN" sz="2400" b="1">
                <a:latin typeface="Cambria" panose="02040503050406030204" charset="0"/>
                <a:ea typeface="华文楷体" panose="02010600040101010101" charset="-122"/>
              </a:rPr>
              <a:t>Cc:</a:t>
            </a:r>
            <a:endParaRPr lang="en-US" altLang="zh-CN" sz="2400" b="1">
              <a:latin typeface="Cambria" panose="02040503050406030204" charset="0"/>
              <a:ea typeface="华文楷体" panose="02010600040101010101" charset="-122"/>
            </a:endParaRPr>
          </a:p>
          <a:p>
            <a:r>
              <a:rPr lang="en-US" altLang="zh-CN" sz="2400" b="1">
                <a:latin typeface="Cambria" panose="02040503050406030204" charset="0"/>
                <a:ea typeface="华文楷体" panose="02010600040101010101" charset="-122"/>
              </a:rPr>
              <a:t>Subject:</a:t>
            </a:r>
            <a:endParaRPr lang="en-US" altLang="zh-CN" sz="2400" b="1">
              <a:latin typeface="Cambria" panose="02040503050406030204" charset="0"/>
              <a:ea typeface="华文楷体" panose="02010600040101010101" charset="-122"/>
            </a:endParaRPr>
          </a:p>
          <a:p>
            <a:r>
              <a:rPr lang="en-US" altLang="zh-CN" sz="2400" b="1">
                <a:latin typeface="Cambria" panose="02040503050406030204" charset="0"/>
                <a:ea typeface="华文楷体" panose="02010600040101010101" charset="-122"/>
              </a:rPr>
              <a:t>Attachments:</a:t>
            </a:r>
            <a:endParaRPr lang="en-US" altLang="zh-CN" sz="2400" b="1">
              <a:latin typeface="Cambria" panose="02040503050406030204" charset="0"/>
              <a:ea typeface="华文楷体" panose="02010600040101010101" charset="-122"/>
            </a:endParaRPr>
          </a:p>
          <a:p>
            <a:r>
              <a:rPr lang="en-US" altLang="zh-CN" sz="2400" b="1">
                <a:latin typeface="Cambria" panose="02040503050406030204" charset="0"/>
                <a:ea typeface="华文楷体" panose="02010600040101010101" charset="-122"/>
              </a:rPr>
              <a:t>Date:</a:t>
            </a:r>
            <a:endParaRPr lang="en-US" altLang="zh-CN" sz="2400" b="1">
              <a:latin typeface="Cambria" panose="02040503050406030204" charset="0"/>
              <a:ea typeface="华文楷体" panose="02010600040101010101" charset="-122"/>
            </a:endParaRPr>
          </a:p>
          <a:p>
            <a:pPr>
              <a:spcBef>
                <a:spcPct val="50000"/>
              </a:spcBef>
            </a:pPr>
            <a:endParaRPr lang="en-US" altLang="zh-CN" sz="2400">
              <a:latin typeface="Cambria" panose="02040503050406030204" charset="0"/>
              <a:ea typeface="华文楷体" panose="02010600040101010101" charset="-122"/>
            </a:endParaRPr>
          </a:p>
        </p:txBody>
      </p:sp>
      <p:sp>
        <p:nvSpPr>
          <p:cNvPr id="116738" name="Text Box 5"/>
          <p:cNvSpPr txBox="1">
            <a:spLocks noChangeArrowheads="1"/>
          </p:cNvSpPr>
          <p:nvPr/>
        </p:nvSpPr>
        <p:spPr bwMode="auto">
          <a:xfrm>
            <a:off x="323850" y="3284538"/>
            <a:ext cx="8064500" cy="3105150"/>
          </a:xfrm>
          <a:prstGeom prst="rect">
            <a:avLst/>
          </a:prstGeom>
          <a:noFill/>
          <a:ln w="9525">
            <a:noFill/>
            <a:miter lim="800000"/>
          </a:ln>
        </p:spPr>
        <p:txBody>
          <a:bodyPr>
            <a:spAutoFit/>
          </a:bodyPr>
          <a:lstStyle/>
          <a:p>
            <a:endParaRPr lang="en-US" altLang="zh-CN" b="1">
              <a:latin typeface="Cambria" panose="02040503050406030204" charset="0"/>
              <a:ea typeface="华文楷体" panose="02010600040101010101" charset="-122"/>
            </a:endParaRPr>
          </a:p>
          <a:p>
            <a:r>
              <a:rPr lang="zh-CN" altLang="en-US" sz="2400" b="1">
                <a:latin typeface="Cambria" panose="02040503050406030204" charset="0"/>
                <a:ea typeface="华文楷体" panose="02010600040101010101" charset="-122"/>
              </a:rPr>
              <a:t>常用表达方式</a:t>
            </a:r>
            <a:endParaRPr lang="zh-CN" altLang="en-US" sz="2400" b="1">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attachments</a:t>
            </a:r>
            <a:r>
              <a:rPr lang="zh-CN" altLang="en-US" sz="2400">
                <a:latin typeface="Cambria" panose="02040503050406030204" charset="0"/>
                <a:ea typeface="华文楷体" panose="02010600040101010101" charset="-122"/>
              </a:rPr>
              <a:t>附件 </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format of invitation</a:t>
            </a:r>
            <a:r>
              <a:rPr lang="zh-CN" altLang="en-US" sz="2400">
                <a:latin typeface="Cambria" panose="02040503050406030204" charset="0"/>
                <a:ea typeface="华文楷体" panose="02010600040101010101" charset="-122"/>
              </a:rPr>
              <a:t>正式的邀请函</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wedding ceremony</a:t>
            </a:r>
            <a:r>
              <a:rPr lang="zh-CN" altLang="en-US" sz="2400">
                <a:latin typeface="Cambria" panose="02040503050406030204" charset="0"/>
                <a:ea typeface="华文楷体" panose="02010600040101010101" charset="-122"/>
              </a:rPr>
              <a:t>结婚典礼 </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check out</a:t>
            </a:r>
            <a:r>
              <a:rPr lang="zh-CN" altLang="en-US" sz="2400">
                <a:latin typeface="Cambria" panose="02040503050406030204" charset="0"/>
                <a:ea typeface="华文楷体" panose="02010600040101010101" charset="-122"/>
              </a:rPr>
              <a:t>查收</a:t>
            </a:r>
            <a:endParaRPr lang="zh-CN" altLang="en-US" sz="2400">
              <a:latin typeface="Cambria" panose="02040503050406030204" charset="0"/>
              <a:ea typeface="华文楷体" panose="02010600040101010101" charset="-122"/>
            </a:endParaRPr>
          </a:p>
          <a:p>
            <a:r>
              <a:rPr lang="en-US" altLang="zh-CN" sz="2400">
                <a:latin typeface="Cambria" panose="02040503050406030204" charset="0"/>
                <a:ea typeface="华文楷体" panose="02010600040101010101" charset="-122"/>
              </a:rPr>
              <a:t>file of report</a:t>
            </a:r>
            <a:r>
              <a:rPr lang="zh-CN" altLang="en-US" sz="2400">
                <a:latin typeface="Cambria" panose="02040503050406030204" charset="0"/>
                <a:ea typeface="华文楷体" panose="02010600040101010101" charset="-122"/>
              </a:rPr>
              <a:t>数据报告</a:t>
            </a:r>
            <a:endParaRPr lang="zh-CN" altLang="en-US" sz="2400">
              <a:latin typeface="Cambria" panose="02040503050406030204" charset="0"/>
              <a:ea typeface="华文楷体" panose="02010600040101010101" charset="-122"/>
            </a:endParaRPr>
          </a:p>
          <a:p>
            <a:pPr>
              <a:spcBef>
                <a:spcPct val="50000"/>
              </a:spcBef>
            </a:pPr>
            <a:endParaRPr lang="en-US" altLang="zh-CN" sz="240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35600" y="4443480"/>
              <a:ext cx="2458080" cy="178920"/>
            </p14:xfrm>
          </p:contentPart>
        </mc:Choice>
        <mc:Fallback xmlns="">
          <p:pic>
            <p:nvPicPr>
              <p:cNvPr id="2" name="墨迹 1"/>
            </p:nvPicPr>
            <p:blipFill>
              <a:blip r:embed="rId2"/>
            </p:blipFill>
            <p:spPr>
              <a:xfrm>
                <a:off x="435600" y="4443480"/>
                <a:ext cx="2458080" cy="1789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21560" y="4936320"/>
              <a:ext cx="2450520" cy="71640"/>
            </p14:xfrm>
          </p:contentPart>
        </mc:Choice>
        <mc:Fallback xmlns="">
          <p:pic>
            <p:nvPicPr>
              <p:cNvPr id="3" name="墨迹 2"/>
            </p:nvPicPr>
            <p:blipFill>
              <a:blip r:embed="rId4"/>
            </p:blipFill>
            <p:spPr>
              <a:xfrm>
                <a:off x="421560" y="4936320"/>
                <a:ext cx="2450520" cy="71640"/>
              </a:xfrm>
              <a:prstGeom prst="rect"/>
            </p:spPr>
          </p:pic>
        </mc:Fallback>
      </mc:AlternateContent>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ext Box 4"/>
          <p:cNvSpPr txBox="1">
            <a:spLocks noChangeArrowheads="1"/>
          </p:cNvSpPr>
          <p:nvPr/>
        </p:nvSpPr>
        <p:spPr bwMode="auto">
          <a:xfrm>
            <a:off x="250825" y="620713"/>
            <a:ext cx="8713788" cy="5213350"/>
          </a:xfrm>
          <a:prstGeom prst="rect">
            <a:avLst/>
          </a:prstGeom>
          <a:noFill/>
          <a:ln w="9525">
            <a:noFill/>
            <a:miter lim="800000"/>
          </a:ln>
        </p:spPr>
        <p:txBody>
          <a:bodyPr>
            <a:spAutoFit/>
          </a:bodyPr>
          <a:lstStyle/>
          <a:p>
            <a:r>
              <a:rPr lang="zh-CN" altLang="en-US" b="1" dirty="0">
                <a:latin typeface="Cambria" panose="02040503050406030204" charset="0"/>
                <a:ea typeface="华文楷体" panose="02010600040101010101" charset="-122"/>
              </a:rPr>
              <a:t>范例</a:t>
            </a:r>
            <a:endParaRPr lang="zh-CN" altLang="en-US" b="1" dirty="0">
              <a:latin typeface="Cambria" panose="02040503050406030204" charset="0"/>
              <a:ea typeface="华文楷体" panose="02010600040101010101" charset="-122"/>
            </a:endParaRPr>
          </a:p>
          <a:p>
            <a:endParaRPr lang="zh-CN" altLang="en-US"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From:Mathid2008@yahoo.com</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To: </a:t>
            </a:r>
            <a:r>
              <a:rPr lang="en-US" altLang="zh-CN" sz="2000" dirty="0">
                <a:latin typeface="Cambria" panose="02040503050406030204" charset="0"/>
                <a:ea typeface="华文楷体" panose="02010600040101010101" charset="-122"/>
                <a:hlinkClick r:id="rId1"/>
              </a:rPr>
              <a:t>Jane@sina.com.cn</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Cc:</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Subject: Invitation</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Attachments: Format of invitation</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Date: June 15, 2008</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Dear Jane:</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     I want to invite you to attend my wedding ceremony. I’m so happy to tell you the good news that John and I have decided to get married at Sunshine Hotel on June 18, 2008.Please come and share my happiness. All the details of the wedding ceremony are in the attached invitation. I do hope you can come.</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    Best wishes.</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                                                                                           Yours,</a:t>
            </a:r>
            <a:endParaRPr lang="en-US" altLang="zh-CN" sz="2000" dirty="0">
              <a:latin typeface="Cambria" panose="02040503050406030204" charset="0"/>
              <a:ea typeface="华文楷体" panose="02010600040101010101" charset="-122"/>
            </a:endParaRPr>
          </a:p>
          <a:p>
            <a:r>
              <a:rPr lang="en-US" altLang="zh-CN" sz="2000" dirty="0">
                <a:latin typeface="Cambria" panose="02040503050406030204" charset="0"/>
                <a:ea typeface="华文楷体" panose="02010600040101010101" charset="-122"/>
              </a:rPr>
              <a:t>                                                                                            Mary</a:t>
            </a:r>
            <a:endParaRPr lang="en-US" altLang="zh-CN" sz="20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3029040" y="3450240"/>
              <a:ext cx="3143520" cy="86040"/>
            </p14:xfrm>
          </p:contentPart>
        </mc:Choice>
        <mc:Fallback xmlns="">
          <p:pic>
            <p:nvPicPr>
              <p:cNvPr id="2" name="墨迹 1"/>
            </p:nvPicPr>
            <p:blipFill>
              <a:blip r:embed="rId3"/>
            </p:blipFill>
            <p:spPr>
              <a:xfrm>
                <a:off x="3029040" y="3450240"/>
                <a:ext cx="3143520" cy="8604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4086360" y="4143240"/>
              <a:ext cx="1743120" cy="50400"/>
            </p14:xfrm>
          </p:contentPart>
        </mc:Choice>
        <mc:Fallback xmlns="">
          <p:pic>
            <p:nvPicPr>
              <p:cNvPr id="3" name="墨迹 2"/>
            </p:nvPicPr>
            <p:blipFill>
              <a:blip r:embed="rId5"/>
            </p:blipFill>
            <p:spPr>
              <a:xfrm>
                <a:off x="4086360" y="4143240"/>
                <a:ext cx="1743120" cy="504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371520" y="4436280"/>
              <a:ext cx="1850400" cy="28800"/>
            </p14:xfrm>
          </p:contentPart>
        </mc:Choice>
        <mc:Fallback xmlns="">
          <p:pic>
            <p:nvPicPr>
              <p:cNvPr id="4" name="墨迹 3"/>
            </p:nvPicPr>
            <p:blipFill>
              <a:blip r:embed="rId7"/>
            </p:blipFill>
            <p:spPr>
              <a:xfrm>
                <a:off x="371520" y="4436280"/>
                <a:ext cx="1850400" cy="28800"/>
              </a:xfrm>
              <a:prstGeom prst="rect"/>
            </p:spPr>
          </p:pic>
        </mc:Fallback>
      </mc:AlternateContent>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ext Box 4"/>
          <p:cNvSpPr txBox="1">
            <a:spLocks noChangeArrowheads="1"/>
          </p:cNvSpPr>
          <p:nvPr/>
        </p:nvSpPr>
        <p:spPr bwMode="auto">
          <a:xfrm>
            <a:off x="323850" y="620713"/>
            <a:ext cx="8496300" cy="5730875"/>
          </a:xfrm>
          <a:prstGeom prst="rect">
            <a:avLst/>
          </a:prstGeom>
          <a:noFill/>
          <a:ln w="9525">
            <a:noFill/>
            <a:miter lim="800000"/>
          </a:ln>
        </p:spPr>
        <p:txBody>
          <a:bodyPr>
            <a:spAutoFit/>
          </a:bodyPr>
          <a:lstStyle/>
          <a:p>
            <a:r>
              <a:rPr lang="zh-CN" altLang="zh-CN" sz="2000" b="1" dirty="0">
                <a:latin typeface="Cambria" panose="02040503050406030204" charset="0"/>
                <a:ea typeface="华文楷体" panose="02010600040101010101" charset="-122"/>
              </a:rPr>
              <a:t>Contribution Wanted         (</a:t>
            </a:r>
            <a:r>
              <a:rPr lang="zh-CN" altLang="en-US" sz="2000" b="1" dirty="0">
                <a:latin typeface="Cambria" panose="02040503050406030204" charset="0"/>
                <a:ea typeface="华文楷体" panose="02010600040101010101" charset="-122"/>
              </a:rPr>
              <a:t>招聘</a:t>
            </a:r>
            <a:r>
              <a:rPr lang="zh-CN" altLang="zh-CN" sz="2000" b="1" dirty="0">
                <a:latin typeface="Cambria" panose="02040503050406030204" charset="0"/>
                <a:ea typeface="华文楷体" panose="02010600040101010101" charset="-122"/>
              </a:rPr>
              <a:t>)</a:t>
            </a:r>
            <a:endParaRPr lang="zh-CN" altLang="zh-CN" sz="2000" b="1" dirty="0">
              <a:latin typeface="Cambria" panose="02040503050406030204" charset="0"/>
              <a:ea typeface="华文楷体" panose="02010600040101010101" charset="-122"/>
            </a:endParaRPr>
          </a:p>
          <a:p>
            <a:r>
              <a:rPr lang="zh-CN" altLang="zh-CN" sz="2000" b="1" dirty="0">
                <a:latin typeface="Cambria" panose="02040503050406030204" charset="0"/>
                <a:ea typeface="华文楷体" panose="02010600040101010101" charset="-122"/>
              </a:rPr>
              <a:t>Whirlpool</a:t>
            </a:r>
            <a:r>
              <a:rPr lang="zh-CN" altLang="en-US" sz="2000" b="1" dirty="0">
                <a:latin typeface="Cambria" panose="02040503050406030204" charset="0"/>
                <a:ea typeface="华文楷体" panose="02010600040101010101" charset="-122"/>
              </a:rPr>
              <a:t>是一家著名的生产和经营家用电器的公司，总部设在</a:t>
            </a:r>
            <a:endParaRPr lang="zh-CN" altLang="en-US" sz="2000" b="1" dirty="0">
              <a:latin typeface="Cambria" panose="02040503050406030204" charset="0"/>
              <a:ea typeface="华文楷体" panose="02010600040101010101" charset="-122"/>
            </a:endParaRPr>
          </a:p>
          <a:p>
            <a:r>
              <a:rPr lang="zh-CN" altLang="en-US" sz="2000" b="1" dirty="0">
                <a:latin typeface="Cambria" panose="02040503050406030204" charset="0"/>
                <a:ea typeface="华文楷体" panose="02010600040101010101" charset="-122"/>
              </a:rPr>
              <a:t>天津，在全国有</a:t>
            </a:r>
            <a:r>
              <a:rPr lang="zh-CN" altLang="zh-CN" sz="2000" b="1" dirty="0">
                <a:latin typeface="Cambria" panose="02040503050406030204" charset="0"/>
                <a:ea typeface="华文楷体" panose="02010600040101010101" charset="-122"/>
              </a:rPr>
              <a:t>20</a:t>
            </a:r>
            <a:r>
              <a:rPr lang="zh-CN" altLang="en-US" sz="2000" b="1" dirty="0">
                <a:latin typeface="Cambria" panose="02040503050406030204" charset="0"/>
                <a:ea typeface="华文楷体" panose="02010600040101010101" charset="-122"/>
              </a:rPr>
              <a:t>余家分公司。我公司现招聘销售经理一人。 </a:t>
            </a:r>
            <a:endParaRPr lang="zh-CN" altLang="en-US" sz="2000" b="1" dirty="0">
              <a:latin typeface="Cambria" panose="02040503050406030204" charset="0"/>
              <a:ea typeface="华文楷体" panose="02010600040101010101" charset="-122"/>
            </a:endParaRPr>
          </a:p>
          <a:p>
            <a:r>
              <a:rPr lang="zh-CN" altLang="en-US" sz="2000" b="1" dirty="0">
                <a:latin typeface="Cambria" panose="02040503050406030204" charset="0"/>
                <a:ea typeface="华文楷体" panose="02010600040101010101" charset="-122"/>
              </a:rPr>
              <a:t>条件</a:t>
            </a:r>
            <a:r>
              <a:rPr lang="zh-CN" altLang="zh-CN" sz="2000" b="1" dirty="0">
                <a:latin typeface="Cambria" panose="02040503050406030204" charset="0"/>
                <a:ea typeface="华文楷体" panose="02010600040101010101" charset="-122"/>
              </a:rPr>
              <a:t>:</a:t>
            </a:r>
            <a:br>
              <a:rPr lang="zh-CN" altLang="zh-CN" sz="2000" b="1" dirty="0">
                <a:latin typeface="Cambria" panose="02040503050406030204" charset="0"/>
                <a:ea typeface="华文楷体" panose="02010600040101010101" charset="-122"/>
              </a:rPr>
            </a:br>
            <a:r>
              <a:rPr lang="zh-CN" altLang="zh-CN" sz="2000" b="1" dirty="0">
                <a:latin typeface="Cambria" panose="02040503050406030204" charset="0"/>
                <a:ea typeface="华文楷体" panose="02010600040101010101" charset="-122"/>
              </a:rPr>
              <a:t>   </a:t>
            </a:r>
            <a:r>
              <a:rPr lang="zh-CN" altLang="en-US" sz="2000" b="1" dirty="0">
                <a:latin typeface="Cambria" panose="02040503050406030204" charset="0"/>
                <a:ea typeface="华文楷体" panose="02010600040101010101" charset="-122"/>
              </a:rPr>
              <a:t>中国公民，年龄</a:t>
            </a:r>
            <a:r>
              <a:rPr lang="zh-CN" altLang="zh-CN" sz="2000" b="1" dirty="0">
                <a:latin typeface="Cambria" panose="02040503050406030204" charset="0"/>
                <a:ea typeface="华文楷体" panose="02010600040101010101" charset="-122"/>
              </a:rPr>
              <a:t>35~40</a:t>
            </a:r>
            <a:r>
              <a:rPr lang="zh-CN" altLang="en-US" sz="2000" b="1" dirty="0">
                <a:latin typeface="Cambria" panose="02040503050406030204" charset="0"/>
                <a:ea typeface="华文楷体" panose="02010600040101010101" charset="-122"/>
              </a:rPr>
              <a:t>岁</a:t>
            </a:r>
            <a:br>
              <a:rPr lang="zh-CN" altLang="en-US" sz="2000" b="1" dirty="0">
                <a:latin typeface="Cambria" panose="02040503050406030204" charset="0"/>
                <a:ea typeface="华文楷体" panose="02010600040101010101" charset="-122"/>
              </a:rPr>
            </a:br>
            <a:r>
              <a:rPr lang="zh-CN" altLang="en-US" sz="2000" b="1" dirty="0">
                <a:latin typeface="Cambria" panose="02040503050406030204" charset="0"/>
                <a:ea typeface="华文楷体" panose="02010600040101010101" charset="-122"/>
              </a:rPr>
              <a:t>   销售学、经济学或相关领域的大专文凭</a:t>
            </a:r>
            <a:br>
              <a:rPr lang="zh-CN" altLang="en-US" sz="2000" b="1" dirty="0">
                <a:latin typeface="Cambria" panose="02040503050406030204" charset="0"/>
                <a:ea typeface="华文楷体" panose="02010600040101010101" charset="-122"/>
              </a:rPr>
            </a:br>
            <a:r>
              <a:rPr lang="zh-CN" altLang="en-US" sz="2000" b="1" dirty="0">
                <a:latin typeface="Cambria" panose="02040503050406030204" charset="0"/>
                <a:ea typeface="华文楷体" panose="02010600040101010101" charset="-122"/>
              </a:rPr>
              <a:t>   具有至少</a:t>
            </a:r>
            <a:r>
              <a:rPr lang="zh-CN" altLang="zh-CN" sz="2000" b="1" dirty="0">
                <a:latin typeface="Cambria" panose="02040503050406030204" charset="0"/>
                <a:ea typeface="华文楷体" panose="02010600040101010101" charset="-122"/>
              </a:rPr>
              <a:t>5</a:t>
            </a:r>
            <a:r>
              <a:rPr lang="zh-CN" altLang="en-US" sz="2000" b="1" dirty="0">
                <a:latin typeface="Cambria" panose="02040503050406030204" charset="0"/>
                <a:ea typeface="华文楷体" panose="02010600040101010101" charset="-122"/>
              </a:rPr>
              <a:t>年的销售管理经验</a:t>
            </a:r>
            <a:br>
              <a:rPr lang="zh-CN" altLang="en-US" sz="2000" b="1" dirty="0">
                <a:latin typeface="Cambria" panose="02040503050406030204" charset="0"/>
                <a:ea typeface="华文楷体" panose="02010600040101010101" charset="-122"/>
              </a:rPr>
            </a:br>
            <a:r>
              <a:rPr lang="zh-CN" altLang="en-US" sz="2000" b="1" dirty="0">
                <a:latin typeface="Cambria" panose="02040503050406030204" charset="0"/>
                <a:ea typeface="华文楷体" panose="02010600040101010101" charset="-122"/>
              </a:rPr>
              <a:t>   具有良好的英语会话和写作能力</a:t>
            </a:r>
            <a:br>
              <a:rPr lang="zh-CN" altLang="en-US" sz="2000" b="1" dirty="0">
                <a:latin typeface="Cambria" panose="02040503050406030204" charset="0"/>
                <a:ea typeface="华文楷体" panose="02010600040101010101" charset="-122"/>
              </a:rPr>
            </a:br>
            <a:r>
              <a:rPr lang="zh-CN" altLang="en-US" sz="2000" b="1" dirty="0">
                <a:latin typeface="Cambria" panose="02040503050406030204" charset="0"/>
                <a:ea typeface="华文楷体" panose="02010600040101010101" charset="-122"/>
              </a:rPr>
              <a:t>    愿意经常出差</a:t>
            </a:r>
            <a:br>
              <a:rPr lang="zh-CN" altLang="en-US" sz="2000" b="1" dirty="0">
                <a:latin typeface="Cambria" panose="02040503050406030204" charset="0"/>
                <a:ea typeface="华文楷体" panose="02010600040101010101" charset="-122"/>
              </a:rPr>
            </a:br>
            <a:r>
              <a:rPr lang="zh-CN" altLang="en-US" sz="2000" b="1" dirty="0">
                <a:latin typeface="Cambria" panose="02040503050406030204" charset="0"/>
                <a:ea typeface="华文楷体" panose="02010600040101010101" charset="-122"/>
              </a:rPr>
              <a:t>　熟练掌握计算机技能</a:t>
            </a:r>
            <a:br>
              <a:rPr lang="zh-CN" altLang="en-US" sz="2000" b="1" dirty="0">
                <a:latin typeface="Cambria" panose="02040503050406030204" charset="0"/>
                <a:ea typeface="华文楷体" panose="02010600040101010101" charset="-122"/>
              </a:rPr>
            </a:br>
            <a:r>
              <a:rPr lang="zh-CN" altLang="en-US" sz="2000" b="1" dirty="0">
                <a:latin typeface="Cambria" panose="02040503050406030204" charset="0"/>
                <a:ea typeface="华文楷体" panose="02010600040101010101" charset="-122"/>
              </a:rPr>
              <a:t>　有意者请拨打电话</a:t>
            </a:r>
            <a:r>
              <a:rPr lang="zh-CN" altLang="zh-CN" sz="2000" b="1" dirty="0">
                <a:latin typeface="Cambria" panose="02040503050406030204" charset="0"/>
                <a:ea typeface="华文楷体" panose="02010600040101010101" charset="-122"/>
              </a:rPr>
              <a:t>24876669</a:t>
            </a:r>
            <a:r>
              <a:rPr lang="zh-CN" altLang="en-US" sz="2000" b="1" dirty="0">
                <a:latin typeface="Cambria" panose="02040503050406030204" charset="0"/>
                <a:ea typeface="华文楷体" panose="02010600040101010101" charset="-122"/>
              </a:rPr>
              <a:t>与约翰</a:t>
            </a:r>
            <a:r>
              <a:rPr lang="zh-CN" altLang="zh-CN" sz="2000" b="1" dirty="0">
                <a:latin typeface="Cambria" panose="02040503050406030204" charset="0"/>
                <a:ea typeface="华文楷体" panose="02010600040101010101" charset="-122"/>
              </a:rPr>
              <a:t>·</a:t>
            </a:r>
            <a:r>
              <a:rPr lang="zh-CN" altLang="en-US" sz="2000" b="1" dirty="0">
                <a:latin typeface="Cambria" panose="02040503050406030204" charset="0"/>
                <a:ea typeface="华文楷体" panose="02010600040101010101" charset="-122"/>
              </a:rPr>
              <a:t>史密斯先生联系。</a:t>
            </a:r>
            <a:br>
              <a:rPr lang="zh-CN" altLang="en-US" sz="2000" b="1" dirty="0">
                <a:latin typeface="Cambria" panose="02040503050406030204" charset="0"/>
                <a:ea typeface="华文楷体" panose="02010600040101010101" charset="-122"/>
              </a:rPr>
            </a:br>
            <a:r>
              <a:rPr lang="zh-CN" altLang="en-US" sz="2000" b="1" dirty="0">
                <a:latin typeface="Cambria" panose="02040503050406030204" charset="0"/>
                <a:ea typeface="华文楷体" panose="02010600040101010101" charset="-122"/>
              </a:rPr>
              <a:t>　　</a:t>
            </a:r>
            <a:endParaRPr lang="zh-CN" altLang="en-US" sz="2000" b="1" dirty="0">
              <a:latin typeface="Cambria" panose="02040503050406030204" charset="0"/>
              <a:ea typeface="华文楷体" panose="02010600040101010101" charset="-122"/>
            </a:endParaRPr>
          </a:p>
          <a:p>
            <a:r>
              <a:rPr lang="zh-CN" altLang="zh-CN" sz="2000" b="1" dirty="0">
                <a:latin typeface="Cambria" panose="02040503050406030204" charset="0"/>
                <a:ea typeface="华文楷体" panose="02010600040101010101" charset="-122"/>
              </a:rPr>
              <a:t>Words for reference:</a:t>
            </a:r>
            <a:br>
              <a:rPr lang="zh-CN" altLang="zh-CN" sz="2000" b="1" dirty="0">
                <a:latin typeface="Cambria" panose="02040503050406030204" charset="0"/>
                <a:ea typeface="华文楷体" panose="02010600040101010101" charset="-122"/>
              </a:rPr>
            </a:br>
            <a:r>
              <a:rPr lang="zh-CN" altLang="zh-CN" sz="2000" b="1" dirty="0">
                <a:latin typeface="Cambria" panose="02040503050406030204" charset="0"/>
                <a:ea typeface="华文楷体" panose="02010600040101010101" charset="-122"/>
              </a:rPr>
              <a:t>  </a:t>
            </a:r>
            <a:r>
              <a:rPr lang="zh-CN" altLang="en-US" sz="2000" b="1" dirty="0">
                <a:latin typeface="Cambria" panose="02040503050406030204" charset="0"/>
                <a:ea typeface="华文楷体" panose="02010600040101010101" charset="-122"/>
              </a:rPr>
              <a:t>家用电器</a:t>
            </a:r>
            <a:r>
              <a:rPr lang="zh-CN" altLang="zh-CN" sz="2000" b="1" dirty="0">
                <a:latin typeface="Cambria" panose="02040503050406030204" charset="0"/>
                <a:ea typeface="华文楷体" panose="02010600040101010101" charset="-122"/>
              </a:rPr>
              <a:t>electrical home appliances;   </a:t>
            </a:r>
            <a:r>
              <a:rPr lang="zh-CN" altLang="en-US" sz="2000" b="1" dirty="0">
                <a:latin typeface="Cambria" panose="02040503050406030204" charset="0"/>
                <a:ea typeface="华文楷体" panose="02010600040101010101" charset="-122"/>
              </a:rPr>
              <a:t>总部</a:t>
            </a:r>
            <a:r>
              <a:rPr lang="zh-CN" altLang="zh-CN" sz="2000" b="1" dirty="0">
                <a:latin typeface="Cambria" panose="02040503050406030204" charset="0"/>
                <a:ea typeface="华文楷体" panose="02010600040101010101" charset="-122"/>
              </a:rPr>
              <a:t>headquarters;</a:t>
            </a:r>
            <a:endParaRPr lang="zh-CN" altLang="zh-CN" sz="2000" b="1" dirty="0">
              <a:latin typeface="Cambria" panose="02040503050406030204" charset="0"/>
              <a:ea typeface="华文楷体" panose="02010600040101010101" charset="-122"/>
            </a:endParaRPr>
          </a:p>
          <a:p>
            <a:r>
              <a:rPr lang="zh-CN" altLang="zh-CN" sz="2000" b="1" dirty="0">
                <a:latin typeface="Cambria" panose="02040503050406030204" charset="0"/>
                <a:ea typeface="华文楷体" panose="02010600040101010101" charset="-122"/>
              </a:rPr>
              <a:t>      </a:t>
            </a:r>
            <a:r>
              <a:rPr lang="zh-CN" altLang="en-US" sz="2000" b="1" dirty="0">
                <a:latin typeface="Cambria" panose="02040503050406030204" charset="0"/>
                <a:ea typeface="华文楷体" panose="02010600040101010101" charset="-122"/>
              </a:rPr>
              <a:t>条件</a:t>
            </a:r>
            <a:r>
              <a:rPr lang="zh-CN" altLang="zh-CN" sz="2000" b="1" dirty="0">
                <a:latin typeface="Cambria" panose="02040503050406030204" charset="0"/>
                <a:ea typeface="华文楷体" panose="02010600040101010101" charset="-122"/>
              </a:rPr>
              <a:t>qualifications;                                </a:t>
            </a:r>
            <a:r>
              <a:rPr lang="zh-CN" altLang="en-US" sz="2000" b="1" dirty="0">
                <a:latin typeface="Cambria" panose="02040503050406030204" charset="0"/>
                <a:ea typeface="华文楷体" panose="02010600040101010101" charset="-122"/>
              </a:rPr>
              <a:t>大专文凭</a:t>
            </a:r>
            <a:r>
              <a:rPr lang="zh-CN" altLang="zh-CN" sz="2000" b="1" dirty="0">
                <a:latin typeface="Cambria" panose="02040503050406030204" charset="0"/>
                <a:ea typeface="华文楷体" panose="02010600040101010101" charset="-122"/>
              </a:rPr>
              <a:t>college diploma;</a:t>
            </a:r>
            <a:endParaRPr lang="zh-CN" altLang="zh-CN" sz="2000" b="1" dirty="0">
              <a:latin typeface="Cambria" panose="02040503050406030204" charset="0"/>
              <a:ea typeface="华文楷体" panose="02010600040101010101" charset="-122"/>
            </a:endParaRPr>
          </a:p>
          <a:p>
            <a:r>
              <a:rPr lang="zh-CN" altLang="zh-CN" sz="2000" b="1" dirty="0">
                <a:latin typeface="Cambria" panose="02040503050406030204" charset="0"/>
                <a:ea typeface="华文楷体" panose="02010600040101010101" charset="-122"/>
              </a:rPr>
              <a:t>      </a:t>
            </a:r>
            <a:r>
              <a:rPr lang="zh-CN" altLang="en-US" sz="2000" b="1" dirty="0">
                <a:latin typeface="Cambria" panose="02040503050406030204" charset="0"/>
                <a:ea typeface="华文楷体" panose="02010600040101010101" charset="-122"/>
              </a:rPr>
              <a:t>销售学 </a:t>
            </a:r>
            <a:r>
              <a:rPr lang="zh-CN" altLang="zh-CN" sz="2000" b="1" dirty="0">
                <a:latin typeface="Cambria" panose="02040503050406030204" charset="0"/>
                <a:ea typeface="华文楷体" panose="02010600040101010101" charset="-122"/>
              </a:rPr>
              <a:t>marketing. </a:t>
            </a:r>
            <a:endParaRPr lang="zh-CN" altLang="zh-CN" sz="2000" b="1" dirty="0">
              <a:latin typeface="Cambria" panose="02040503050406030204" charset="0"/>
              <a:ea typeface="华文楷体" panose="02010600040101010101" charset="-122"/>
            </a:endParaRPr>
          </a:p>
          <a:p>
            <a:endParaRPr lang="en-US" altLang="zh-CN" sz="2000" b="1" dirty="0">
              <a:latin typeface="Cambria" panose="02040503050406030204" charset="0"/>
              <a:ea typeface="华文楷体" panose="02010600040101010101" charset="-122"/>
            </a:endParaRPr>
          </a:p>
          <a:p>
            <a:pPr>
              <a:spcBef>
                <a:spcPct val="50000"/>
              </a:spcBef>
            </a:pPr>
            <a:endParaRPr lang="en-US" altLang="zh-CN" sz="20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164760" y="1128600"/>
              <a:ext cx="350280" cy="360"/>
            </p14:xfrm>
          </p:contentPart>
        </mc:Choice>
        <mc:Fallback xmlns="">
          <p:pic>
            <p:nvPicPr>
              <p:cNvPr id="2" name="墨迹 1"/>
            </p:nvPicPr>
            <p:blipFill>
              <a:blip r:embed="rId2"/>
            </p:blipFill>
            <p:spPr>
              <a:xfrm>
                <a:off x="3164760" y="1128600"/>
                <a:ext cx="35028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979080" y="1157040"/>
              <a:ext cx="736200" cy="43560"/>
            </p14:xfrm>
          </p:contentPart>
        </mc:Choice>
        <mc:Fallback xmlns="">
          <p:pic>
            <p:nvPicPr>
              <p:cNvPr id="3" name="墨迹 2"/>
            </p:nvPicPr>
            <p:blipFill>
              <a:blip r:embed="rId4"/>
            </p:blipFill>
            <p:spPr>
              <a:xfrm>
                <a:off x="3979080" y="1157040"/>
                <a:ext cx="736200" cy="435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600440" y="1178640"/>
              <a:ext cx="821880" cy="21960"/>
            </p14:xfrm>
          </p:contentPart>
        </mc:Choice>
        <mc:Fallback xmlns="">
          <p:pic>
            <p:nvPicPr>
              <p:cNvPr id="4" name="墨迹 3"/>
            </p:nvPicPr>
            <p:blipFill>
              <a:blip r:embed="rId6"/>
            </p:blipFill>
            <p:spPr>
              <a:xfrm>
                <a:off x="4600440" y="1178640"/>
                <a:ext cx="821880" cy="219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2150280" y="1421640"/>
              <a:ext cx="1522080" cy="136080"/>
            </p14:xfrm>
          </p:contentPart>
        </mc:Choice>
        <mc:Fallback xmlns="">
          <p:pic>
            <p:nvPicPr>
              <p:cNvPr id="5" name="墨迹 4"/>
            </p:nvPicPr>
            <p:blipFill>
              <a:blip r:embed="rId8"/>
            </p:blipFill>
            <p:spPr>
              <a:xfrm>
                <a:off x="2150280" y="1421640"/>
                <a:ext cx="1522080" cy="1360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5536440" y="1457280"/>
              <a:ext cx="1314720" cy="71640"/>
            </p14:xfrm>
          </p:contentPart>
        </mc:Choice>
        <mc:Fallback xmlns="">
          <p:pic>
            <p:nvPicPr>
              <p:cNvPr id="6" name="墨迹 5"/>
            </p:nvPicPr>
            <p:blipFill>
              <a:blip r:embed="rId10"/>
            </p:blipFill>
            <p:spPr>
              <a:xfrm>
                <a:off x="5536440" y="1457280"/>
                <a:ext cx="1314720" cy="716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478800" y="1693080"/>
              <a:ext cx="421560" cy="43200"/>
            </p14:xfrm>
          </p:contentPart>
        </mc:Choice>
        <mc:Fallback xmlns="">
          <p:pic>
            <p:nvPicPr>
              <p:cNvPr id="7" name="墨迹 6"/>
            </p:nvPicPr>
            <p:blipFill>
              <a:blip r:embed="rId12"/>
            </p:blipFill>
            <p:spPr>
              <a:xfrm>
                <a:off x="478800" y="1693080"/>
                <a:ext cx="421560" cy="432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621360" y="2028600"/>
              <a:ext cx="807840" cy="57600"/>
            </p14:xfrm>
          </p:contentPart>
        </mc:Choice>
        <mc:Fallback xmlns="">
          <p:pic>
            <p:nvPicPr>
              <p:cNvPr id="8" name="墨迹 7"/>
            </p:nvPicPr>
            <p:blipFill>
              <a:blip r:embed="rId14"/>
            </p:blipFill>
            <p:spPr>
              <a:xfrm>
                <a:off x="621360" y="2028600"/>
                <a:ext cx="807840" cy="576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2828880" y="2664360"/>
              <a:ext cx="1043280" cy="143280"/>
            </p14:xfrm>
          </p:contentPart>
        </mc:Choice>
        <mc:Fallback xmlns="">
          <p:pic>
            <p:nvPicPr>
              <p:cNvPr id="9" name="墨迹 8"/>
            </p:nvPicPr>
            <p:blipFill>
              <a:blip r:embed="rId16"/>
            </p:blipFill>
            <p:spPr>
              <a:xfrm>
                <a:off x="2828880" y="2664360"/>
                <a:ext cx="1043280" cy="14328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671400" y="3071880"/>
              <a:ext cx="1400760" cy="164520"/>
            </p14:xfrm>
          </p:contentPart>
        </mc:Choice>
        <mc:Fallback xmlns="">
          <p:pic>
            <p:nvPicPr>
              <p:cNvPr id="10" name="墨迹 9"/>
            </p:nvPicPr>
            <p:blipFill>
              <a:blip r:embed="rId18"/>
            </p:blipFill>
            <p:spPr>
              <a:xfrm>
                <a:off x="671400" y="3071880"/>
                <a:ext cx="1400760" cy="16452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785880" y="3514680"/>
              <a:ext cx="2243520" cy="57600"/>
            </p14:xfrm>
          </p:contentPart>
        </mc:Choice>
        <mc:Fallback xmlns="">
          <p:pic>
            <p:nvPicPr>
              <p:cNvPr id="11" name="墨迹 10"/>
            </p:nvPicPr>
            <p:blipFill>
              <a:blip r:embed="rId20"/>
            </p:blipFill>
            <p:spPr>
              <a:xfrm>
                <a:off x="785880" y="3514680"/>
                <a:ext cx="2243520" cy="576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1614600" y="4750560"/>
              <a:ext cx="2936160" cy="57600"/>
            </p14:xfrm>
          </p:contentPart>
        </mc:Choice>
        <mc:Fallback xmlns="">
          <p:pic>
            <p:nvPicPr>
              <p:cNvPr id="12" name="墨迹 11"/>
            </p:nvPicPr>
            <p:blipFill>
              <a:blip r:embed="rId22"/>
            </p:blipFill>
            <p:spPr>
              <a:xfrm>
                <a:off x="1614600" y="4750560"/>
                <a:ext cx="2936160" cy="576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1278720" y="5086080"/>
              <a:ext cx="1536120" cy="360"/>
            </p14:xfrm>
          </p:contentPart>
        </mc:Choice>
        <mc:Fallback xmlns="">
          <p:pic>
            <p:nvPicPr>
              <p:cNvPr id="13" name="墨迹 12"/>
            </p:nvPicPr>
            <p:blipFill>
              <a:blip r:embed="rId24"/>
            </p:blipFill>
            <p:spPr>
              <a:xfrm>
                <a:off x="1278720" y="5086080"/>
                <a:ext cx="1536120" cy="36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700200" y="5357880"/>
              <a:ext cx="2093400" cy="136080"/>
            </p14:xfrm>
          </p:contentPart>
        </mc:Choice>
        <mc:Fallback xmlns="">
          <p:pic>
            <p:nvPicPr>
              <p:cNvPr id="14" name="墨迹 13"/>
            </p:nvPicPr>
            <p:blipFill>
              <a:blip r:embed="rId26"/>
            </p:blipFill>
            <p:spPr>
              <a:xfrm>
                <a:off x="700200" y="5357880"/>
                <a:ext cx="2093400" cy="13608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5400720" y="4736160"/>
              <a:ext cx="1829160" cy="93240"/>
            </p14:xfrm>
          </p:contentPart>
        </mc:Choice>
        <mc:Fallback xmlns="">
          <p:pic>
            <p:nvPicPr>
              <p:cNvPr id="15" name="墨迹 14"/>
            </p:nvPicPr>
            <p:blipFill>
              <a:blip r:embed="rId28"/>
            </p:blipFill>
            <p:spPr>
              <a:xfrm>
                <a:off x="5400720" y="4736160"/>
                <a:ext cx="1829160" cy="9324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6" name="墨迹 15"/>
              <p14:cNvContentPartPr/>
              <p14:nvPr/>
            </p14:nvContentPartPr>
            <p14:xfrm>
              <a:off x="5786280" y="5107680"/>
              <a:ext cx="1972080" cy="7560"/>
            </p14:xfrm>
          </p:contentPart>
        </mc:Choice>
        <mc:Fallback xmlns="">
          <p:pic>
            <p:nvPicPr>
              <p:cNvPr id="16" name="墨迹 15"/>
            </p:nvPicPr>
            <p:blipFill>
              <a:blip r:embed="rId30"/>
            </p:blipFill>
            <p:spPr>
              <a:xfrm>
                <a:off x="5786280" y="5107680"/>
                <a:ext cx="1972080" cy="7560"/>
              </a:xfrm>
              <a:prstGeom prst="rect"/>
            </p:spPr>
          </p:pic>
        </mc:Fallback>
      </mc:AlternateContent>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ext Box 4"/>
          <p:cNvSpPr txBox="1">
            <a:spLocks noChangeArrowheads="1"/>
          </p:cNvSpPr>
          <p:nvPr/>
        </p:nvSpPr>
        <p:spPr bwMode="auto">
          <a:xfrm>
            <a:off x="250825" y="620713"/>
            <a:ext cx="8713788" cy="5816977"/>
          </a:xfrm>
          <a:prstGeom prst="rect">
            <a:avLst/>
          </a:prstGeom>
          <a:noFill/>
          <a:ln w="9525">
            <a:noFill/>
            <a:miter lim="800000"/>
          </a:ln>
        </p:spPr>
        <p:txBody>
          <a:bodyPr>
            <a:spAutoFit/>
          </a:bodyPr>
          <a:lstStyle/>
          <a:p>
            <a:r>
              <a:rPr lang="zh-CN" altLang="zh-CN" sz="2400" b="1" dirty="0">
                <a:latin typeface="Cambria" panose="02040503050406030204" charset="0"/>
                <a:ea typeface="华文楷体" panose="02010600040101010101" charset="-122"/>
              </a:rPr>
              <a:t>Contribution Wanted</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    Whirlpool Corporation is a famous manufacturer and marketer</a:t>
            </a:r>
            <a:r>
              <a:rPr lang="en-US" altLang="zh-CN"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of electrical home appliances. With the headquarters in Tianjin, it</a:t>
            </a:r>
            <a:r>
              <a:rPr lang="en-US" altLang="zh-CN" sz="2400" b="1" dirty="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has more than 20 branches around the country. We are now seeking for a sales manager.</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Requirements:</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Chinese citizen, aged 35—40</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College degree, major in Marketing, Economics or related fields</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At least 5 years’ work experience in sales management</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Good English skills both in speaking and writing</a:t>
            </a:r>
            <a:endParaRPr lang="zh-CN" altLang="zh-CN" sz="2400" b="1" dirty="0">
              <a:latin typeface="Cambria" panose="02040503050406030204" charset="0"/>
              <a:ea typeface="华文楷体" panose="02010600040101010101" charset="-122"/>
            </a:endParaRPr>
          </a:p>
          <a:p>
            <a:r>
              <a:rPr lang="zh-CN" altLang="zh-CN" sz="2400" b="1" dirty="0" smtClean="0">
                <a:latin typeface="Cambria" panose="02040503050406030204" charset="0"/>
                <a:ea typeface="华文楷体" panose="02010600040101010101" charset="-122"/>
              </a:rPr>
              <a:t>Willing</a:t>
            </a:r>
            <a:r>
              <a:rPr lang="en-US" altLang="zh-CN" sz="2400" b="1" dirty="0" smtClean="0">
                <a:latin typeface="Cambria" panose="02040503050406030204" charset="0"/>
                <a:ea typeface="华文楷体" panose="02010600040101010101" charset="-122"/>
              </a:rPr>
              <a:t>ness</a:t>
            </a:r>
            <a:r>
              <a:rPr lang="zh-CN" altLang="zh-CN" sz="2400" b="1" dirty="0" smtClean="0">
                <a:latin typeface="Cambria" panose="02040503050406030204" charset="0"/>
                <a:ea typeface="华文楷体" panose="02010600040101010101" charset="-122"/>
              </a:rPr>
              <a:t> </a:t>
            </a:r>
            <a:r>
              <a:rPr lang="zh-CN" altLang="zh-CN" sz="2400" b="1" dirty="0">
                <a:latin typeface="Cambria" panose="02040503050406030204" charset="0"/>
                <a:ea typeface="华文楷体" panose="02010600040101010101" charset="-122"/>
              </a:rPr>
              <a:t>to travel frequently</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Proficiency in computer </a:t>
            </a:r>
            <a:r>
              <a:rPr lang="zh-CN" altLang="zh-CN" sz="2400" b="1" dirty="0" smtClean="0">
                <a:latin typeface="Cambria" panose="02040503050406030204" charset="0"/>
                <a:ea typeface="华文楷体" panose="02010600040101010101" charset="-122"/>
              </a:rPr>
              <a:t>skill</a:t>
            </a:r>
            <a:r>
              <a:rPr lang="en-US" altLang="zh-CN" sz="2400" b="1" smtClean="0">
                <a:latin typeface="Cambria" panose="02040503050406030204" charset="0"/>
                <a:ea typeface="华文楷体" panose="02010600040101010101" charset="-122"/>
              </a:rPr>
              <a:t>s</a:t>
            </a:r>
            <a:endParaRPr lang="zh-CN" altLang="zh-CN" sz="2400" b="1" dirty="0">
              <a:latin typeface="Cambria" panose="02040503050406030204" charset="0"/>
              <a:ea typeface="华文楷体" panose="02010600040101010101" charset="-122"/>
            </a:endParaRPr>
          </a:p>
          <a:p>
            <a:r>
              <a:rPr lang="zh-CN" altLang="zh-CN" sz="2400" b="1" dirty="0">
                <a:latin typeface="Cambria" panose="02040503050406030204" charset="0"/>
                <a:ea typeface="华文楷体" panose="02010600040101010101" charset="-122"/>
              </a:rPr>
              <a:t>Those interested please contact John Smith at 24876669. </a:t>
            </a:r>
            <a:endParaRPr lang="zh-CN" altLang="zh-CN" sz="2400" b="1" dirty="0">
              <a:latin typeface="Cambria" panose="02040503050406030204" charset="0"/>
              <a:ea typeface="华文楷体" panose="02010600040101010101" charset="-122"/>
            </a:endParaRPr>
          </a:p>
          <a:p>
            <a:pPr>
              <a:spcBef>
                <a:spcPct val="50000"/>
              </a:spcBef>
            </a:pPr>
            <a:endParaRPr lang="en-US" altLang="zh-CN" sz="2400" dirty="0">
              <a:latin typeface="Cambria" panose="02040503050406030204" charset="0"/>
              <a:ea typeface="华文楷体" panose="02010600040101010101"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529240" y="1228680"/>
              <a:ext cx="1650600" cy="157320"/>
            </p14:xfrm>
          </p:contentPart>
        </mc:Choice>
        <mc:Fallback xmlns="">
          <p:pic>
            <p:nvPicPr>
              <p:cNvPr id="2" name="墨迹 1"/>
            </p:nvPicPr>
            <p:blipFill>
              <a:blip r:embed="rId2"/>
            </p:blipFill>
            <p:spPr>
              <a:xfrm>
                <a:off x="5529240" y="1228680"/>
                <a:ext cx="1650600" cy="157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64400" y="1593000"/>
              <a:ext cx="943200" cy="50400"/>
            </p14:xfrm>
          </p:contentPart>
        </mc:Choice>
        <mc:Fallback xmlns="">
          <p:pic>
            <p:nvPicPr>
              <p:cNvPr id="3" name="墨迹 2"/>
            </p:nvPicPr>
            <p:blipFill>
              <a:blip r:embed="rId4"/>
            </p:blipFill>
            <p:spPr>
              <a:xfrm>
                <a:off x="464400" y="1593000"/>
                <a:ext cx="943200" cy="504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328680" y="2021760"/>
              <a:ext cx="1571760" cy="64440"/>
            </p14:xfrm>
          </p:contentPart>
        </mc:Choice>
        <mc:Fallback xmlns="">
          <p:pic>
            <p:nvPicPr>
              <p:cNvPr id="4" name="墨迹 3"/>
            </p:nvPicPr>
            <p:blipFill>
              <a:blip r:embed="rId6"/>
            </p:blipFill>
            <p:spPr>
              <a:xfrm>
                <a:off x="328680" y="2021760"/>
                <a:ext cx="1571760" cy="644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6765120" y="2350080"/>
              <a:ext cx="1786320" cy="143280"/>
            </p14:xfrm>
          </p:contentPart>
        </mc:Choice>
        <mc:Fallback xmlns="">
          <p:pic>
            <p:nvPicPr>
              <p:cNvPr id="5" name="墨迹 4"/>
            </p:nvPicPr>
            <p:blipFill>
              <a:blip r:embed="rId8"/>
            </p:blipFill>
            <p:spPr>
              <a:xfrm>
                <a:off x="6765120" y="2350080"/>
                <a:ext cx="1786320" cy="1432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5686560" y="4079160"/>
              <a:ext cx="2536200" cy="92880"/>
            </p14:xfrm>
          </p:contentPart>
        </mc:Choice>
        <mc:Fallback xmlns="">
          <p:pic>
            <p:nvPicPr>
              <p:cNvPr id="6" name="墨迹 5"/>
            </p:nvPicPr>
            <p:blipFill>
              <a:blip r:embed="rId10"/>
            </p:blipFill>
            <p:spPr>
              <a:xfrm>
                <a:off x="5686560" y="4079160"/>
                <a:ext cx="2536200" cy="928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371520" y="5150520"/>
              <a:ext cx="3615120" cy="164520"/>
            </p14:xfrm>
          </p:contentPart>
        </mc:Choice>
        <mc:Fallback xmlns="">
          <p:pic>
            <p:nvPicPr>
              <p:cNvPr id="7" name="墨迹 6"/>
            </p:nvPicPr>
            <p:blipFill>
              <a:blip r:embed="rId12"/>
            </p:blipFill>
            <p:spPr>
              <a:xfrm>
                <a:off x="371520" y="5150520"/>
                <a:ext cx="3615120" cy="16452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450000" y="5315040"/>
              <a:ext cx="3922200" cy="100080"/>
            </p14:xfrm>
          </p:contentPart>
        </mc:Choice>
        <mc:Fallback xmlns="">
          <p:pic>
            <p:nvPicPr>
              <p:cNvPr id="8" name="墨迹 7"/>
            </p:nvPicPr>
            <p:blipFill>
              <a:blip r:embed="rId14"/>
            </p:blipFill>
            <p:spPr>
              <a:xfrm>
                <a:off x="450000" y="5315040"/>
                <a:ext cx="3922200" cy="100080"/>
              </a:xfrm>
              <a:prstGeom prst="rect"/>
            </p:spPr>
          </p:pic>
        </mc:Fallback>
      </mc:AlternateContent>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2" name="Text Box 4"/>
          <p:cNvSpPr txBox="1">
            <a:spLocks noChangeArrowheads="1"/>
          </p:cNvSpPr>
          <p:nvPr/>
        </p:nvSpPr>
        <p:spPr bwMode="auto">
          <a:xfrm>
            <a:off x="468313" y="549275"/>
            <a:ext cx="7272337" cy="1370013"/>
          </a:xfrm>
          <a:prstGeom prst="rect">
            <a:avLst/>
          </a:prstGeom>
          <a:noFill/>
          <a:ln w="9525">
            <a:noFill/>
            <a:miter lim="800000"/>
          </a:ln>
          <a:effectLst/>
        </p:spPr>
        <p:txBody>
          <a:bodyPr>
            <a:spAutoFit/>
          </a:bodyPr>
          <a:lstStyle/>
          <a:p>
            <a:pPr algn="ctr" fontAlgn="auto">
              <a:spcBef>
                <a:spcPts val="0"/>
              </a:spcBef>
              <a:spcAft>
                <a:spcPts val="0"/>
              </a:spcAft>
              <a:defRPr/>
            </a:pPr>
            <a:r>
              <a:rPr lang="zh-CN" altLang="zh-CN" sz="2400" b="1">
                <a:effectLst>
                  <a:outerShdw blurRad="38100" dist="38100" dir="2700000" algn="tl">
                    <a:srgbClr val="C0C0C0"/>
                  </a:outerShdw>
                </a:effectLst>
                <a:latin typeface="+mn-lt"/>
                <a:ea typeface="+mn-ea"/>
              </a:rPr>
              <a:t>Request for Leave</a:t>
            </a:r>
            <a:endParaRPr lang="zh-CN" altLang="zh-CN" sz="2400" b="1">
              <a:effectLst>
                <a:outerShdw blurRad="38100" dist="38100" dir="2700000" algn="tl">
                  <a:srgbClr val="C0C0C0"/>
                </a:outerShdw>
              </a:effectLst>
              <a:latin typeface="+mn-lt"/>
              <a:ea typeface="+mn-ea"/>
            </a:endParaRPr>
          </a:p>
          <a:p>
            <a:pPr algn="ctr" fontAlgn="auto">
              <a:spcBef>
                <a:spcPts val="0"/>
              </a:spcBef>
              <a:spcAft>
                <a:spcPts val="0"/>
              </a:spcAft>
              <a:defRPr/>
            </a:pPr>
            <a:r>
              <a:rPr lang="zh-CN" altLang="en-US" sz="2400">
                <a:effectLst>
                  <a:outerShdw blurRad="38100" dist="38100" dir="2700000" algn="tl">
                    <a:srgbClr val="C0C0C0"/>
                  </a:outerShdw>
                </a:effectLst>
                <a:latin typeface="+mn-lt"/>
                <a:ea typeface="+mn-ea"/>
              </a:rPr>
              <a:t>请假条</a:t>
            </a:r>
            <a:endParaRPr lang="zh-CN" altLang="en-US" sz="2400">
              <a:effectLst>
                <a:outerShdw blurRad="38100" dist="38100" dir="2700000" algn="tl">
                  <a:srgbClr val="C0C0C0"/>
                </a:outerShdw>
              </a:effectLst>
              <a:latin typeface="+mn-lt"/>
              <a:ea typeface="+mn-ea"/>
            </a:endParaRPr>
          </a:p>
          <a:p>
            <a:pPr fontAlgn="auto">
              <a:spcBef>
                <a:spcPct val="50000"/>
              </a:spcBef>
              <a:spcAft>
                <a:spcPts val="0"/>
              </a:spcAft>
              <a:defRPr/>
            </a:pPr>
            <a:endParaRPr lang="en-US" altLang="zh-CN" sz="2400">
              <a:latin typeface="+mn-lt"/>
              <a:ea typeface="+mn-ea"/>
            </a:endParaRPr>
          </a:p>
        </p:txBody>
      </p:sp>
      <p:grpSp>
        <p:nvGrpSpPr>
          <p:cNvPr id="2" name="Group 5"/>
          <p:cNvGrpSpPr/>
          <p:nvPr/>
        </p:nvGrpSpPr>
        <p:grpSpPr bwMode="auto">
          <a:xfrm>
            <a:off x="914400" y="1752600"/>
            <a:ext cx="6946900" cy="3810000"/>
            <a:chOff x="0" y="0"/>
            <a:chExt cx="4376" cy="2400"/>
          </a:xfrm>
        </p:grpSpPr>
        <p:sp>
          <p:nvSpPr>
            <p:cNvPr id="120840" name="Line 6"/>
            <p:cNvSpPr>
              <a:spLocks noChangeShapeType="1"/>
            </p:cNvSpPr>
            <p:nvPr/>
          </p:nvSpPr>
          <p:spPr bwMode="auto">
            <a:xfrm>
              <a:off x="4" y="0"/>
              <a:ext cx="0" cy="2400"/>
            </a:xfrm>
            <a:prstGeom prst="line">
              <a:avLst/>
            </a:prstGeom>
            <a:noFill/>
            <a:ln w="9525">
              <a:noFill/>
              <a:round/>
            </a:ln>
          </p:spPr>
          <p:txBody>
            <a:bodyPr/>
            <a:lstStyle/>
            <a:p>
              <a:endParaRPr lang="zh-CN" altLang="en-US"/>
            </a:p>
          </p:txBody>
        </p:sp>
        <p:sp>
          <p:nvSpPr>
            <p:cNvPr id="120841" name="Line 7"/>
            <p:cNvSpPr>
              <a:spLocks noChangeShapeType="1"/>
            </p:cNvSpPr>
            <p:nvPr/>
          </p:nvSpPr>
          <p:spPr bwMode="auto">
            <a:xfrm>
              <a:off x="4372" y="0"/>
              <a:ext cx="0" cy="2400"/>
            </a:xfrm>
            <a:prstGeom prst="line">
              <a:avLst/>
            </a:prstGeom>
            <a:noFill/>
            <a:ln w="9525">
              <a:noFill/>
              <a:round/>
            </a:ln>
          </p:spPr>
          <p:txBody>
            <a:bodyPr/>
            <a:lstStyle/>
            <a:p>
              <a:endParaRPr lang="zh-CN" altLang="en-US"/>
            </a:p>
          </p:txBody>
        </p:sp>
        <p:sp>
          <p:nvSpPr>
            <p:cNvPr id="120842" name="Line 8"/>
            <p:cNvSpPr>
              <a:spLocks noChangeShapeType="1"/>
            </p:cNvSpPr>
            <p:nvPr/>
          </p:nvSpPr>
          <p:spPr bwMode="auto">
            <a:xfrm>
              <a:off x="8" y="2400"/>
              <a:ext cx="4368" cy="0"/>
            </a:xfrm>
            <a:prstGeom prst="line">
              <a:avLst/>
            </a:prstGeom>
            <a:noFill/>
            <a:ln w="9525">
              <a:noFill/>
              <a:round/>
            </a:ln>
          </p:spPr>
          <p:txBody>
            <a:bodyPr/>
            <a:lstStyle/>
            <a:p>
              <a:endParaRPr lang="zh-CN" altLang="en-US"/>
            </a:p>
          </p:txBody>
        </p:sp>
        <p:sp>
          <p:nvSpPr>
            <p:cNvPr id="120843" name="Line 9"/>
            <p:cNvSpPr>
              <a:spLocks noChangeShapeType="1"/>
            </p:cNvSpPr>
            <p:nvPr/>
          </p:nvSpPr>
          <p:spPr bwMode="auto">
            <a:xfrm>
              <a:off x="0" y="0"/>
              <a:ext cx="4368" cy="0"/>
            </a:xfrm>
            <a:prstGeom prst="line">
              <a:avLst/>
            </a:prstGeom>
            <a:noFill/>
            <a:ln w="9525">
              <a:noFill/>
              <a:round/>
            </a:ln>
          </p:spPr>
          <p:txBody>
            <a:bodyPr/>
            <a:lstStyle/>
            <a:p>
              <a:endParaRPr lang="zh-CN" altLang="en-US"/>
            </a:p>
          </p:txBody>
        </p:sp>
      </p:grpSp>
      <p:sp>
        <p:nvSpPr>
          <p:cNvPr id="268298" name="Text Box 10"/>
          <p:cNvSpPr txBox="1">
            <a:spLocks noChangeArrowheads="1"/>
          </p:cNvSpPr>
          <p:nvPr/>
        </p:nvSpPr>
        <p:spPr bwMode="auto">
          <a:xfrm>
            <a:off x="6011863" y="1916113"/>
            <a:ext cx="1800225" cy="366712"/>
          </a:xfrm>
          <a:prstGeom prst="rect">
            <a:avLst/>
          </a:prstGeom>
          <a:noFill/>
          <a:ln w="9525">
            <a:noFill/>
            <a:miter lim="800000"/>
          </a:ln>
          <a:effectLst/>
        </p:spPr>
        <p:txBody>
          <a:bodyPr>
            <a:spAutoFit/>
          </a:bodyPr>
          <a:lstStyle/>
          <a:p>
            <a:pPr fontAlgn="auto">
              <a:spcBef>
                <a:spcPct val="50000"/>
              </a:spcBef>
              <a:spcAft>
                <a:spcPts val="0"/>
              </a:spcAft>
              <a:defRPr/>
            </a:pPr>
            <a:r>
              <a:rPr lang="zh-CN" altLang="zh-CN" b="1">
                <a:effectLst>
                  <a:outerShdw blurRad="38100" dist="38100" dir="2700000" algn="tl">
                    <a:srgbClr val="C0C0C0"/>
                  </a:outerShdw>
                </a:effectLst>
                <a:latin typeface="+mn-lt"/>
                <a:ea typeface="+mn-ea"/>
              </a:rPr>
              <a:t>Date</a:t>
            </a:r>
            <a:endParaRPr lang="en-US" altLang="zh-CN" b="1">
              <a:effectLst>
                <a:outerShdw blurRad="38100" dist="38100" dir="2700000" algn="tl">
                  <a:srgbClr val="C0C0C0"/>
                </a:outerShdw>
              </a:effectLst>
              <a:latin typeface="+mn-lt"/>
              <a:ea typeface="+mn-ea"/>
            </a:endParaRPr>
          </a:p>
        </p:txBody>
      </p:sp>
      <p:sp>
        <p:nvSpPr>
          <p:cNvPr id="268299" name="Text Box 11"/>
          <p:cNvSpPr txBox="1">
            <a:spLocks noChangeArrowheads="1"/>
          </p:cNvSpPr>
          <p:nvPr/>
        </p:nvSpPr>
        <p:spPr bwMode="auto">
          <a:xfrm>
            <a:off x="1042988" y="2420938"/>
            <a:ext cx="2449512" cy="779462"/>
          </a:xfrm>
          <a:prstGeom prst="rect">
            <a:avLst/>
          </a:prstGeom>
          <a:noFill/>
          <a:ln w="9525">
            <a:noFill/>
            <a:miter lim="800000"/>
          </a:ln>
          <a:effectLst/>
        </p:spPr>
        <p:txBody>
          <a:bodyPr>
            <a:spAutoFit/>
          </a:bodyPr>
          <a:lstStyle/>
          <a:p>
            <a:pPr fontAlgn="auto">
              <a:spcBef>
                <a:spcPts val="0"/>
              </a:spcBef>
              <a:spcAft>
                <a:spcPts val="0"/>
              </a:spcAft>
              <a:defRPr/>
            </a:pPr>
            <a:r>
              <a:rPr lang="zh-CN" altLang="zh-CN" b="1">
                <a:effectLst>
                  <a:outerShdw blurRad="38100" dist="38100" dir="2700000" algn="tl">
                    <a:srgbClr val="C0C0C0"/>
                  </a:outerShdw>
                </a:effectLst>
                <a:latin typeface="+mn-lt"/>
                <a:ea typeface="+mn-ea"/>
              </a:rPr>
              <a:t>Salutation </a:t>
            </a:r>
            <a:r>
              <a:rPr lang="zh-CN" altLang="zh-CN">
                <a:effectLst>
                  <a:outerShdw blurRad="38100" dist="38100" dir="2700000" algn="tl">
                    <a:srgbClr val="C0C0C0"/>
                  </a:outerShdw>
                </a:effectLst>
                <a:latin typeface="+mn-lt"/>
                <a:ea typeface="+mn-ea"/>
              </a:rPr>
              <a:t>( </a:t>
            </a:r>
            <a:r>
              <a:rPr lang="zh-CN" altLang="en-US">
                <a:effectLst>
                  <a:outerShdw blurRad="38100" dist="38100" dir="2700000" algn="tl">
                    <a:srgbClr val="C0C0C0"/>
                  </a:outerShdw>
                </a:effectLst>
                <a:latin typeface="+mn-lt"/>
                <a:ea typeface="+mn-ea"/>
              </a:rPr>
              <a:t>称呼</a:t>
            </a:r>
            <a:r>
              <a:rPr lang="zh-CN" altLang="zh-CN">
                <a:effectLst>
                  <a:outerShdw blurRad="38100" dist="38100" dir="2700000" algn="tl">
                    <a:srgbClr val="C0C0C0"/>
                  </a:outerShdw>
                </a:effectLst>
                <a:latin typeface="+mn-lt"/>
                <a:ea typeface="+mn-ea"/>
              </a:rPr>
              <a:t>)</a:t>
            </a:r>
            <a:endParaRPr lang="en-US" altLang="zh-CN">
              <a:effectLst>
                <a:outerShdw blurRad="38100" dist="38100" dir="2700000" algn="tl">
                  <a:srgbClr val="C0C0C0"/>
                </a:outerShdw>
              </a:effectLst>
              <a:latin typeface="+mn-lt"/>
              <a:ea typeface="+mn-ea"/>
            </a:endParaRPr>
          </a:p>
          <a:p>
            <a:pPr fontAlgn="auto">
              <a:spcBef>
                <a:spcPct val="50000"/>
              </a:spcBef>
              <a:spcAft>
                <a:spcPts val="0"/>
              </a:spcAft>
              <a:defRPr/>
            </a:pPr>
            <a:endParaRPr lang="en-US" altLang="zh-CN">
              <a:latin typeface="+mn-lt"/>
              <a:ea typeface="+mn-ea"/>
            </a:endParaRPr>
          </a:p>
        </p:txBody>
      </p:sp>
      <p:sp>
        <p:nvSpPr>
          <p:cNvPr id="268300" name="Text Box 12"/>
          <p:cNvSpPr txBox="1">
            <a:spLocks noChangeArrowheads="1"/>
          </p:cNvSpPr>
          <p:nvPr/>
        </p:nvSpPr>
        <p:spPr bwMode="auto">
          <a:xfrm>
            <a:off x="1116013" y="3068638"/>
            <a:ext cx="6480175" cy="366712"/>
          </a:xfrm>
          <a:prstGeom prst="rect">
            <a:avLst/>
          </a:prstGeom>
          <a:noFill/>
          <a:ln w="9525">
            <a:noFill/>
            <a:miter lim="800000"/>
          </a:ln>
          <a:effectLst/>
        </p:spPr>
        <p:txBody>
          <a:bodyPr>
            <a:spAutoFit/>
          </a:bodyPr>
          <a:lstStyle/>
          <a:p>
            <a:pPr fontAlgn="auto">
              <a:spcBef>
                <a:spcPct val="50000"/>
              </a:spcBef>
              <a:spcAft>
                <a:spcPts val="0"/>
              </a:spcAft>
              <a:defRPr/>
            </a:pPr>
            <a:r>
              <a:rPr lang="zh-CN" altLang="zh-CN" b="1">
                <a:effectLst>
                  <a:outerShdw blurRad="38100" dist="38100" dir="2700000" algn="tl">
                    <a:srgbClr val="C0C0C0"/>
                  </a:outerShdw>
                </a:effectLst>
                <a:latin typeface="+mn-lt"/>
                <a:ea typeface="+mn-ea"/>
              </a:rPr>
              <a:t>Letter Body ( </a:t>
            </a:r>
            <a:r>
              <a:rPr lang="zh-CN" altLang="zh-CN" b="1" i="1">
                <a:effectLst>
                  <a:outerShdw blurRad="38100" dist="38100" dir="2700000" algn="tl">
                    <a:srgbClr val="C0C0C0"/>
                  </a:outerShdw>
                </a:effectLst>
                <a:latin typeface="+mn-lt"/>
                <a:ea typeface="+mn-ea"/>
              </a:rPr>
              <a:t>why you need to ask for leave )</a:t>
            </a:r>
            <a:endParaRPr lang="en-US" altLang="zh-CN" b="1" i="1">
              <a:effectLst>
                <a:outerShdw blurRad="38100" dist="38100" dir="2700000" algn="tl">
                  <a:srgbClr val="C0C0C0"/>
                </a:outerShdw>
              </a:effectLst>
              <a:latin typeface="+mn-lt"/>
              <a:ea typeface="+mn-ea"/>
            </a:endParaRPr>
          </a:p>
        </p:txBody>
      </p:sp>
      <p:sp>
        <p:nvSpPr>
          <p:cNvPr id="268301" name="Text Box 13"/>
          <p:cNvSpPr txBox="1">
            <a:spLocks noChangeArrowheads="1"/>
          </p:cNvSpPr>
          <p:nvPr/>
        </p:nvSpPr>
        <p:spPr bwMode="auto">
          <a:xfrm>
            <a:off x="5220072" y="3873501"/>
            <a:ext cx="6480175" cy="779462"/>
          </a:xfrm>
          <a:prstGeom prst="rect">
            <a:avLst/>
          </a:prstGeom>
          <a:noFill/>
          <a:ln w="9525">
            <a:noFill/>
            <a:miter lim="800000"/>
          </a:ln>
          <a:effectLst/>
        </p:spPr>
        <p:txBody>
          <a:bodyPr>
            <a:spAutoFit/>
          </a:bodyPr>
          <a:lstStyle/>
          <a:p>
            <a:pPr fontAlgn="auto">
              <a:spcBef>
                <a:spcPts val="0"/>
              </a:spcBef>
              <a:spcAft>
                <a:spcPts val="0"/>
              </a:spcAft>
              <a:defRPr/>
            </a:pPr>
            <a:r>
              <a:rPr lang="zh-CN" altLang="zh-CN" b="1" dirty="0">
                <a:effectLst>
                  <a:outerShdw blurRad="38100" dist="38100" dir="2700000" algn="tl">
                    <a:srgbClr val="C0C0C0"/>
                  </a:outerShdw>
                </a:effectLst>
                <a:latin typeface="+mn-lt"/>
                <a:ea typeface="+mn-ea"/>
              </a:rPr>
              <a:t>Complimentary Close </a:t>
            </a:r>
            <a:r>
              <a:rPr lang="zh-CN" altLang="zh-CN" dirty="0">
                <a:effectLst>
                  <a:outerShdw blurRad="38100" dist="38100" dir="2700000" algn="tl">
                    <a:srgbClr val="C0C0C0"/>
                  </a:outerShdw>
                </a:effectLst>
                <a:latin typeface="+mn-lt"/>
                <a:ea typeface="+mn-ea"/>
              </a:rPr>
              <a:t>( </a:t>
            </a:r>
            <a:r>
              <a:rPr lang="zh-CN" altLang="en-US" dirty="0">
                <a:effectLst>
                  <a:outerShdw blurRad="38100" dist="38100" dir="2700000" algn="tl">
                    <a:srgbClr val="C0C0C0"/>
                  </a:outerShdw>
                </a:effectLst>
                <a:latin typeface="+mn-lt"/>
                <a:ea typeface="+mn-ea"/>
              </a:rPr>
              <a:t>客套结束语 </a:t>
            </a:r>
            <a:r>
              <a:rPr lang="zh-CN" altLang="zh-CN" dirty="0">
                <a:effectLst>
                  <a:outerShdw blurRad="38100" dist="38100" dir="2700000" algn="tl">
                    <a:srgbClr val="C0C0C0"/>
                  </a:outerShdw>
                </a:effectLst>
                <a:latin typeface="+mn-lt"/>
                <a:ea typeface="+mn-ea"/>
              </a:rPr>
              <a:t>)</a:t>
            </a:r>
            <a:endParaRPr lang="en-US" altLang="zh-CN" dirty="0">
              <a:effectLst>
                <a:outerShdw blurRad="38100" dist="38100" dir="2700000" algn="tl">
                  <a:srgbClr val="C0C0C0"/>
                </a:outerShdw>
              </a:effectLst>
              <a:latin typeface="+mn-lt"/>
              <a:ea typeface="+mn-ea"/>
            </a:endParaRPr>
          </a:p>
          <a:p>
            <a:pPr fontAlgn="auto">
              <a:spcBef>
                <a:spcPct val="50000"/>
              </a:spcBef>
              <a:spcAft>
                <a:spcPts val="0"/>
              </a:spcAft>
              <a:defRPr/>
            </a:pPr>
            <a:endParaRPr lang="en-US" altLang="zh-CN" dirty="0">
              <a:latin typeface="+mn-lt"/>
              <a:ea typeface="+mn-ea"/>
            </a:endParaRPr>
          </a:p>
        </p:txBody>
      </p:sp>
      <p:sp>
        <p:nvSpPr>
          <p:cNvPr id="268302" name="Text Box 14"/>
          <p:cNvSpPr txBox="1">
            <a:spLocks noChangeArrowheads="1"/>
          </p:cNvSpPr>
          <p:nvPr/>
        </p:nvSpPr>
        <p:spPr bwMode="auto">
          <a:xfrm>
            <a:off x="5580063" y="4652963"/>
            <a:ext cx="2376487" cy="366712"/>
          </a:xfrm>
          <a:prstGeom prst="rect">
            <a:avLst/>
          </a:prstGeom>
          <a:noFill/>
          <a:ln w="9525">
            <a:noFill/>
            <a:miter lim="800000"/>
          </a:ln>
          <a:effectLst/>
        </p:spPr>
        <p:txBody>
          <a:bodyPr>
            <a:spAutoFit/>
          </a:bodyPr>
          <a:lstStyle/>
          <a:p>
            <a:pPr fontAlgn="auto">
              <a:spcBef>
                <a:spcPct val="50000"/>
              </a:spcBef>
              <a:spcAft>
                <a:spcPts val="0"/>
              </a:spcAft>
              <a:defRPr/>
            </a:pPr>
            <a:r>
              <a:rPr lang="zh-CN" altLang="zh-CN" b="1">
                <a:effectLst>
                  <a:outerShdw blurRad="38100" dist="38100" dir="2700000" algn="tl">
                    <a:srgbClr val="C0C0C0"/>
                  </a:outerShdw>
                </a:effectLst>
                <a:latin typeface="+mn-lt"/>
                <a:ea typeface="+mn-ea"/>
              </a:rPr>
              <a:t>Signature</a:t>
            </a:r>
            <a:endParaRPr lang="en-US" altLang="zh-CN" b="1">
              <a:effectLst>
                <a:outerShdw blurRad="38100" dist="38100" dir="2700000" algn="tl">
                  <a:srgbClr val="C0C0C0"/>
                </a:outerShdw>
              </a:effectLst>
              <a:latin typeface="+mn-lt"/>
              <a:ea typeface="+mn-ea"/>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2857680" y="749880"/>
              <a:ext cx="2414880" cy="79200"/>
            </p14:xfrm>
          </p:contentPart>
        </mc:Choice>
        <mc:Fallback xmlns="">
          <p:pic>
            <p:nvPicPr>
              <p:cNvPr id="3" name="墨迹 2"/>
            </p:nvPicPr>
            <p:blipFill>
              <a:blip r:embed="rId2"/>
            </p:blipFill>
            <p:spPr>
              <a:xfrm>
                <a:off x="2857680" y="749880"/>
                <a:ext cx="2414880" cy="792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171440" y="2493000"/>
              <a:ext cx="836280" cy="143280"/>
            </p14:xfrm>
          </p:contentPart>
        </mc:Choice>
        <mc:Fallback xmlns="">
          <p:pic>
            <p:nvPicPr>
              <p:cNvPr id="4" name="墨迹 3"/>
            </p:nvPicPr>
            <p:blipFill>
              <a:blip r:embed="rId4"/>
            </p:blipFill>
            <p:spPr>
              <a:xfrm>
                <a:off x="1171440" y="2493000"/>
                <a:ext cx="836280" cy="1432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6100920" y="2135880"/>
              <a:ext cx="729000" cy="107640"/>
            </p14:xfrm>
          </p:contentPart>
        </mc:Choice>
        <mc:Fallback xmlns="">
          <p:pic>
            <p:nvPicPr>
              <p:cNvPr id="5" name="墨迹 4"/>
            </p:nvPicPr>
            <p:blipFill>
              <a:blip r:embed="rId6"/>
            </p:blipFill>
            <p:spPr>
              <a:xfrm>
                <a:off x="6100920" y="2135880"/>
                <a:ext cx="729000" cy="1076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5300640" y="4050360"/>
              <a:ext cx="2300760" cy="157680"/>
            </p14:xfrm>
          </p:contentPart>
        </mc:Choice>
        <mc:Fallback xmlns="">
          <p:pic>
            <p:nvPicPr>
              <p:cNvPr id="6" name="墨迹 5"/>
            </p:nvPicPr>
            <p:blipFill>
              <a:blip r:embed="rId8"/>
            </p:blipFill>
            <p:spPr>
              <a:xfrm>
                <a:off x="5300640" y="4050360"/>
                <a:ext cx="2300760" cy="1576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5693400" y="4843440"/>
              <a:ext cx="879120" cy="50400"/>
            </p14:xfrm>
          </p:contentPart>
        </mc:Choice>
        <mc:Fallback xmlns="">
          <p:pic>
            <p:nvPicPr>
              <p:cNvPr id="7" name="墨迹 6"/>
            </p:nvPicPr>
            <p:blipFill>
              <a:blip r:embed="rId10"/>
            </p:blipFill>
            <p:spPr>
              <a:xfrm>
                <a:off x="5693400" y="4843440"/>
                <a:ext cx="879120" cy="504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indefinite"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2" name="Text Box 4"/>
          <p:cNvSpPr txBox="1">
            <a:spLocks noChangeArrowheads="1"/>
          </p:cNvSpPr>
          <p:nvPr/>
        </p:nvSpPr>
        <p:spPr bwMode="auto">
          <a:xfrm>
            <a:off x="323850" y="620713"/>
            <a:ext cx="2736850" cy="457200"/>
          </a:xfrm>
          <a:prstGeom prst="rect">
            <a:avLst/>
          </a:prstGeom>
          <a:noFill/>
          <a:ln w="9525">
            <a:noFill/>
            <a:miter lim="800000"/>
          </a:ln>
          <a:effectLst/>
        </p:spPr>
        <p:txBody>
          <a:bodyPr>
            <a:spAutoFit/>
          </a:bodyPr>
          <a:lstStyle/>
          <a:p>
            <a:pPr fontAlgn="auto">
              <a:spcBef>
                <a:spcPct val="50000"/>
              </a:spcBef>
              <a:spcAft>
                <a:spcPts val="0"/>
              </a:spcAft>
              <a:defRPr/>
            </a:pPr>
            <a:r>
              <a:rPr lang="zh-CN" altLang="zh-CN" sz="2400" b="1">
                <a:effectLst>
                  <a:outerShdw blurRad="38100" dist="38100" dir="2700000" algn="tl">
                    <a:srgbClr val="C0C0C0"/>
                  </a:outerShdw>
                </a:effectLst>
                <a:latin typeface="+mn-lt"/>
                <a:ea typeface="+mn-ea"/>
              </a:rPr>
              <a:t>Example 1</a:t>
            </a:r>
            <a:endParaRPr lang="en-US" altLang="zh-CN" sz="2400" b="1">
              <a:effectLst>
                <a:outerShdw blurRad="38100" dist="38100" dir="2700000" algn="tl">
                  <a:srgbClr val="C0C0C0"/>
                </a:outerShdw>
              </a:effectLst>
              <a:latin typeface="+mn-lt"/>
              <a:ea typeface="+mn-ea"/>
            </a:endParaRPr>
          </a:p>
        </p:txBody>
      </p:sp>
      <p:grpSp>
        <p:nvGrpSpPr>
          <p:cNvPr id="2" name="Group 5"/>
          <p:cNvGrpSpPr/>
          <p:nvPr/>
        </p:nvGrpSpPr>
        <p:grpSpPr bwMode="auto">
          <a:xfrm>
            <a:off x="0" y="1916113"/>
            <a:ext cx="9144000" cy="3744912"/>
            <a:chOff x="0" y="0"/>
            <a:chExt cx="4320" cy="2843"/>
          </a:xfrm>
        </p:grpSpPr>
        <p:sp>
          <p:nvSpPr>
            <p:cNvPr id="121863" name="Line 6"/>
            <p:cNvSpPr>
              <a:spLocks noChangeShapeType="1"/>
            </p:cNvSpPr>
            <p:nvPr/>
          </p:nvSpPr>
          <p:spPr bwMode="auto">
            <a:xfrm>
              <a:off x="0" y="0"/>
              <a:ext cx="0" cy="2832"/>
            </a:xfrm>
            <a:prstGeom prst="line">
              <a:avLst/>
            </a:prstGeom>
            <a:noFill/>
            <a:ln w="9525">
              <a:noFill/>
              <a:round/>
            </a:ln>
          </p:spPr>
          <p:txBody>
            <a:bodyPr/>
            <a:lstStyle/>
            <a:p>
              <a:endParaRPr lang="zh-CN" altLang="en-US"/>
            </a:p>
          </p:txBody>
        </p:sp>
        <p:sp>
          <p:nvSpPr>
            <p:cNvPr id="121864" name="Line 7"/>
            <p:cNvSpPr>
              <a:spLocks noChangeShapeType="1"/>
            </p:cNvSpPr>
            <p:nvPr/>
          </p:nvSpPr>
          <p:spPr bwMode="auto">
            <a:xfrm>
              <a:off x="4294" y="11"/>
              <a:ext cx="0" cy="2832"/>
            </a:xfrm>
            <a:prstGeom prst="line">
              <a:avLst/>
            </a:prstGeom>
            <a:noFill/>
            <a:ln w="9525">
              <a:noFill/>
              <a:round/>
            </a:ln>
          </p:spPr>
          <p:txBody>
            <a:bodyPr/>
            <a:lstStyle/>
            <a:p>
              <a:endParaRPr lang="zh-CN" altLang="en-US"/>
            </a:p>
          </p:txBody>
        </p:sp>
        <p:sp>
          <p:nvSpPr>
            <p:cNvPr id="121865" name="Line 8"/>
            <p:cNvSpPr>
              <a:spLocks noChangeShapeType="1"/>
            </p:cNvSpPr>
            <p:nvPr/>
          </p:nvSpPr>
          <p:spPr bwMode="auto">
            <a:xfrm>
              <a:off x="0" y="0"/>
              <a:ext cx="4320" cy="0"/>
            </a:xfrm>
            <a:prstGeom prst="line">
              <a:avLst/>
            </a:prstGeom>
            <a:noFill/>
            <a:ln w="9525">
              <a:noFill/>
              <a:round/>
            </a:ln>
          </p:spPr>
          <p:txBody>
            <a:bodyPr/>
            <a:lstStyle/>
            <a:p>
              <a:endParaRPr lang="zh-CN" altLang="en-US"/>
            </a:p>
          </p:txBody>
        </p:sp>
        <p:sp>
          <p:nvSpPr>
            <p:cNvPr id="121866" name="Line 9"/>
            <p:cNvSpPr>
              <a:spLocks noChangeShapeType="1"/>
            </p:cNvSpPr>
            <p:nvPr/>
          </p:nvSpPr>
          <p:spPr bwMode="auto">
            <a:xfrm>
              <a:off x="0" y="2832"/>
              <a:ext cx="4320" cy="0"/>
            </a:xfrm>
            <a:prstGeom prst="line">
              <a:avLst/>
            </a:prstGeom>
            <a:noFill/>
            <a:ln w="9525">
              <a:noFill/>
              <a:round/>
            </a:ln>
          </p:spPr>
          <p:txBody>
            <a:bodyPr/>
            <a:lstStyle/>
            <a:p>
              <a:endParaRPr lang="zh-CN" altLang="en-US"/>
            </a:p>
          </p:txBody>
        </p:sp>
      </p:grpSp>
      <p:sp>
        <p:nvSpPr>
          <p:cNvPr id="278538" name="Rectangle 10"/>
          <p:cNvSpPr>
            <a:spLocks noChangeArrowheads="1"/>
          </p:cNvSpPr>
          <p:nvPr/>
        </p:nvSpPr>
        <p:spPr bwMode="auto">
          <a:xfrm>
            <a:off x="6877050" y="1989138"/>
            <a:ext cx="2049463" cy="457200"/>
          </a:xfrm>
          <a:prstGeom prst="rect">
            <a:avLst/>
          </a:prstGeom>
          <a:noFill/>
          <a:ln w="9525">
            <a:noFill/>
            <a:miter lim="800000"/>
          </a:ln>
          <a:effectLst/>
        </p:spPr>
        <p:txBody>
          <a:bodyPr wrap="none">
            <a:spAutoFit/>
          </a:bodyPr>
          <a:lstStyle/>
          <a:p>
            <a:pPr fontAlgn="auto">
              <a:spcBef>
                <a:spcPts val="0"/>
              </a:spcBef>
              <a:spcAft>
                <a:spcPts val="0"/>
              </a:spcAft>
              <a:defRPr/>
            </a:pPr>
            <a:r>
              <a:rPr lang="zh-CN" altLang="zh-CN" sz="2400" b="1">
                <a:effectLst>
                  <a:outerShdw blurRad="38100" dist="38100" dir="2700000" algn="tl">
                    <a:srgbClr val="C0C0C0"/>
                  </a:outerShdw>
                </a:effectLst>
                <a:latin typeface="+mn-lt"/>
                <a:ea typeface="+mn-ea"/>
              </a:rPr>
              <a:t>May 12, 2008</a:t>
            </a:r>
            <a:endParaRPr lang="en-US" altLang="zh-CN" sz="2400" b="1">
              <a:effectLst>
                <a:outerShdw blurRad="38100" dist="38100" dir="2700000" algn="tl">
                  <a:srgbClr val="C0C0C0"/>
                </a:outerShdw>
              </a:effectLst>
              <a:latin typeface="+mn-lt"/>
              <a:ea typeface="+mn-ea"/>
            </a:endParaRPr>
          </a:p>
        </p:txBody>
      </p:sp>
      <p:sp>
        <p:nvSpPr>
          <p:cNvPr id="278539" name="Rectangle 11"/>
          <p:cNvSpPr>
            <a:spLocks noChangeArrowheads="1"/>
          </p:cNvSpPr>
          <p:nvPr/>
        </p:nvSpPr>
        <p:spPr bwMode="auto">
          <a:xfrm>
            <a:off x="179388" y="2205038"/>
            <a:ext cx="1438275" cy="457200"/>
          </a:xfrm>
          <a:prstGeom prst="rect">
            <a:avLst/>
          </a:prstGeom>
          <a:noFill/>
          <a:ln w="9525">
            <a:noFill/>
            <a:miter lim="800000"/>
          </a:ln>
          <a:effectLst/>
        </p:spPr>
        <p:txBody>
          <a:bodyPr wrap="none">
            <a:spAutoFit/>
          </a:bodyPr>
          <a:lstStyle/>
          <a:p>
            <a:pPr fontAlgn="auto">
              <a:spcBef>
                <a:spcPts val="0"/>
              </a:spcBef>
              <a:spcAft>
                <a:spcPts val="0"/>
              </a:spcAft>
              <a:defRPr/>
            </a:pPr>
            <a:r>
              <a:rPr lang="zh-CN" altLang="zh-CN" sz="2400" b="1">
                <a:effectLst>
                  <a:outerShdw blurRad="38100" dist="38100" dir="2700000" algn="tl">
                    <a:srgbClr val="C0C0C0"/>
                  </a:outerShdw>
                </a:effectLst>
                <a:latin typeface="+mn-lt"/>
                <a:ea typeface="+mn-ea"/>
              </a:rPr>
              <a:t>Dear Sir,</a:t>
            </a:r>
            <a:endParaRPr lang="en-US" altLang="zh-CN" sz="2400" b="1">
              <a:effectLst>
                <a:outerShdw blurRad="38100" dist="38100" dir="2700000" algn="tl">
                  <a:srgbClr val="C0C0C0"/>
                </a:outerShdw>
              </a:effectLst>
              <a:latin typeface="+mn-lt"/>
              <a:ea typeface="+mn-ea"/>
            </a:endParaRPr>
          </a:p>
        </p:txBody>
      </p:sp>
      <p:sp>
        <p:nvSpPr>
          <p:cNvPr id="278540" name="Rectangle 12"/>
          <p:cNvSpPr>
            <a:spLocks noChangeArrowheads="1"/>
          </p:cNvSpPr>
          <p:nvPr/>
        </p:nvSpPr>
        <p:spPr bwMode="auto">
          <a:xfrm>
            <a:off x="0" y="2697163"/>
            <a:ext cx="8748713" cy="1552575"/>
          </a:xfrm>
          <a:prstGeom prst="rect">
            <a:avLst/>
          </a:prstGeom>
          <a:noFill/>
          <a:ln w="9525">
            <a:noFill/>
            <a:miter lim="800000"/>
          </a:ln>
          <a:effectLst/>
        </p:spPr>
        <p:txBody>
          <a:bodyPr>
            <a:spAutoFit/>
          </a:bodyPr>
          <a:lstStyle/>
          <a:p>
            <a:pPr fontAlgn="auto">
              <a:spcBef>
                <a:spcPts val="0"/>
              </a:spcBef>
              <a:spcAft>
                <a:spcPts val="0"/>
              </a:spcAft>
              <a:defRPr/>
            </a:pPr>
            <a:r>
              <a:rPr lang="en-US" altLang="zh-CN" sz="2400" b="1">
                <a:effectLst>
                  <a:outerShdw blurRad="38100" dist="38100" dir="2700000" algn="tl">
                    <a:srgbClr val="C0C0C0"/>
                  </a:outerShdw>
                </a:effectLst>
                <a:latin typeface="+mn-lt"/>
                <a:ea typeface="+mn-ea"/>
              </a:rPr>
              <a:t>     </a:t>
            </a:r>
            <a:r>
              <a:rPr lang="zh-CN" altLang="zh-CN" sz="2400" b="1">
                <a:effectLst>
                  <a:outerShdw blurRad="38100" dist="38100" dir="2700000" algn="tl">
                    <a:srgbClr val="C0C0C0"/>
                  </a:outerShdw>
                </a:effectLst>
                <a:latin typeface="+mn-lt"/>
                <a:ea typeface="+mn-ea"/>
              </a:rPr>
              <a:t>Owing to a bad cold, I am unable to attend classes today. I now submit a medical certificate issued by the doctor.</a:t>
            </a:r>
            <a:endParaRPr lang="zh-CN" altLang="zh-CN" sz="2400" b="1">
              <a:effectLst>
                <a:outerShdw blurRad="38100" dist="38100" dir="2700000" algn="tl">
                  <a:srgbClr val="C0C0C0"/>
                </a:outerShdw>
              </a:effectLst>
              <a:latin typeface="+mn-lt"/>
              <a:ea typeface="+mn-ea"/>
            </a:endParaRPr>
          </a:p>
          <a:p>
            <a:pPr fontAlgn="auto">
              <a:spcBef>
                <a:spcPts val="0"/>
              </a:spcBef>
              <a:spcAft>
                <a:spcPts val="0"/>
              </a:spcAft>
              <a:defRPr/>
            </a:pPr>
            <a:r>
              <a:rPr lang="zh-CN" altLang="zh-CN" sz="2400" b="1">
                <a:effectLst>
                  <a:outerShdw blurRad="38100" dist="38100" dir="2700000" algn="tl">
                    <a:srgbClr val="C0C0C0"/>
                  </a:outerShdw>
                </a:effectLst>
                <a:latin typeface="+mn-lt"/>
                <a:ea typeface="+mn-ea"/>
              </a:rPr>
              <a:t> Hoping you will excuse my non-attendance.</a:t>
            </a:r>
            <a:endParaRPr lang="en-US" altLang="zh-CN" sz="2400" b="1">
              <a:effectLst>
                <a:outerShdw blurRad="38100" dist="38100" dir="2700000" algn="tl">
                  <a:srgbClr val="C0C0C0"/>
                </a:outerShdw>
              </a:effectLst>
              <a:latin typeface="+mn-lt"/>
              <a:ea typeface="+mn-ea"/>
            </a:endParaRPr>
          </a:p>
        </p:txBody>
      </p:sp>
      <p:sp>
        <p:nvSpPr>
          <p:cNvPr id="278541" name="Rectangle 13"/>
          <p:cNvSpPr>
            <a:spLocks noChangeArrowheads="1"/>
          </p:cNvSpPr>
          <p:nvPr/>
        </p:nvSpPr>
        <p:spPr bwMode="auto">
          <a:xfrm>
            <a:off x="4716463" y="4652963"/>
            <a:ext cx="4572000" cy="822325"/>
          </a:xfrm>
          <a:prstGeom prst="rect">
            <a:avLst/>
          </a:prstGeom>
          <a:noFill/>
          <a:ln w="9525">
            <a:noFill/>
            <a:miter lim="800000"/>
          </a:ln>
          <a:effectLst/>
        </p:spPr>
        <p:txBody>
          <a:bodyPr>
            <a:spAutoFit/>
          </a:bodyPr>
          <a:lstStyle/>
          <a:p>
            <a:pPr fontAlgn="auto">
              <a:spcBef>
                <a:spcPts val="0"/>
              </a:spcBef>
              <a:spcAft>
                <a:spcPts val="0"/>
              </a:spcAft>
              <a:defRPr/>
            </a:pPr>
            <a:r>
              <a:rPr lang="zh-CN" altLang="zh-CN" sz="2400" b="1">
                <a:effectLst>
                  <a:outerShdw blurRad="38100" dist="38100" dir="2700000" algn="tl">
                    <a:srgbClr val="C0C0C0"/>
                  </a:outerShdw>
                </a:effectLst>
                <a:latin typeface="+mn-lt"/>
                <a:ea typeface="+mn-ea"/>
              </a:rPr>
              <a:t>Yours respectfully,</a:t>
            </a:r>
            <a:endParaRPr lang="zh-CN" altLang="zh-CN" sz="2400" b="1">
              <a:effectLst>
                <a:outerShdw blurRad="38100" dist="38100" dir="2700000" algn="tl">
                  <a:srgbClr val="C0C0C0"/>
                </a:outerShdw>
              </a:effectLst>
              <a:latin typeface="+mn-lt"/>
              <a:ea typeface="+mn-ea"/>
            </a:endParaRPr>
          </a:p>
          <a:p>
            <a:pPr fontAlgn="auto">
              <a:spcBef>
                <a:spcPts val="0"/>
              </a:spcBef>
              <a:spcAft>
                <a:spcPts val="0"/>
              </a:spcAft>
              <a:defRPr/>
            </a:pPr>
            <a:r>
              <a:rPr lang="zh-CN" altLang="zh-CN" sz="2400" b="1">
                <a:effectLst>
                  <a:outerShdw blurRad="38100" dist="38100" dir="2700000" algn="tl">
                    <a:srgbClr val="C0C0C0"/>
                  </a:outerShdw>
                </a:effectLst>
                <a:latin typeface="+mn-lt"/>
                <a:ea typeface="+mn-ea"/>
              </a:rPr>
              <a:t>George R. Finlay</a:t>
            </a:r>
            <a:endParaRPr lang="en-US" altLang="zh-CN" sz="2400" b="1">
              <a:effectLst>
                <a:outerShdw blurRad="38100" dist="38100" dir="2700000" algn="tl">
                  <a:srgbClr val="C0C0C0"/>
                </a:outerShdw>
              </a:effectLst>
              <a:latin typeface="+mn-lt"/>
              <a:ea typeface="+mn-ea"/>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2007360" y="3300480"/>
              <a:ext cx="2322000" cy="71640"/>
            </p14:xfrm>
          </p:contentPart>
        </mc:Choice>
        <mc:Fallback xmlns="">
          <p:pic>
            <p:nvPicPr>
              <p:cNvPr id="3" name="墨迹 2"/>
            </p:nvPicPr>
            <p:blipFill>
              <a:blip r:embed="rId2"/>
            </p:blipFill>
            <p:spPr>
              <a:xfrm>
                <a:off x="2007360" y="3300480"/>
                <a:ext cx="2322000" cy="716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4664880" y="3336120"/>
              <a:ext cx="929160" cy="7560"/>
            </p14:xfrm>
          </p:contentPart>
        </mc:Choice>
        <mc:Fallback xmlns="">
          <p:pic>
            <p:nvPicPr>
              <p:cNvPr id="4" name="墨迹 3"/>
            </p:nvPicPr>
            <p:blipFill>
              <a:blip r:embed="rId4"/>
            </p:blipFill>
            <p:spPr>
              <a:xfrm>
                <a:off x="4664880" y="3336120"/>
                <a:ext cx="929160" cy="75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2378880" y="3743280"/>
              <a:ext cx="757440" cy="43200"/>
            </p14:xfrm>
          </p:contentPart>
        </mc:Choice>
        <mc:Fallback xmlns="">
          <p:pic>
            <p:nvPicPr>
              <p:cNvPr id="5" name="墨迹 4"/>
            </p:nvPicPr>
            <p:blipFill>
              <a:blip r:embed="rId6"/>
            </p:blipFill>
            <p:spPr>
              <a:xfrm>
                <a:off x="2378880" y="3743280"/>
                <a:ext cx="757440" cy="432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indefinite"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TABLE_BEAUTIFY" val="smartTable{477654f0-a642-46c5-a0c7-1c8446f3ea61}"/>
</p:tagLst>
</file>

<file path=ppt/tags/tag2.xml><?xml version="1.0" encoding="utf-8"?>
<p:tagLst xmlns:p="http://schemas.openxmlformats.org/presentationml/2006/main">
  <p:tag name="KSO_WPP_MARK_KEY" val="18af810b-e318-4290-b01e-854e9785fd88"/>
  <p:tag name="COMMONDATA" val="eyJoZGlkIjoiY2IwNDE5MmJlNGFmNmRlZTVmMGYxMDYwZGQ5YzFlNTYifQ=="/>
</p:tagLst>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57803</Words>
  <Application>WPS 演示</Application>
  <PresentationFormat>全屏显示(4:3)</PresentationFormat>
  <Paragraphs>1523</Paragraphs>
  <Slides>128</Slides>
  <Notes>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128</vt:i4>
      </vt:variant>
    </vt:vector>
  </HeadingPairs>
  <TitlesOfParts>
    <vt:vector size="152" baseType="lpstr">
      <vt:lpstr>Arial</vt:lpstr>
      <vt:lpstr>宋体</vt:lpstr>
      <vt:lpstr>Wingdings</vt:lpstr>
      <vt:lpstr>Maiandra GD</vt:lpstr>
      <vt:lpstr>隶书</vt:lpstr>
      <vt:lpstr>Wingdings 2</vt:lpstr>
      <vt:lpstr>Arial</vt:lpstr>
      <vt:lpstr>Wingdings 2</vt:lpstr>
      <vt:lpstr>Cambria</vt:lpstr>
      <vt:lpstr>微软雅黑</vt:lpstr>
      <vt:lpstr>Arial Unicode MS</vt:lpstr>
      <vt:lpstr>华文楷体</vt:lpstr>
      <vt:lpstr>Calibri</vt:lpstr>
      <vt:lpstr>Arial Narrow</vt:lpstr>
      <vt:lpstr>Times New Roman</vt:lpstr>
      <vt:lpstr>Calibri</vt:lpstr>
      <vt:lpstr>楷体_GB2312</vt:lpstr>
      <vt:lpstr>新宋体</vt:lpstr>
      <vt:lpstr>华文隶书</vt:lpstr>
      <vt:lpstr>方正舒体</vt:lpstr>
      <vt:lpstr>Times New Roman</vt:lpstr>
      <vt:lpstr>PMingLiU</vt:lpstr>
      <vt:lpstr>MingLiU-ExtB</vt:lpstr>
      <vt:lpstr>龙腾四海</vt:lpstr>
      <vt:lpstr>第二讲 证明 表格 </vt:lpstr>
      <vt:lpstr> Certificate </vt:lpstr>
      <vt:lpstr> </vt:lpstr>
      <vt:lpstr> </vt:lpstr>
      <vt:lpstr> </vt:lpstr>
      <vt:lpstr> </vt:lpstr>
      <vt:lpstr> </vt:lpstr>
      <vt:lpstr> </vt:lpstr>
      <vt:lpstr> </vt:lpstr>
      <vt:lpstr> </vt:lpstr>
      <vt:lpstr> </vt:lpstr>
      <vt:lpstr> </vt:lpstr>
      <vt:lpstr>姓名（王晓丹），性别（女），出生日期（1989年5月11日），身份（学生），停留原因（过境），抵达日期（2009年6月8日），从中国来，到澳大利亚去，在新加坡拟停留时间（3天），房间类型（单人房，带洗澡间），房间号码（1608），房价（55美元/天），拟退房日期（2009年6月11日），付款方式（美元现金）</vt:lpstr>
      <vt:lpstr>姓名（王晓丹），性别（女），出生日期（1989年5月11日），身份（学生），停留原因（过境），抵达日期（2009年6月8日），从中国来，到澳大利亚去，在新加坡拟停留时间（3天），房间类型（单人房，带洗澡间），房间号码（1608），房价（55美元/天），拟退房日期（2009年6月11日），付款方式（美元现金）</vt:lpstr>
      <vt:lpstr>PowerPoint 演示文稿</vt:lpstr>
      <vt:lpstr>书信 letters</vt:lpstr>
      <vt:lpstr>英语书信的结构：</vt:lpstr>
      <vt:lpstr>PowerPoint 演示文稿</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stamp</vt:lpstr>
      <vt:lpstr> </vt:lpstr>
      <vt:lpstr> </vt:lpstr>
      <vt:lpstr> </vt:lpstr>
      <vt:lpstr>PowerPoint 演示文稿</vt:lpstr>
      <vt:lpstr>Exercise. Fill in the blanks to complete the following Order Letter according to the Chinese clues.</vt:lpstr>
      <vt:lpstr> </vt:lpstr>
      <vt:lpstr> </vt:lpstr>
      <vt:lpstr>Sales Letter</vt:lpstr>
      <vt:lpstr>Sales Letter </vt:lpstr>
      <vt:lpstr>keys</vt:lpstr>
      <vt:lpstr>Establishing Business Relations</vt:lpstr>
      <vt:lpstr> </vt:lpstr>
      <vt:lpstr> </vt:lpstr>
      <vt:lpstr> Complaints and Claims </vt:lpstr>
      <vt:lpstr> </vt:lpstr>
      <vt:lpstr>Put the following parts into proper order to make a complete letter of apology: </vt:lpstr>
      <vt:lpstr>Key: ①-(c); ②-(j); ③-(e); ④-(h); ⑤-(b);  ⑥-(a); ⑦-(g); ⑧-(d); ⑨-(i); ⑩-(f) </vt:lpstr>
      <vt:lpstr> 各种信函类型: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 申请信 (A Letter of Application)</vt:lpstr>
      <vt:lpstr>PowerPoint 演示文稿</vt:lpstr>
      <vt:lpstr>PowerPoint 演示文稿</vt:lpstr>
      <vt:lpstr>PowerPoint 演示文稿</vt:lpstr>
      <vt:lpstr> </vt:lpstr>
      <vt:lpstr>PowerPoint 演示文稿</vt:lpstr>
      <vt:lpstr> </vt:lpstr>
      <vt:lpstr>PowerPoint 演示文稿</vt:lpstr>
      <vt:lpstr> </vt:lpstr>
      <vt:lpstr> </vt:lpstr>
      <vt:lpstr> </vt:lpstr>
      <vt:lpstr> </vt:lpstr>
      <vt:lpstr>三、询问信 (A Letter of Inquiry)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 投诉信  (A Letter of Complaint)</vt:lpstr>
      <vt:lpstr>PowerPoint 演示文稿</vt:lpstr>
      <vt:lpstr>PowerPoint 演示文稿</vt:lpstr>
      <vt:lpstr>PowerPoint 演示文稿</vt:lpstr>
      <vt:lpstr> </vt:lpstr>
      <vt:lpstr> </vt:lpstr>
      <vt:lpstr>五、道歉信 (A Letter of Apology) </vt:lpstr>
      <vt:lpstr>PowerPoint 演示文稿</vt:lpstr>
      <vt:lpstr>PowerPoint 演示文稿</vt:lpstr>
      <vt:lpstr>PowerPoint 演示文稿</vt:lpstr>
      <vt:lpstr>PowerPoint 演示文稿</vt:lpstr>
      <vt:lpstr>六、 感谢信 (A Letter of Thanks)</vt:lpstr>
      <vt:lpstr>PowerPoint 演示文稿</vt:lpstr>
      <vt:lpstr>PowerPoint 演示文稿</vt:lpstr>
      <vt:lpstr>七、祝贺信 (A Letter of Congratulation)　　</vt:lpstr>
      <vt:lpstr>PowerPoint 演示文稿</vt:lpstr>
      <vt:lpstr>PowerPoint 演示文稿</vt:lpstr>
      <vt:lpstr>PowerPoint 演示文稿</vt:lpstr>
      <vt:lpstr>PowerPoint 演示文稿</vt:lpstr>
      <vt:lpstr>PowerPoint 演示文稿</vt:lpstr>
      <vt:lpstr>八 、请求信 (A Letter of Request)</vt:lpstr>
      <vt:lpstr>PowerPoint 演示文稿</vt:lpstr>
      <vt:lpstr>PowerPoint 演示文稿</vt:lpstr>
      <vt:lpstr>PowerPoint 演示文稿</vt:lpstr>
      <vt:lpstr>九 、建议信 (A Letter of Advice)</vt:lpstr>
      <vt:lpstr>PowerPoint 演示文稿</vt:lpstr>
      <vt:lpstr>PowerPoint 演示文稿</vt:lpstr>
      <vt:lpstr>十.推荐信（A letter of recommendation）</vt:lpstr>
      <vt:lpstr>PowerPoint 演示文稿</vt:lpstr>
      <vt:lpstr>PowerPoint 演示文稿</vt:lpstr>
      <vt:lpstr>PowerPoint 演示文稿</vt:lpstr>
      <vt:lpstr>十、辞职信 （ Letter of Resignation ）</vt:lpstr>
      <vt:lpstr>常用表达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第二讲 证明 表格 </dc:title>
  <dc:creator>dzy</dc:creator>
  <cp:lastModifiedBy>zjh</cp:lastModifiedBy>
  <cp:revision>126</cp:revision>
  <dcterms:created xsi:type="dcterms:W3CDTF">2015-09-09T01:32:00Z</dcterms:created>
  <dcterms:modified xsi:type="dcterms:W3CDTF">2023-02-16T06:30:10Z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4E8B31EA19934EA68DF178F9DE8E6955</vt:lpwstr>
  </property>
  <property fmtid="{D5CDD505-2E9C-101B-9397-08002B2CF9AE}" pid="3" name="KSOProductBuildVer">
    <vt:lpwstr>2052-11.1.0.13703</vt:lpwstr>
  </property>
</Properties>
</file>