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9" r:id="rId4"/>
    <p:sldId id="258" r:id="rId5"/>
    <p:sldId id="260" r:id="rId6"/>
    <p:sldId id="261" r:id="rId7"/>
    <p:sldId id="264" r:id="rId8"/>
    <p:sldId id="284" r:id="rId9"/>
    <p:sldId id="265" r:id="rId10"/>
    <p:sldId id="285" r:id="rId11"/>
    <p:sldId id="270" r:id="rId12"/>
    <p:sldId id="262" r:id="rId13"/>
    <p:sldId id="263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3" r:id="rId26"/>
    <p:sldId id="282" r:id="rId27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59" d="100"/>
          <a:sy n="59" d="100"/>
        </p:scale>
        <p:origin x="-146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720" units="cm"/>
        </inkml:traceFormat>
        <inkml:channelProperties>
          <inkml:channelProperty channel="X" name="resolution" value="56.63717" units="1/cm"/>
          <inkml:channelProperty channel="Y" name="resolution" value="28.34646" units="1/cm"/>
        </inkml:channelProperties>
      </inkml:inkSource>
      <inkml:timestamp xml:id="ts0" timeString="2019-05-20T03:01:36.76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15161 5980,'0'0,"26"0,1 0,-1 0,1 0,52 0,1 0,-1 0,-26 0,53 26,-27-26,27 27,-27-27,-26 0,53 0,-27 0,27 0,-26 0,52 0,0 0,-26 0,53 0,-53 0,-1 0,54 0,-79 0,25 0,-52 0,-26 0,-27 0,53 0,-27 0,1 0,26 0,-53 0,26 0,0 0,1 0,-27 0,26 0,1 0,-1 0,1 0,26 0,-27 0,27 0,0 0,0 0,-27 0,27 0,0 0,0 0,-26 0,-1 0,0 0,-26 0,27 0,-1 0,1 0,-27 0,26 0,1 0,-1 0,-26 0,27 0,-1 0,1 0,-27 0,26 0,0 0,1 0,-27 0,26 0,27 0,-26 0,-27 0,26 0,1 0,-1 0,-26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720" units="cm"/>
        </inkml:traceFormat>
        <inkml:channelProperties>
          <inkml:channelProperty channel="X" name="resolution" value="56.63717" units="1/cm"/>
          <inkml:channelProperty channel="Y" name="resolution" value="28.34646" units="1/cm"/>
        </inkml:channelProperties>
      </inkml:inkSource>
      <inkml:timestamp xml:id="ts0" timeString="2019-05-20T03:01:46.05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6985 10081,'0'0,"27"0,26 0,26 0,-52 0,25 0,1 0,0 0,-53 0,53 0,27 0,-1 0,-53 0,27 0,-26 0,26 0,-53 0,26 0,27 0,-53 0,53 0,0 0,0 0,-53 0,53 0,26 26,-79-26,53 0,26 0,1 0,-1 0,27 0,-27 0,27 0,27 0,-54 0,-26 0,53 0,-53 0,26 0,-53 0,27 0,-26 0,-1 0,54 0,-80 0,26 0,27 0,-27 0,27 0,-26 0,-27 0,53 0,-27 0,-26 0,53 0,-53 0,27 0,-27 0,52 0,-52 0,53 0,-53 27,27-27,-27 0,26 0,27 0,-53 0,53 26,0-26,-26 0,25 0,-25 0,52 0,-79 0,53 0,27 0,-54 0,0 0,1 0,-1 26,1-26,-27 0,26 0,1 0,-1 0,-26 0,27 0,-1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720" units="cm"/>
        </inkml:traceFormat>
        <inkml:channelProperties>
          <inkml:channelProperty channel="X" name="resolution" value="56.63717" units="1/cm"/>
          <inkml:channelProperty channel="Y" name="resolution" value="28.34646" units="1/cm"/>
        </inkml:channelProperties>
      </inkml:inkSource>
      <inkml:timestamp xml:id="ts0" timeString="2019-05-20T03:02:02.20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3731 15452,'0'0,"53"0,26 0,1 0,-54 0,53 0,-26 0,27 26,-1-26,1 27,-1-27,-26 53,0-53,53 0,-27 0,27 26,-53-26,53 0,-27 26,80 27,-54-53,28 27,-27-27,-80 0,53 26,1-26,-54 0,27 0,-26 0,26 0,-53 0,26 0,27 0,-27 0,1 0,26 0,-53 0,26 0,27 0,-26 0,-27 0,53 0,-27 0,53 0,-79 0,27 0,26 0,-27 0,1 0,-1 0,1 0,-27 0,52 0,-25 0,-27 0,26 0,1 0,-1 0,-26 0,27 0,-1 0,1 0,26 0,-53 0,26 0,27 0,-53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720" units="cm"/>
        </inkml:traceFormat>
        <inkml:channelProperties>
          <inkml:channelProperty channel="X" name="resolution" value="56.63717" units="1/cm"/>
          <inkml:channelProperty channel="Y" name="resolution" value="28.34646" units="1/cm"/>
        </inkml:channelProperties>
      </inkml:inkSource>
      <inkml:timestamp xml:id="ts0" timeString="2019-05-20T03:02:06.84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11139 15743,'0'0,"0"0,53 0,0-27,0 27,26 0,107 0,-1 0,106 0,26 0,54 0,-80 0,-53 0,0 0,-53 0,-52 0,52 0,-106 0,27 0,0 0,26 0,27 27,79 26,-106-53,54 53,-1-53,-79 0,79 26,26 27,-52-53,53 0,0 0,52 0,1 0,-1 0,27 0,-53 0,-26 0,-80 0,54 0,-81 0,-25 0,-1 0,1 0,-54 0,27 0,0 0,0 0,-27 0,27 0,27 0,-28 0,54 0,-26 0,-1 0,27 0,-80 0,54 0,-1 0,-26 0,0 0,-53 0,26 0,-26 0,53 0,-53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720" units="cm"/>
        </inkml:traceFormat>
        <inkml:channelProperties>
          <inkml:channelProperty channel="X" name="resolution" value="56.63717" units="1/cm"/>
          <inkml:channelProperty channel="Y" name="resolution" value="28.34646" units="1/cm"/>
        </inkml:channelProperties>
      </inkml:inkSource>
      <inkml:timestamp xml:id="ts0" timeString="2019-05-20T03:03:45.83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11060 5503,'0'0,"79"0,27 0,53 0,-53 0,79 0,-53 0,27 0,-27 0,1 0,-1 0,53 0,-158 0,78 0,-25 0,-1 0,-52 0,25 27,1-27,0 0,-26 0,26 0,0 0,0 0,-1 26,1-26,27 0,-27 0,26 0,-53 0,27 0,-26 0,-27 0,26 0,-26 0,27 0,-1 0,-26 0,27 0,-1 0,1 0,26 0,-27 0,-26 0,53 0,0 0,0 0,-27 0,27 0,-53 0,27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720" units="cm"/>
        </inkml:traceFormat>
        <inkml:channelProperties>
          <inkml:channelProperty channel="X" name="resolution" value="56.63717" units="1/cm"/>
          <inkml:channelProperty channel="Y" name="resolution" value="28.34646" units="1/cm"/>
        </inkml:channelProperties>
      </inkml:inkSource>
      <inkml:timestamp xml:id="ts0" timeString="2019-05-20T03:03:49.98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19368 5477,'0'0,"26"0,27 0,-26 0,52 0,53 0,-79 0,27 0,-1 0,27 0,79 26,-26-26,-53 27,52-27,28 53,-81-27,54-26,-79 0,-1 27,-26-27,0 26,26-26,-79 0,53 0,-53 0,27 0,52 0,-79 0,53 0,0 0,0 0,-27 0,1 0,25 0,-52 0,27 0,26 0,-53 0,26 0,1 0,-1 0,1 0,-1 0,1 0,-1 0,27 0,-27 0,-26 0,53 0,-53 0,27 0,26 0,-53 0,26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720" units="cm"/>
        </inkml:traceFormat>
        <inkml:channelProperties>
          <inkml:channelProperty channel="X" name="resolution" value="56.63717" units="1/cm"/>
          <inkml:channelProperty channel="Y" name="resolution" value="28.34646" units="1/cm"/>
        </inkml:channelProperties>
      </inkml:inkSource>
      <inkml:timestamp xml:id="ts0" timeString="2019-05-20T03:03:53.27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2540 6535,'0'0,"27"0,26 0,26 0,27 0,26 0,1-26,-28-1,54 27,-53 0,0 0,0 0,-27 0,27 0,26 0,-26 0,-53 0,53 0,0 0,26 0,53 0,-132 0,53 0,-53 0,26 0,-26 0,0 0,0 0,26 0,27 0,0 0,-27 0,27 0,-27 0,-26 0,27 0,-54 0,27 0,-26 0,52 0,-53 0,27 0,-26 0,26 0,-53 0,53 0,0 0,-27 0,53 0,-26 0,0 0,27 0,-1 0,-26 0,26 0,-26 0,0 0,0 0,0 0,-27 0,1 0,52 0,-26 0,0 0,26 0,-26 0,27 0,-27 0,-27 0,1 0,25 0,-25 0,-27 0,53 0,-27 0,1 0,26 0,-53 0,26 0,1 0,-27 0,26 0,0 0,1 0,-27 0,26 0,1 0,-1 0,-26 0,27 0,-1 0,1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720" units="cm"/>
        </inkml:traceFormat>
        <inkml:channelProperties>
          <inkml:channelProperty channel="X" name="resolution" value="56.63717" units="1/cm"/>
          <inkml:channelProperty channel="Y" name="resolution" value="28.34646" units="1/cm"/>
        </inkml:channelProperties>
      </inkml:inkSource>
      <inkml:timestamp xml:id="ts0" timeString="2019-05-20T03:03:58.91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8679 11060,'0'0,"0"0,53 0,0 0,-27 0,80 0,53 0,52 0,80 0,0 0,0 0,-105 0,25 0,-26 0,27 0,-27 0,27 0,-53 0,-27 0,80 0,-54 0,28 0,-1 0,0 0,27 0,-80 0,27 0,0 0,-27 0,-26 0,26 0,-79 0,53 0,-53 0,-27 0,27 0,0 0,26 0,-26 0,-26 0,-1 0,27 0,-53 0,26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720" units="cm"/>
        </inkml:traceFormat>
        <inkml:channelProperties>
          <inkml:channelProperty channel="X" name="resolution" value="56.63717" units="1/cm"/>
          <inkml:channelProperty channel="Y" name="resolution" value="28.34646" units="1/cm"/>
        </inkml:channelProperties>
      </inkml:inkSource>
      <inkml:timestamp xml:id="ts0" timeString="2019-05-20T03:04:01.94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14261 11033,'80'0,"-54"0,27 0,0 0,0 0,-27 0,80 0,-26 0,-1 0,-26 0,26 0,27 0,-26 0,-54 0,27 0,0 0,53 0,-27 0,0 0,-52 0,26 0,0 0,0 0,-53 0,53 0,-1 0,-52 0,53 0,27 0,-27 0,0 0,-27 0,53 0,1 0,26 0,-27 0,27 0,-27 0,1 0,-54 0,27 0,26 0,-26 0,-53 0,53 0,0 0,-26 0,-1 0,0 0,27 0,-26 0,-1 0,27 0,27 0,-54 0,0 0,27 0,27 0,-54 0,27 0,-26 0,52 0,-79 0,26 0,27 0,-53 0,27 0,-1 0,27 0,-53 0,53 0,-26 0,-27 0,52 0,-25 0,26 0,-53 0,26 0,27 0,-53-26,27 26,26 0,-27 0,1 0,25 0,-25 0,26 0,0-53,-27 53,27 0,0 0,-53 0,53-27,0 27,-53 0,26 0,1 0,26 0,-53 0,26 0,1 0,-1 0,-26 0,53 0,-27 0,-26 0,53 0,-53 0,27 0,-27 0,53 0,-27 0,-26 0,53 0,-26 0,-1 0,27 0,53-26,0 26,-80 0,53 0,-26 0,27 0,-27 0,0 0,-27 0,27 0,-27 0,-26 0,27 0,-1 0,27 0,-53 0,27 0,-1 0,1 0,-27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720" units="cm"/>
        </inkml:traceFormat>
        <inkml:channelProperties>
          <inkml:channelProperty channel="X" name="resolution" value="56.63717" units="1/cm"/>
          <inkml:channelProperty channel="Y" name="resolution" value="28.34646" units="1/cm"/>
        </inkml:channelProperties>
      </inkml:inkSource>
      <inkml:timestamp xml:id="ts0" timeString="2019-05-20T03:04:05.26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14235 12144,'26'-26,"80"26,27 0,52 0,26 0,-25 0,-81 0,107 0,-106 0,-27 0,27 0,-53 0,0 0,-27 0,1 0,26 0,-53 0,26 0,1 0,26 0,-53 0,26 0,1 0,-27 0,26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720" units="cm"/>
        </inkml:traceFormat>
        <inkml:channelProperties>
          <inkml:channelProperty channel="X" name="resolution" value="56.63717" units="1/cm"/>
          <inkml:channelProperty channel="Y" name="resolution" value="28.34646" units="1/cm"/>
        </inkml:channelProperties>
      </inkml:inkSource>
      <inkml:timestamp xml:id="ts0" timeString="2019-05-20T03:04:11.13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15690 13176,'0'0,"53"0,0-26,53 26,0-27,79 27,0 0,27 0,-27 0,27 0,26 0,0 0,-79 0,26 0,-26 0,-1 0,28 0,-1 0,-53 0,133 0,-27 0,26 0,-105 0,0 0,79 0,-106 0,-26 0,26 0,-26 0,0 0,-27 0,-52 0,52 0,-52 0,52 0,-52 0,52 0,0 0,1 0,-27 0,26 0,27 0,0 0,-53 0,-1 0,28 0,-54 0,27 0,0 0,-26 0,-1 0,-26 0,26 0,1 0,-27 0,26 0,27 0,-26 0,-1 0,1 0,-1 0,1 0,-1 0,1 0,-27 0,52 0,1 0,-53 0,53 0,-53 0,27 0,-27-26,53 26,-27 0,1-27,-1 27,-26 0,53 0,-27-26,1 26,-27 0,26 0,1 0,-1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720" units="cm"/>
        </inkml:traceFormat>
        <inkml:channelProperties>
          <inkml:channelProperty channel="X" name="resolution" value="56.63717" units="1/cm"/>
          <inkml:channelProperty channel="Y" name="resolution" value="28.34646" units="1/cm"/>
        </inkml:channelProperties>
      </inkml:inkSource>
      <inkml:timestamp xml:id="ts0" timeString="2019-05-20T03:04:13.35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2620 15690,'106'0,"79"26,53 1,0-27,-26 0,52 0,-26 0,53 0,-105 0,25 0,-25 0,-1 0,-27 0,-25 0,-27 0,26 0,0 0,53 0,-79 0,-26 0,25 0,1 0,-53 0,53 0,-80 0,80 0,80 0,-81 0,28 0,-54 0,0 0,27 0,79 0,-132 0,53 26,-26-26,-1 0,0 0,1 0,26 0,-27 0,0 0,-52 0,26 0,26 0,-26 0,26 0,1 0,-1 53,-26-53,26 0,1 27,-1-27,0 26,1-26,-1 0,27 0,-53 0,53 0,-27 0,1 0,-28 0,1 0,27 0,-27 0,26 0,0 0,1 0,-27 0,53 0,-27 0,0 0,27 0,-53 0,26 0,-26 0,0 0,27 0,-1 0,27 0,-53 0,0 0,-27 0,54 0,-28 0,28 0,-1 0,-52 0,26 0,-1 0,1 0,0 0,-26 0,26 0,0 0,0 0,-53 0,26 0,0 0,1 0,-27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720" units="cm"/>
        </inkml:traceFormat>
        <inkml:channelProperties>
          <inkml:channelProperty channel="X" name="resolution" value="56.63717" units="1/cm"/>
          <inkml:channelProperty channel="Y" name="resolution" value="28.34646" units="1/cm"/>
        </inkml:channelProperties>
      </inkml:inkSource>
      <inkml:timestamp xml:id="ts0" timeString="2019-05-20T03:06:09.14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4445 6085,'27'0,"-27"0,53 0,0 0,0 0,-1 0,54 0,0 0,-26 0,25 0,-25 0,-1 0,0 0,1 0,-27 0,-27 0,27 0,0 0,0 0,-27 0,1 0,26 0,26 0,-26 0,0 0,0 0,0 0,26 0,27 0,0 0,-53 0,26 0,-26 0,-26 0,52 0,-26 0,0 0,0 0,0 0,26 0,-26 0,26 0,1 0,-1 0,-26 0,0 0,26 0,1 0,-27 0,26 0,-26 0,0 0,26 0,-26 0,26 0,-52 0,26 0,-27 0,27 0,-26 0,52 0,-53 0,54 0,26 0,-80 0,27 0,-27 0,27 0,0 0,27 0,-27 0,-27 0,53 0,-26 0,0 0,-26 0,26 0,0 0,-1 27,-25-27,26 0,-53 0,26 0,1 26,-1-26,1 0,-27 0,53 0,-53 27,26-27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720" units="cm"/>
        </inkml:traceFormat>
        <inkml:channelProperties>
          <inkml:channelProperty channel="X" name="resolution" value="56.63717" units="1/cm"/>
          <inkml:channelProperty channel="Y" name="resolution" value="28.34646" units="1/cm"/>
        </inkml:channelProperties>
      </inkml:inkSource>
      <inkml:timestamp xml:id="ts0" timeString="2019-05-20T03:06:11.21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6271 4842,'26'0,"80"0,0 0,53 0,-53 0,0 0,26 0,-53 0,27 0,-27 0,-52 0,26 0,0 0,26 0,27 0,-27 0,1 0,-1 0,0 0,27 0,-26 0,-1 0,-26 0,26 0,1 0,25 0,-78 0,52 0,1 0,-54 0,54 0,-28 0,1 0,27 0,-54 0,1 0,-1 0,1 0,-27 0,52 0,-25 0,-27 0,79 0,-52 0,26 0,0 0,0 0,-53 0,26 0,0 0,1 0,-27 0,26 0,1 0,-1 0,-26 0,27 0,26-27,-27 27,-26 0,27 0,-1 0,0 0,-26 0,27 0,-1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720" units="cm"/>
        </inkml:traceFormat>
        <inkml:channelProperties>
          <inkml:channelProperty channel="X" name="resolution" value="56.63717" units="1/cm"/>
          <inkml:channelProperty channel="Y" name="resolution" value="28.34646" units="1/cm"/>
        </inkml:channelProperties>
      </inkml:inkSource>
      <inkml:timestamp xml:id="ts0" timeString="2019-05-20T03:06:45.02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2408 9631,'0'0,"0"0,27 0,25 0,1 0,0 0,27 0,25 0,-52-27,0 27,80 0,-54 0,27 0,0-26,52-1,-52 27,53-26,-27 0,1-1,52 27,-79 0,52 0,28 0,-54 0,53 0,0 0,0 0,-26 0,-53 0,-27 0,27 0,-79 0,26 0,0 0,-1 0,-25 0,26 0,0 0,0 0,0 0,0 0,26 0,0 0,-26 0,-26 0,78 0,-25 0,-1 0,-26-26,0 26,26 0,-52 0,-1 0,1 0,-1 0,54 0,-27-53,-53 53,52 0,28 0,-54-27,54 27,-54 0,54 0,-54 0,27 0,-27 0,27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720" units="cm"/>
        </inkml:traceFormat>
        <inkml:channelProperties>
          <inkml:channelProperty channel="X" name="resolution" value="56.63717" units="1/cm"/>
          <inkml:channelProperty channel="Y" name="resolution" value="28.34646" units="1/cm"/>
        </inkml:channelProperties>
      </inkml:inkSource>
      <inkml:timestamp xml:id="ts0" timeString="2019-05-20T03:06:48.21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9472 9313,'0'0,"133"0,-54 0,0 0,27 0,0 0,26 0,1 0,-27 0,26 0,-26 0,0 0,-1 0,-25 0,-1 0,0 0,-26 0,27 0,-54 0,54 0,-27 0,26 0,0 0,-52 0,79 0,-54 0,1 0,27 0,-27 0,-27 0,27 0,0 0,-53 0,53 0,-27 0,-26 0,53 0,-53 0,27 0,-27 0,26 0,-26 0,27 0,-1 0,27 0,-53 0,79 0,-52 53,52-26,27-27,-53 0,0 0,-27 0,27 0,27 26,-1-26,27 0,79 0,-53 0,27 0,-27 0,-26 0,27 0,-28 0,-25 0,26 0,-1 0,1 0,27 0,-28 0,1 0,53 0,-53 0,26 0,27 0,0 0,-27 0,-26 0,26 0,80 0,-80 0,0 0,1 0,-28 0,28 0,-28 0,1 0,53 0,0 0,0 0,-1 0,-52 0,-26 0,25 0,1 0,0 0,26 0,-52 0,-27 0,26 0,0 0,1 0,26 0,-27 0,0 0,1 0,-1 0,0 0,54 0,-80 0,52 0,1 0,-26 0,-1 0,-52 0,52 0,-53 0,54 0,-27 0,0 0,26 0,-53 0,27 0,27 0,-27 0,52 0,-25-26,52 26,-26 0,0 0,-80 0,27 0,27 0,-54 0,0 0,1-27,-1 27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720" units="cm"/>
        </inkml:traceFormat>
        <inkml:channelProperties>
          <inkml:channelProperty channel="X" name="resolution" value="56.63717" units="1/cm"/>
          <inkml:channelProperty channel="Y" name="resolution" value="28.34646" units="1/cm"/>
        </inkml:channelProperties>
      </inkml:inkSource>
      <inkml:timestamp xml:id="ts0" timeString="2019-05-20T03:07:59.24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3625 2487,'0'0,"27"0,52 0,-26 0,26 0,1 0,25 0,54 0,0 0,26 0,53 0,-26 0,-27 0,106 0,-53 0,-26 0,-27 0,-105 0,52 0,-26 27,-27-1,-52-26,-1 0,27 0,-53 0,26 0,54 0,-54 0,27 0,-26 0,26 0,-27 0,-26 0,53 0,-27 0,1 0,-1 0,-26 0,27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720" units="cm"/>
        </inkml:traceFormat>
        <inkml:channelProperties>
          <inkml:channelProperty channel="X" name="resolution" value="56.63717" units="1/cm"/>
          <inkml:channelProperty channel="Y" name="resolution" value="28.34646" units="1/cm"/>
        </inkml:channelProperties>
      </inkml:inkSource>
      <inkml:timestamp xml:id="ts0" timeString="2019-05-20T03:08:01.19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7991 2487,'53'0,"-53"0,79 0,-26 0,53 0,0 27,-1-27,54 26,-79 0,-27-26,-1 0,28 0,-27 27,0-27,0 0,-27 26,0-26,54 0,-27 0,-27 27,54-27,-27 0,52 0,1 0,0 0,0 0,0 0,79 0,-79 0,26 0,-79 0,0 0,-27 0,27 0,-26 0,26 0,-27 0,1 0,25 0,-25 0,26 0,-27 0,1 0,-1 0,27 0,-26 0,-1 0,27 0,0 0,0 0,-27 0,27 0,-26 0,-1 0,27 0,-27 0,27 0,-26 0,-1 0,1 0,26 0,0 0,-53 0,52 0,-25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720" units="cm"/>
        </inkml:traceFormat>
        <inkml:channelProperties>
          <inkml:channelProperty channel="X" name="resolution" value="56.63717" units="1/cm"/>
          <inkml:channelProperty channel="Y" name="resolution" value="28.34646" units="1/cm"/>
        </inkml:channelProperties>
      </inkml:inkSource>
      <inkml:timestamp xml:id="ts0" timeString="2019-05-20T03:08:06.42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13441 3334,'27'-27,"26"27,26 0,27 0,0 0,-27 0,27 0,53 0,-1 27,-52-27,-26 0,-1 0,0 0,1 0,-27 0,-27 0,27 0,0 0,-27 0,1 0,26 0,0 0,0 0,-53 0,52 0,1 0,-53 0,27 0,26 0,26 0,-52 0,52 0,-26 0,0 0,-27 0,27 0,-26 0,26 0,-27 0,27 0,0 0,-53 0,53 0,-53 0,26 0,27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720" units="cm"/>
        </inkml:traceFormat>
        <inkml:channelProperties>
          <inkml:channelProperty channel="X" name="resolution" value="56.63717" units="1/cm"/>
          <inkml:channelProperty channel="Y" name="resolution" value="28.34646" units="1/cm"/>
        </inkml:channelProperties>
      </inkml:inkSource>
      <inkml:timestamp xml:id="ts0" timeString="2019-05-20T03:08:08.52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13732 2434,'0'0,"27"0,79 0,-1 0,54 0,-53 0,53 0,-1 0,-25 0,-27 0,79 0,0 0,0 0,-26 0,26 0,0 0,1 0,-81 0,28 0,-80 0,52 0,-25 0,-1 0,-52 0,52 0,0 0,-26 0,27 0,-1 0,0 0,1 0,52 0,-53 0,54 0,-54 0,1 0,25 0,1 0,-53 0,0 0,26 0,-52 0,26 0,-27 0,54 0,-54 0,1 0,-1 0,0 0,1 0,-1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720" units="cm"/>
        </inkml:traceFormat>
        <inkml:channelProperties>
          <inkml:channelProperty channel="X" name="resolution" value="56.63717" units="1/cm"/>
          <inkml:channelProperty channel="Y" name="resolution" value="28.34646" units="1/cm"/>
        </inkml:channelProperties>
      </inkml:inkSource>
      <inkml:timestamp xml:id="ts0" timeString="2019-05-20T03:08:14.63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21088 5821,'26'0,"-26"0,27 0,-1 0,27 0,-53 0,106 0,-80 0,27 0,0 0,0 0,26-27,-52 27,26-26,26 26,-26 0,0 0,0 0,0 0,-27 0,1 0,-1 0,-26 0,27 0,-1 0,1 0,-1-53,0 53,1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720" units="cm"/>
        </inkml:traceFormat>
        <inkml:channelProperties>
          <inkml:channelProperty channel="X" name="resolution" value="56.63717" units="1/cm"/>
          <inkml:channelProperty channel="Y" name="resolution" value="28.34646" units="1/cm"/>
        </inkml:channelProperties>
      </inkml:inkSource>
      <inkml:timestamp xml:id="ts0" timeString="2019-05-20T03:08:16.75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13256 6747,'53'0,"-53"0,26 0,80 0,-26 0,-1 0,27 0,26 0,-53 0,1 0,-1 0,27 0,-27 0,-79 0,53 0,-26 0,-27 0,53 0,-27 0,1 0,26 0,-53 0,26 0,-26 0,53 0,-53 0,26 0,-26 0,53 0,-53 0,27 0,-27 0,53 0,-27 0,-26 0,53 0,0 0,0 0,-53 0,26 0,1 0,-1 0,-26 0,27 0,-1 0,1 0,-27 0,26 0,1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720" units="cm"/>
        </inkml:traceFormat>
        <inkml:channelProperties>
          <inkml:channelProperty channel="X" name="resolution" value="56.63717" units="1/cm"/>
          <inkml:channelProperty channel="Y" name="resolution" value="28.34646" units="1/cm"/>
        </inkml:channelProperties>
      </inkml:inkSource>
      <inkml:timestamp xml:id="ts0" timeString="2019-05-20T03:08:28.21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17833 10213,'27'0,"-27"0,53-27,-27 27,27 0,26 0,1-26,-1 26,1-26,-1 26,0 0,27 0,0-27,-27 27,1-26,-1 26,-26 0,0-27,0 27,-27 0,27 0,0 0,26 0,1-26,-27 26,0 0,-27 0,27 0,-26 0,-1 0,0 0,-26 0,53 0,-26 0,-27 0,26 0,27 0,-26 0,-1 0,1 0,-1 0,27 0,-27 0,1 0,26 0,-27 0,1 0,26 0,-53 0,26 0,1 0,-27 0,26 0,27 0,-27 0,1 0,26 0,-53 0,26 0,27 0,-26 0,25 0,-25 0,26 0,-27 0,1 0,26 0,-27 0,27 0,-53 0,27 0,25 0,-52 0,27 0,26 0,-53 0,53 0,-27 0,1 0,-1 0,1 0,-1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720" units="cm"/>
        </inkml:traceFormat>
        <inkml:channelProperties>
          <inkml:channelProperty channel="X" name="resolution" value="56.63717" units="1/cm"/>
          <inkml:channelProperty channel="Y" name="resolution" value="28.34646" units="1/cm"/>
        </inkml:channelProperties>
      </inkml:inkSource>
      <inkml:timestamp xml:id="ts0" timeString="2019-05-20T03:08:31.81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13415 11245,'0'-27,"53"27,52 0,-52 0,106 0,-27 0,-26 0,53 0,-27 0,27 0,26 0,-132 0,53 0,53 0,-27 0,-79 0,53 0,-53 0,-27 0,54 0,-28 0,1 0,53 0,-26 0,-54 0,27 0,0 0,26 0,1 0,-1 0,-26 0,26 0,-52 0,26 0,26 0,-52 0,25 0,1 0,27 0,-27 0,26 0,-26 0,-27 0,27 0,0 0,27 0,-54 0,27 0,-27 0,54 0,-54 0,27 0,-26 0,52 0,-79 0,53 0,-27 0,1 0,26 0,-27 0,1 0,-1 0,1 0,26 0,-53 0,26 0,0 0,1 0,-27 0,26 0,1 0,-1 0,-26 0,27 0,-1 0,1 0,-27 0,26 0,1 0,-54 0,1 0,-1 27,27-27,-53 0,27 26,-1 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720" units="cm"/>
        </inkml:traceFormat>
        <inkml:channelProperties>
          <inkml:channelProperty channel="X" name="resolution" value="56.63717" units="1/cm"/>
          <inkml:channelProperty channel="Y" name="resolution" value="28.34646" units="1/cm"/>
        </inkml:channelProperties>
      </inkml:inkSource>
      <inkml:timestamp xml:id="ts0" timeString="2019-05-20T03:08:49.51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17040 15425,'26'0,"0"-26,27 26,0 0,0 0,53-27,-27 1,1 26,-27 0,53 0,26 0,79 0,-78 0,105 0,-26 0,105 0,53 0,-26 0,-53 0,-52 0,25 0,-79 0,-79 0,0 0,-53 0,-27 0,1 0,-1 0,-26 0,27 0,-1 0,1 0,-27 0,53 0,0 0,-27 0,27 0,0 0,0 0,26 0,-26 0,0 0,26 0,-26 0,27 0,-80 0,53 0,-1 0,1 0,-53 0,53 0,0 0,-53 0,53 0,-26 0,-27 0,26 0,1 0,-1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720" units="cm"/>
        </inkml:traceFormat>
        <inkml:channelProperties>
          <inkml:channelProperty channel="X" name="resolution" value="56.63717" units="1/cm"/>
          <inkml:channelProperty channel="Y" name="resolution" value="28.34646" units="1/cm"/>
        </inkml:channelProperties>
      </inkml:inkSource>
      <inkml:timestamp xml:id="ts0" timeString="2019-05-20T03:08:51.46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13362 16510,'0'-26,"0"26,53 0,26 0,-52 0,-1 0,53 0,-26 0,27 0,-27 0,0 0,-1 0,28 0,-27 0,0 0,0 0,-1 0,28 0,-27 0,26 0,27 0,-80 0,54 0,-1 0,-52 0,52 0,0 0,-26 0,27 0,26 0,-27 0,0 0,-26 0,27 0,-1 0,27 0,-27 0,80 0,-53 0,0 0,-1 0,28 0,-27 0,-27 0,27 0,-53 0,26 0,0 0,-26 0,27 0,-27 0,26 0,0 0,1 0,26 0,52 0,28 0,-81 0,1 0,53 0,0 0,79 0,-79 0,79 0,-53 0,27 0,-107 0,54 0,-27 0,-26 0,27 0,-54 0,27 0,0 0,-1 0,-25 0,26 0,-27 0,0 0,1 0,-80 0,53 0,-27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720" units="cm"/>
        </inkml:traceFormat>
        <inkml:channelProperties>
          <inkml:channelProperty channel="X" name="resolution" value="56.63717" units="1/cm"/>
          <inkml:channelProperty channel="Y" name="resolution" value="28.34646" units="1/cm"/>
        </inkml:channelProperties>
      </inkml:inkSource>
      <inkml:timestamp xml:id="ts0" timeString="2019-05-20T03:08:54.54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13573 17595,'0'0,"0"0,27 0,52 0,-26 0,53 0,0 0,53 0,26 0,53 0,27 0,-27 0,-27 0,54 0,-53 0,-1 0,27 0,-52 0,-28 0,1 0,0 0,-53 0,26 0,0 0,-26 0,-27 0,27 0,-53 0,-26 0,52 0,-26 0,0 0,-27 0,27 0,-53 0,27 0,-27 0,53 0,-27 0,-26 0,53 0,-53 0,53 0,0 0,-27 0,27 0,0 0,0 0,-53 0,53 0,-53 0,26 0,-26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DDAE3B-CD3E-47F4-B8DE-DFE3EE5C75D4}" type="datetimeFigureOut">
              <a:rPr lang="zh-CN" altLang="en-US" smtClean="0"/>
              <a:t>2019/5/20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003915-11C8-4A10-A88D-A0C43C2E84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1838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  <a:pPr lvl="0" eaLnBrk="1" hangingPunct="1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  <a:pPr lvl="0" eaLnBrk="1" hangingPunct="1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  <a:pPr lvl="0" eaLnBrk="1" hangingPunct="1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  <a:pPr lvl="0" eaLnBrk="1" hangingPunct="1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  <a:pPr lvl="0" eaLnBrk="1" hangingPunct="1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  <a:pPr lvl="0" eaLnBrk="1" hangingPunct="1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  <a:pPr lvl="0" eaLnBrk="1" hangingPunct="1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  <a:pPr lvl="0" eaLnBrk="1" hangingPunct="1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  <a:pPr lvl="0" eaLnBrk="1" hangingPunct="1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  <a:pPr lvl="0" eaLnBrk="1" hangingPunct="1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  <a:pPr lvl="0" eaLnBrk="1" hangingPunct="1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lvl="0" eaLnBrk="1" hangingPunct="1"/>
            <a:fld id="{9A0DB2DC-4C9A-4742-B13C-FB6460FD3503}" type="slidenum">
              <a:rPr lang="zh-CN" altLang="en-US" dirty="0"/>
              <a:pPr lvl="0" eaLnBrk="1" hangingPunct="1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2.emf"/><Relationship Id="rId7" Type="http://schemas.openxmlformats.org/officeDocument/2006/relationships/image" Target="../media/image4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3.emf"/><Relationship Id="rId4" Type="http://schemas.openxmlformats.org/officeDocument/2006/relationships/customXml" Target="../ink/ink2.xml"/><Relationship Id="rId9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13" Type="http://schemas.openxmlformats.org/officeDocument/2006/relationships/image" Target="../media/image11.emf"/><Relationship Id="rId3" Type="http://schemas.openxmlformats.org/officeDocument/2006/relationships/image" Target="../media/image6.emf"/><Relationship Id="rId7" Type="http://schemas.openxmlformats.org/officeDocument/2006/relationships/image" Target="../media/image8.emf"/><Relationship Id="rId12" Type="http://schemas.openxmlformats.org/officeDocument/2006/relationships/customXml" Target="../ink/ink10.xml"/><Relationship Id="rId17" Type="http://schemas.openxmlformats.org/officeDocument/2006/relationships/image" Target="../media/image13.emf"/><Relationship Id="rId2" Type="http://schemas.openxmlformats.org/officeDocument/2006/relationships/customXml" Target="../ink/ink5.xml"/><Relationship Id="rId16" Type="http://schemas.openxmlformats.org/officeDocument/2006/relationships/customXml" Target="../ink/ink1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11" Type="http://schemas.openxmlformats.org/officeDocument/2006/relationships/image" Target="../media/image10.emf"/><Relationship Id="rId5" Type="http://schemas.openxmlformats.org/officeDocument/2006/relationships/image" Target="../media/image7.emf"/><Relationship Id="rId15" Type="http://schemas.openxmlformats.org/officeDocument/2006/relationships/image" Target="../media/image12.emf"/><Relationship Id="rId10" Type="http://schemas.openxmlformats.org/officeDocument/2006/relationships/customXml" Target="../ink/ink9.xml"/><Relationship Id="rId4" Type="http://schemas.openxmlformats.org/officeDocument/2006/relationships/customXml" Target="../ink/ink6.xml"/><Relationship Id="rId9" Type="http://schemas.openxmlformats.org/officeDocument/2006/relationships/image" Target="../media/image9.emf"/><Relationship Id="rId14" Type="http://schemas.openxmlformats.org/officeDocument/2006/relationships/customXml" Target="../ink/ink1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6.xml"/><Relationship Id="rId3" Type="http://schemas.openxmlformats.org/officeDocument/2006/relationships/image" Target="../media/image14.emf"/><Relationship Id="rId7" Type="http://schemas.openxmlformats.org/officeDocument/2006/relationships/image" Target="../media/image16.emf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.xml"/><Relationship Id="rId5" Type="http://schemas.openxmlformats.org/officeDocument/2006/relationships/image" Target="../media/image15.emf"/><Relationship Id="rId4" Type="http://schemas.openxmlformats.org/officeDocument/2006/relationships/customXml" Target="../ink/ink14.xml"/><Relationship Id="rId9" Type="http://schemas.openxmlformats.org/officeDocument/2006/relationships/image" Target="../media/image17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0.xml"/><Relationship Id="rId13" Type="http://schemas.openxmlformats.org/officeDocument/2006/relationships/image" Target="../media/image23.emf"/><Relationship Id="rId18" Type="http://schemas.openxmlformats.org/officeDocument/2006/relationships/customXml" Target="../ink/ink25.xml"/><Relationship Id="rId3" Type="http://schemas.openxmlformats.org/officeDocument/2006/relationships/image" Target="../media/image18.emf"/><Relationship Id="rId21" Type="http://schemas.openxmlformats.org/officeDocument/2006/relationships/image" Target="../media/image27.emf"/><Relationship Id="rId7" Type="http://schemas.openxmlformats.org/officeDocument/2006/relationships/image" Target="../media/image20.emf"/><Relationship Id="rId12" Type="http://schemas.openxmlformats.org/officeDocument/2006/relationships/customXml" Target="../ink/ink22.xml"/><Relationship Id="rId17" Type="http://schemas.openxmlformats.org/officeDocument/2006/relationships/image" Target="../media/image25.emf"/><Relationship Id="rId2" Type="http://schemas.openxmlformats.org/officeDocument/2006/relationships/customXml" Target="../ink/ink17.xml"/><Relationship Id="rId16" Type="http://schemas.openxmlformats.org/officeDocument/2006/relationships/customXml" Target="../ink/ink24.xml"/><Relationship Id="rId20" Type="http://schemas.openxmlformats.org/officeDocument/2006/relationships/customXml" Target="../ink/ink2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.xml"/><Relationship Id="rId11" Type="http://schemas.openxmlformats.org/officeDocument/2006/relationships/image" Target="../media/image22.emf"/><Relationship Id="rId5" Type="http://schemas.openxmlformats.org/officeDocument/2006/relationships/image" Target="../media/image19.emf"/><Relationship Id="rId15" Type="http://schemas.openxmlformats.org/officeDocument/2006/relationships/image" Target="../media/image24.emf"/><Relationship Id="rId23" Type="http://schemas.openxmlformats.org/officeDocument/2006/relationships/image" Target="../media/image28.emf"/><Relationship Id="rId10" Type="http://schemas.openxmlformats.org/officeDocument/2006/relationships/customXml" Target="../ink/ink21.xml"/><Relationship Id="rId19" Type="http://schemas.openxmlformats.org/officeDocument/2006/relationships/image" Target="../media/image26.emf"/><Relationship Id="rId4" Type="http://schemas.openxmlformats.org/officeDocument/2006/relationships/customXml" Target="../ink/ink18.xml"/><Relationship Id="rId9" Type="http://schemas.openxmlformats.org/officeDocument/2006/relationships/image" Target="../media/image21.emf"/><Relationship Id="rId14" Type="http://schemas.openxmlformats.org/officeDocument/2006/relationships/customXml" Target="../ink/ink23.xml"/><Relationship Id="rId22" Type="http://schemas.openxmlformats.org/officeDocument/2006/relationships/customXml" Target="../ink/ink2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ikipedia.org/" TargetMode="External"/><Relationship Id="rId2" Type="http://schemas.openxmlformats.org/officeDocument/2006/relationships/hyperlink" Target="http://www.baidu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eueueu.com/" TargetMode="External"/><Relationship Id="rId4" Type="http://schemas.openxmlformats.org/officeDocument/2006/relationships/hyperlink" Target="http://www.mafengwo.cn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kyscanner.com/" TargetMode="External"/><Relationship Id="rId2" Type="http://schemas.openxmlformats.org/officeDocument/2006/relationships/hyperlink" Target="http://www.qunaer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airasiago.com/" TargetMode="External"/><Relationship Id="rId4" Type="http://schemas.openxmlformats.org/officeDocument/2006/relationships/hyperlink" Target="http://www.airasia.com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hyperlink" Target="http://www.airasia.com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http://www.airasiago.com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goda.com/" TargetMode="External"/><Relationship Id="rId2" Type="http://schemas.openxmlformats.org/officeDocument/2006/relationships/hyperlink" Target="http://www.ctrip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booking.com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hyperlink" Target="http://www.agoda.com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&#32654;&#22269;&#20986;&#20837;&#22659;&#34920;&#26684;.doc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&#21508;&#22269;&#20837;&#22659;&#21345;&#26679;&#26412;.docx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 1"/>
          <p:cNvSpPr>
            <a:spLocks noGrp="1"/>
          </p:cNvSpPr>
          <p:nvPr>
            <p:ph type="ctrTitle"/>
          </p:nvPr>
        </p:nvSpPr>
        <p:spPr>
          <a:xfrm>
            <a:off x="533400" y="990600"/>
            <a:ext cx="7772400" cy="1470025"/>
          </a:xfrm>
          <a:ln/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en-US" altLang="zh-CN" b="1" dirty="0" smtClean="0"/>
              <a:t>Itinerary</a:t>
            </a:r>
            <a:r>
              <a:rPr lang="en-US" altLang="zh-CN" sz="3200" b="1" dirty="0" smtClean="0"/>
              <a:t>(</a:t>
            </a:r>
            <a:r>
              <a:rPr lang="zh-CN" altLang="en-US" sz="3200" b="1" dirty="0" smtClean="0"/>
              <a:t>旅行日程</a:t>
            </a:r>
            <a:r>
              <a:rPr lang="en-US" altLang="zh-CN" sz="3200" b="1" dirty="0" smtClean="0"/>
              <a:t>)</a:t>
            </a:r>
            <a:r>
              <a:rPr lang="en-US" altLang="zh-CN" b="1" dirty="0" smtClean="0"/>
              <a:t> </a:t>
            </a:r>
            <a:r>
              <a:rPr lang="en-US" altLang="zh-CN" b="1" dirty="0"/>
              <a:t>&amp; Travel Guide</a:t>
            </a:r>
            <a:endParaRPr lang="zh-CN" altLang="en-US" b="1" dirty="0"/>
          </a:p>
        </p:txBody>
      </p:sp>
      <p:sp>
        <p:nvSpPr>
          <p:cNvPr id="2051" name="副标题 2"/>
          <p:cNvSpPr>
            <a:spLocks noGrp="1"/>
          </p:cNvSpPr>
          <p:nvPr>
            <p:ph type="subTitle" idx="1"/>
          </p:nvPr>
        </p:nvSpPr>
        <p:spPr>
          <a:xfrm>
            <a:off x="1371600" y="2590800"/>
            <a:ext cx="6400800" cy="1752600"/>
          </a:xfrm>
          <a:ln/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sz="4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endParaRPr lang="zh-CN" altLang="en-US" sz="40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  <a:ln/>
        </p:spPr>
        <p:txBody>
          <a:bodyPr vert="horz" wrap="square" lIns="91440" tIns="45720" rIns="91440" bIns="45720" anchor="t"/>
          <a:lstStyle/>
          <a:p>
            <a:pPr eaLnBrk="1" hangingPunct="1">
              <a:buNone/>
            </a:pPr>
            <a:r>
              <a:rPr lang="en-US" altLang="zh-CN" dirty="0"/>
              <a:t>Itinerary</a:t>
            </a:r>
          </a:p>
          <a:p>
            <a:pPr eaLnBrk="1" hangingPunct="1"/>
            <a:r>
              <a:rPr lang="en-US" altLang="zh-CN" dirty="0"/>
              <a:t>an established line of travel or access </a:t>
            </a:r>
          </a:p>
          <a:p>
            <a:pPr eaLnBrk="1" hangingPunct="1"/>
            <a:r>
              <a:rPr lang="en-US" altLang="zh-CN" dirty="0"/>
              <a:t>a guidebook for travelers </a:t>
            </a:r>
          </a:p>
          <a:p>
            <a:pPr eaLnBrk="1" hangingPunct="1"/>
            <a:r>
              <a:rPr lang="en-US" altLang="zh-CN" dirty="0"/>
              <a:t>a proposed route of travel </a:t>
            </a:r>
          </a:p>
          <a:p>
            <a:pPr eaLnBrk="1" hangingPunct="1">
              <a:buNone/>
            </a:pPr>
            <a:r>
              <a:rPr lang="en-US" altLang="zh-CN" dirty="0"/>
              <a:t>It includes the advice on what to see and do,</a:t>
            </a:r>
          </a:p>
          <a:p>
            <a:pPr eaLnBrk="1" hangingPunct="1">
              <a:buNone/>
            </a:pPr>
            <a:r>
              <a:rPr lang="en-US" altLang="zh-CN" dirty="0"/>
              <a:t>maps, city guides, local transportation, local</a:t>
            </a:r>
          </a:p>
          <a:p>
            <a:pPr eaLnBrk="1" hangingPunct="1">
              <a:buNone/>
            </a:pPr>
            <a:r>
              <a:rPr lang="en-US" altLang="zh-CN" dirty="0"/>
              <a:t>customs and festivals, etc</a:t>
            </a:r>
          </a:p>
          <a:p>
            <a:pPr eaLnBrk="1" hangingPunct="1">
              <a:buNone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28600"/>
            <a:ext cx="8229600" cy="487363"/>
          </a:xfrm>
        </p:spPr>
        <p:txBody>
          <a:bodyPr vert="horz" wrap="square" lIns="91440" tIns="45720" rIns="91440" bIns="45720" numCol="1" rtlCol="0" anchor="ctr" anchorCtr="0" compatLnSpc="1">
            <a:normAutofit fontScale="9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Useful Expressions</a:t>
            </a:r>
            <a:endParaRPr kumimoji="0" lang="zh-CN" altLang="en-US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05000" y="1143000"/>
            <a:ext cx="6781800" cy="4983163"/>
          </a:xfrm>
        </p:spPr>
        <p:txBody>
          <a:bodyPr vert="horz" wrap="square" lIns="91440" tIns="45720" rIns="91440" bIns="45720" numCol="1" rtlCol="0" anchor="t" anchorCtr="0" compatLnSpc="1">
            <a:normAutofit fontScale="62500" lnSpcReduction="20000"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 </a:t>
            </a: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每日行程安排：</a:t>
            </a:r>
            <a:endParaRPr kumimoji="0" lang="en-US" altLang="zh-CN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day by day itineraries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2. </a:t>
            </a: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报价包含</a:t>
            </a:r>
            <a:endParaRPr kumimoji="0" lang="en-US" altLang="zh-CN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price inclusion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 </a:t>
            </a: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报价不含</a:t>
            </a:r>
            <a:endParaRPr kumimoji="0" lang="en-US" altLang="zh-CN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price exclusion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4. </a:t>
            </a: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发车日期</a:t>
            </a:r>
            <a:endParaRPr kumimoji="0" lang="en-US" altLang="zh-CN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departure date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5. </a:t>
            </a: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经济游</a:t>
            </a: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\</a:t>
            </a: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豪华游</a:t>
            </a:r>
            <a:endParaRPr kumimoji="0" lang="en-US" altLang="zh-CN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budget tour\ deluxe tour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6. </a:t>
            </a: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住宿</a:t>
            </a:r>
            <a:endParaRPr kumimoji="0" lang="en-US" altLang="zh-CN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accommodation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7. </a:t>
            </a: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淡季</a:t>
            </a: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\</a:t>
            </a: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旺季</a:t>
            </a:r>
            <a:endParaRPr kumimoji="0" lang="en-US" altLang="zh-CN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low season\high season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8. </a:t>
            </a: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协议条款</a:t>
            </a: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\</a:t>
            </a: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合同条款</a:t>
            </a:r>
            <a:endParaRPr kumimoji="0" lang="en-US" altLang="zh-CN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terms and conditions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867400"/>
          </a:xfrm>
        </p:spPr>
        <p:txBody>
          <a:bodyPr vert="horz" wrap="square" lIns="91440" tIns="45720" rIns="91440" bIns="45720" numCol="1" rtlCol="0" anchor="t" anchorCtr="0" compatLnSpc="1">
            <a:normAutofit fontScale="92500"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Useful Expressions and Sentence Patterns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旅游景点介绍，如历史文化背景， 特产等</a:t>
            </a:r>
            <a:endParaRPr kumimoji="0" lang="en-US" altLang="zh-CN" sz="2800" b="1" i="0" u="none" strike="noStrike" kern="120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本次旅程将带您到中国的一些偏远地区。</a:t>
            </a:r>
            <a:endParaRPr kumimoji="0" lang="en-US" altLang="zh-CN" sz="2800" b="1" i="0" u="none" strike="noStrike" kern="120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This tour takes you to the very remote parts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of China.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2.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这是中国传统文化的象征。</a:t>
            </a:r>
            <a:endParaRPr kumimoji="0" lang="en-US" altLang="zh-CN" sz="2800" b="1" i="0" u="none" strike="noStrike" kern="120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That is the symbol of traditional Chinese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culture.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3.</a:t>
            </a:r>
            <a:r>
              <a:rPr kumimoji="0" lang="zh-CN" altLang="en-US" sz="3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本次文化之旅的亮点是去探索有千年历史的南浔</a:t>
            </a:r>
            <a:endParaRPr kumimoji="0" lang="en-US" altLang="zh-CN" sz="3000" b="1" i="0" u="none" strike="noStrike" kern="120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古镇。</a:t>
            </a:r>
            <a:endParaRPr kumimoji="0" lang="en-US" altLang="zh-CN" sz="3000" b="1" i="0" u="none" strike="noStrike" kern="120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highlight of this culture travel route is to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explore the Ancient Town of Nan </a:t>
            </a:r>
            <a:r>
              <a:rPr kumimoji="0" lang="en-US" altLang="zh-CN" sz="32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Xun</a:t>
            </a: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defRPr/>
            </a:pPr>
            <a:endParaRPr kumimoji="0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defRPr/>
            </a:pPr>
            <a:endParaRPr kumimoji="0" lang="zh-CN" alt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墨迹 1"/>
              <p14:cNvContentPartPr/>
              <p14:nvPr/>
            </p14:nvContentPartPr>
            <p14:xfrm>
              <a:off x="5457960" y="2152800"/>
              <a:ext cx="1333800" cy="19440"/>
            </p14:xfrm>
          </p:contentPart>
        </mc:Choice>
        <mc:Fallback>
          <p:pic>
            <p:nvPicPr>
              <p:cNvPr id="2" name="墨迹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42120" y="2089080"/>
                <a:ext cx="136548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墨迹 3"/>
              <p14:cNvContentPartPr/>
              <p14:nvPr/>
            </p14:nvContentPartPr>
            <p14:xfrm>
              <a:off x="2514600" y="3629160"/>
              <a:ext cx="1305360" cy="38160"/>
            </p14:xfrm>
          </p:contentPart>
        </mc:Choice>
        <mc:Fallback>
          <p:pic>
            <p:nvPicPr>
              <p:cNvPr id="4" name="墨迹 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98760" y="3565440"/>
                <a:ext cx="133704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墨迹 4"/>
              <p14:cNvContentPartPr/>
              <p14:nvPr/>
            </p14:nvContentPartPr>
            <p14:xfrm>
              <a:off x="1343160" y="5562720"/>
              <a:ext cx="1143360" cy="95400"/>
            </p14:xfrm>
          </p:contentPart>
        </mc:Choice>
        <mc:Fallback>
          <p:pic>
            <p:nvPicPr>
              <p:cNvPr id="5" name="墨迹 4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27320" y="5499000"/>
                <a:ext cx="117504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墨迹 5"/>
              <p14:cNvContentPartPr/>
              <p14:nvPr/>
            </p14:nvContentPartPr>
            <p14:xfrm>
              <a:off x="4010040" y="5657760"/>
              <a:ext cx="3096000" cy="76680"/>
            </p14:xfrm>
          </p:contentPart>
        </mc:Choice>
        <mc:Fallback>
          <p:pic>
            <p:nvPicPr>
              <p:cNvPr id="6" name="墨迹 5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94200" y="5594400"/>
                <a:ext cx="3127680" cy="203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 vert="horz" wrap="square" lIns="91440" tIns="45720" rIns="91440" bIns="45720" numCol="1" rtlCol="0" anchor="t" anchorCtr="0" compatLnSpc="1">
            <a:normAutofit fontScale="85000"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每日行程安排及所包含服务项目</a:t>
            </a:r>
            <a:endParaRPr kumimoji="0" lang="en-US" altLang="zh-CN" sz="3200" b="1" i="0" u="none" strike="noStrike" kern="120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4.</a:t>
            </a: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报价包含：全程独立旅游车交通费、门票及导游费用。</a:t>
            </a:r>
            <a:endParaRPr kumimoji="0" lang="en-US" altLang="zh-CN" sz="3200" b="1" i="0" u="none" strike="noStrike" kern="120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The price includes all transfer with private vehicle, entrance fees and tour guide.</a:t>
            </a:r>
            <a:endParaRPr kumimoji="0" lang="zh-CN" altLang="en-US" sz="3200" b="1" i="0" u="none" strike="noStrike" kern="120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5.</a:t>
            </a: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以上报价基于至少两位游客，单个游客请再付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95</a:t>
            </a: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美元，六人以上游客请发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e-mail</a:t>
            </a: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给我们以咨询新的报价。</a:t>
            </a:r>
            <a:endParaRPr kumimoji="0" lang="en-US" altLang="zh-CN" sz="3200" b="1" i="0" u="none" strike="noStrike" kern="120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The price above is based on minimum two travelers. For single person, please pay extra $95. For a group of over 6 people, please email us for a new quotation.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6.</a:t>
            </a: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提前付款</a:t>
            </a:r>
            <a:endParaRPr kumimoji="0" lang="en-US" altLang="zh-CN" sz="3200" b="1" i="0" u="none" strike="noStrike" kern="120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Payment in advance.</a:t>
            </a:r>
            <a:endParaRPr kumimoji="0" lang="zh-CN" altLang="en-US" sz="3200" b="1" i="0" u="none" strike="noStrike" kern="120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3200" b="1" i="0" u="none" strike="noStrike" kern="120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墨迹 1"/>
              <p14:cNvContentPartPr/>
              <p14:nvPr/>
            </p14:nvContentPartPr>
            <p14:xfrm>
              <a:off x="3981600" y="1981080"/>
              <a:ext cx="1114920" cy="19440"/>
            </p14:xfrm>
          </p:contentPart>
        </mc:Choice>
        <mc:Fallback>
          <p:pic>
            <p:nvPicPr>
              <p:cNvPr id="2" name="墨迹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65760" y="1917720"/>
                <a:ext cx="114660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墨迹 3"/>
              <p14:cNvContentPartPr/>
              <p14:nvPr/>
            </p14:nvContentPartPr>
            <p14:xfrm>
              <a:off x="6972480" y="1971720"/>
              <a:ext cx="1067040" cy="66960"/>
            </p14:xfrm>
          </p:contentPart>
        </mc:Choice>
        <mc:Fallback>
          <p:pic>
            <p:nvPicPr>
              <p:cNvPr id="4" name="墨迹 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56640" y="1908000"/>
                <a:ext cx="109872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墨迹 4"/>
              <p14:cNvContentPartPr/>
              <p14:nvPr/>
            </p14:nvContentPartPr>
            <p14:xfrm>
              <a:off x="914400" y="2333520"/>
              <a:ext cx="1981800" cy="19440"/>
            </p14:xfrm>
          </p:contentPart>
        </mc:Choice>
        <mc:Fallback>
          <p:pic>
            <p:nvPicPr>
              <p:cNvPr id="5" name="墨迹 4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98560" y="2270160"/>
                <a:ext cx="201348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墨迹 5"/>
              <p14:cNvContentPartPr/>
              <p14:nvPr/>
            </p14:nvContentPartPr>
            <p14:xfrm>
              <a:off x="3124440" y="3981600"/>
              <a:ext cx="1990800" cy="360"/>
            </p14:xfrm>
          </p:contentPart>
        </mc:Choice>
        <mc:Fallback>
          <p:pic>
            <p:nvPicPr>
              <p:cNvPr id="6" name="墨迹 5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108600" y="3917880"/>
                <a:ext cx="202284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" name="墨迹 6"/>
              <p14:cNvContentPartPr/>
              <p14:nvPr/>
            </p14:nvContentPartPr>
            <p14:xfrm>
              <a:off x="5133960" y="3924360"/>
              <a:ext cx="2124720" cy="47880"/>
            </p14:xfrm>
          </p:contentPart>
        </mc:Choice>
        <mc:Fallback>
          <p:pic>
            <p:nvPicPr>
              <p:cNvPr id="7" name="墨迹 6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118120" y="3860640"/>
                <a:ext cx="215640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8" name="墨迹 7"/>
              <p14:cNvContentPartPr/>
              <p14:nvPr/>
            </p14:nvContentPartPr>
            <p14:xfrm>
              <a:off x="5124600" y="4362480"/>
              <a:ext cx="667080" cy="9720"/>
            </p14:xfrm>
          </p:contentPart>
        </mc:Choice>
        <mc:Fallback>
          <p:pic>
            <p:nvPicPr>
              <p:cNvPr id="8" name="墨迹 7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108760" y="4299120"/>
                <a:ext cx="69876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9" name="墨迹 8"/>
              <p14:cNvContentPartPr/>
              <p14:nvPr/>
            </p14:nvContentPartPr>
            <p14:xfrm>
              <a:off x="5648400" y="4695840"/>
              <a:ext cx="2495880" cy="47880"/>
            </p14:xfrm>
          </p:contentPart>
        </mc:Choice>
        <mc:Fallback>
          <p:pic>
            <p:nvPicPr>
              <p:cNvPr id="9" name="墨迹 8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632560" y="4632480"/>
                <a:ext cx="252756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0" name="墨迹 9"/>
              <p14:cNvContentPartPr/>
              <p14:nvPr/>
            </p14:nvContentPartPr>
            <p14:xfrm>
              <a:off x="943200" y="5648400"/>
              <a:ext cx="3391200" cy="66960"/>
            </p14:xfrm>
          </p:contentPart>
        </mc:Choice>
        <mc:Fallback>
          <p:pic>
            <p:nvPicPr>
              <p:cNvPr id="10" name="墨迹 9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27360" y="5584680"/>
                <a:ext cx="3422880" cy="194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  <a:ln/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b="1" dirty="0">
                <a:solidFill>
                  <a:srgbClr val="002060"/>
                </a:solidFill>
              </a:rPr>
              <a:t>7. </a:t>
            </a:r>
            <a:r>
              <a:rPr lang="zh-CN" altLang="en-US" b="1" dirty="0">
                <a:solidFill>
                  <a:srgbClr val="002060"/>
                </a:solidFill>
              </a:rPr>
              <a:t>导游将在机场接你们，然后到酒店。</a:t>
            </a:r>
            <a:endParaRPr lang="en-US" altLang="zh-CN" b="1" dirty="0">
              <a:solidFill>
                <a:srgbClr val="002060"/>
              </a:solidFill>
            </a:endParaRPr>
          </a:p>
          <a:p>
            <a:pPr eaLnBrk="1" hangingPunct="1"/>
            <a:r>
              <a:rPr lang="en-US" altLang="zh-CN" b="1" dirty="0">
                <a:solidFill>
                  <a:srgbClr val="002060"/>
                </a:solidFill>
              </a:rPr>
              <a:t>You are greeted by your guide at the airport and transferred to the hotel.</a:t>
            </a:r>
          </a:p>
          <a:p>
            <a:pPr eaLnBrk="1" hangingPunct="1"/>
            <a:r>
              <a:rPr lang="en-US" altLang="zh-CN" b="1" dirty="0">
                <a:solidFill>
                  <a:srgbClr val="002060"/>
                </a:solidFill>
              </a:rPr>
              <a:t>8.</a:t>
            </a:r>
            <a:r>
              <a:rPr lang="zh-CN" altLang="en-US" b="1" dirty="0">
                <a:solidFill>
                  <a:srgbClr val="002060"/>
                </a:solidFill>
              </a:rPr>
              <a:t>优惠条款：八人以上打八折。</a:t>
            </a:r>
            <a:endParaRPr lang="en-US" altLang="zh-CN" b="1" dirty="0">
              <a:solidFill>
                <a:srgbClr val="002060"/>
              </a:solidFill>
            </a:endParaRPr>
          </a:p>
          <a:p>
            <a:pPr eaLnBrk="1" hangingPunct="1"/>
            <a:r>
              <a:rPr lang="en-US" altLang="zh-CN" b="1" dirty="0">
                <a:solidFill>
                  <a:srgbClr val="002060"/>
                </a:solidFill>
              </a:rPr>
              <a:t>Bonuses info:  20% off for a group of 8 people and above.</a:t>
            </a:r>
            <a:endParaRPr lang="zh-CN" altLang="en-US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墨迹 1"/>
              <p14:cNvContentPartPr/>
              <p14:nvPr/>
            </p14:nvContentPartPr>
            <p14:xfrm>
              <a:off x="1600200" y="2190600"/>
              <a:ext cx="1781640" cy="29160"/>
            </p14:xfrm>
          </p:contentPart>
        </mc:Choice>
        <mc:Fallback>
          <p:pic>
            <p:nvPicPr>
              <p:cNvPr id="2" name="墨迹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84360" y="2127240"/>
                <a:ext cx="181332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墨迹 3"/>
              <p14:cNvContentPartPr/>
              <p14:nvPr/>
            </p14:nvContentPartPr>
            <p14:xfrm>
              <a:off x="2257560" y="1733400"/>
              <a:ext cx="1276560" cy="10080"/>
            </p14:xfrm>
          </p:contentPart>
        </mc:Choice>
        <mc:Fallback>
          <p:pic>
            <p:nvPicPr>
              <p:cNvPr id="4" name="墨迹 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41720" y="1670040"/>
                <a:ext cx="130824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墨迹 4"/>
              <p14:cNvContentPartPr/>
              <p14:nvPr/>
            </p14:nvContentPartPr>
            <p14:xfrm>
              <a:off x="866880" y="3371760"/>
              <a:ext cx="1895760" cy="95760"/>
            </p14:xfrm>
          </p:contentPart>
        </mc:Choice>
        <mc:Fallback>
          <p:pic>
            <p:nvPicPr>
              <p:cNvPr id="5" name="墨迹 4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51040" y="3308400"/>
                <a:ext cx="192744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墨迹 5"/>
              <p14:cNvContentPartPr/>
              <p14:nvPr/>
            </p14:nvContentPartPr>
            <p14:xfrm>
              <a:off x="3409920" y="3352680"/>
              <a:ext cx="4134240" cy="38520"/>
            </p14:xfrm>
          </p:contentPart>
        </mc:Choice>
        <mc:Fallback>
          <p:pic>
            <p:nvPicPr>
              <p:cNvPr id="6" name="墨迹 5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394080" y="3289320"/>
                <a:ext cx="4165920" cy="165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11" end="1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charRg st="111" end="15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304800" y="304800"/>
          <a:ext cx="8229600" cy="6221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524000"/>
                <a:gridCol w="1981200"/>
                <a:gridCol w="3810000"/>
              </a:tblGrid>
              <a:tr h="1132827">
                <a:tc>
                  <a:txBody>
                    <a:bodyPr/>
                    <a:lstStyle/>
                    <a:p>
                      <a:endParaRPr lang="en-US" altLang="zh-CN" dirty="0" smtClean="0"/>
                    </a:p>
                    <a:p>
                      <a:endParaRPr lang="en-US" altLang="zh-CN" dirty="0" smtClean="0"/>
                    </a:p>
                    <a:p>
                      <a:endParaRPr lang="en-US" altLang="zh-CN" dirty="0" smtClean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sz="2400" dirty="0" smtClean="0"/>
                    </a:p>
                    <a:p>
                      <a:r>
                        <a:rPr lang="en-US" altLang="zh-CN" sz="2000" dirty="0" smtClean="0"/>
                        <a:t>Destination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sz="2400" dirty="0" smtClean="0"/>
                    </a:p>
                    <a:p>
                      <a:r>
                        <a:rPr lang="en-US" altLang="zh-CN" sz="2000" dirty="0" smtClean="0"/>
                        <a:t>Accommodation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sz="2400" dirty="0" smtClean="0"/>
                    </a:p>
                    <a:p>
                      <a:r>
                        <a:rPr lang="en-US" altLang="zh-CN" sz="2000" dirty="0" smtClean="0"/>
                        <a:t>Free  services and possible charges</a:t>
                      </a:r>
                      <a:endParaRPr lang="zh-CN" altLang="en-US" sz="2000" dirty="0"/>
                    </a:p>
                  </a:txBody>
                  <a:tcPr/>
                </a:tc>
              </a:tr>
              <a:tr h="1481389">
                <a:tc>
                  <a:txBody>
                    <a:bodyPr/>
                    <a:lstStyle/>
                    <a:p>
                      <a:endParaRPr lang="en-US" altLang="zh-CN" sz="2400" dirty="0" smtClean="0"/>
                    </a:p>
                    <a:p>
                      <a:r>
                        <a:rPr lang="en-US" altLang="zh-CN" sz="2400" dirty="0" smtClean="0"/>
                        <a:t>Day 1</a:t>
                      </a:r>
                    </a:p>
                    <a:p>
                      <a:endParaRPr lang="en-US" altLang="zh-CN" sz="2400" dirty="0" smtClean="0"/>
                    </a:p>
                    <a:p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sz="2400" dirty="0" smtClean="0"/>
                    </a:p>
                    <a:p>
                      <a:r>
                        <a:rPr lang="en-US" altLang="zh-CN" sz="2400" dirty="0" smtClean="0"/>
                        <a:t>  England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sz="2400" dirty="0" smtClean="0"/>
                    </a:p>
                    <a:p>
                      <a:r>
                        <a:rPr lang="en-US" altLang="zh-CN" sz="2400" dirty="0" smtClean="0"/>
                        <a:t>           /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sz="2400" dirty="0" smtClean="0"/>
                    </a:p>
                    <a:p>
                      <a:r>
                        <a:rPr lang="en-US" altLang="zh-CN" sz="2400" dirty="0" smtClean="0"/>
                        <a:t>Free</a:t>
                      </a:r>
                      <a:r>
                        <a:rPr lang="en-US" altLang="zh-CN" sz="2400" baseline="0" dirty="0" smtClean="0"/>
                        <a:t> meal, drinks, </a:t>
                      </a:r>
                      <a:r>
                        <a:rPr lang="en-US" altLang="zh-CN" sz="2400" baseline="0" dirty="0" smtClean="0">
                          <a:solidFill>
                            <a:schemeClr val="tx1"/>
                          </a:solidFill>
                        </a:rPr>
                        <a:t>and in-flight entertainment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1481389">
                <a:tc>
                  <a:txBody>
                    <a:bodyPr/>
                    <a:lstStyle/>
                    <a:p>
                      <a:endParaRPr lang="en-US" altLang="zh-CN" sz="2400" dirty="0" smtClean="0"/>
                    </a:p>
                    <a:p>
                      <a:endParaRPr lang="en-US" altLang="zh-CN" sz="2400" dirty="0" smtClean="0"/>
                    </a:p>
                    <a:p>
                      <a:r>
                        <a:rPr lang="en-US" altLang="zh-CN" sz="2400" dirty="0" smtClean="0"/>
                        <a:t>Day 2</a:t>
                      </a:r>
                    </a:p>
                    <a:p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sz="2400" dirty="0" smtClean="0"/>
                    </a:p>
                    <a:p>
                      <a:r>
                        <a:rPr lang="en-US" altLang="zh-CN" sz="2400" dirty="0" smtClean="0"/>
                        <a:t> </a:t>
                      </a:r>
                    </a:p>
                    <a:p>
                      <a:r>
                        <a:rPr lang="en-US" altLang="zh-CN" sz="2400" dirty="0" smtClean="0"/>
                        <a:t>  London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sz="2400" dirty="0" smtClean="0"/>
                    </a:p>
                    <a:p>
                      <a:r>
                        <a:rPr lang="en-US" altLang="zh-CN" sz="2400" dirty="0" smtClean="0"/>
                        <a:t>Central Park Hotel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sz="2400" dirty="0" smtClean="0"/>
                    </a:p>
                    <a:p>
                      <a:r>
                        <a:rPr lang="en-US" altLang="zh-CN" sz="2400" dirty="0" smtClean="0"/>
                        <a:t>Breakfast. An optional transfer $ 42 ( or from London Gatwick  $ 53)</a:t>
                      </a:r>
                      <a:endParaRPr lang="zh-CN" altLang="en-US" sz="2400" dirty="0"/>
                    </a:p>
                  </a:txBody>
                  <a:tcPr/>
                </a:tc>
              </a:tr>
              <a:tr h="1924195">
                <a:tc>
                  <a:txBody>
                    <a:bodyPr/>
                    <a:lstStyle/>
                    <a:p>
                      <a:endParaRPr lang="en-US" altLang="zh-CN" sz="2400" dirty="0" smtClean="0"/>
                    </a:p>
                    <a:p>
                      <a:endParaRPr lang="en-US" altLang="zh-CN" sz="2400" dirty="0" smtClean="0"/>
                    </a:p>
                    <a:p>
                      <a:r>
                        <a:rPr lang="en-US" altLang="zh-CN" sz="2400" dirty="0" smtClean="0"/>
                        <a:t>Day 3</a:t>
                      </a:r>
                    </a:p>
                    <a:p>
                      <a:endParaRPr lang="en-US" altLang="zh-CN" sz="2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sz="2400" dirty="0" smtClean="0"/>
                    </a:p>
                    <a:p>
                      <a:endParaRPr lang="en-US" altLang="zh-CN" sz="2400" dirty="0" smtClean="0"/>
                    </a:p>
                    <a:p>
                      <a:r>
                        <a:rPr lang="en-US" altLang="zh-CN" sz="2400" dirty="0" smtClean="0"/>
                        <a:t>London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sz="2400" dirty="0" smtClean="0"/>
                    </a:p>
                    <a:p>
                      <a:endParaRPr lang="en-US" altLang="zh-CN" sz="2400" dirty="0" smtClean="0"/>
                    </a:p>
                    <a:p>
                      <a:r>
                        <a:rPr lang="en-US" altLang="zh-CN" sz="2400" dirty="0" smtClean="0"/>
                        <a:t>Central</a:t>
                      </a:r>
                      <a:r>
                        <a:rPr lang="en-US" altLang="zh-CN" sz="2400" baseline="0" dirty="0" smtClean="0"/>
                        <a:t> Park Hotel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sz="2400" dirty="0" smtClean="0"/>
                    </a:p>
                    <a:p>
                      <a:endParaRPr lang="en-US" altLang="zh-CN" sz="2400" dirty="0" smtClean="0"/>
                    </a:p>
                    <a:p>
                      <a:r>
                        <a:rPr lang="en-US" altLang="zh-CN" sz="2400" dirty="0" smtClean="0"/>
                        <a:t>Breakfast. Shakespeare's Globe Theatre ($67)   Wallace Plaque</a:t>
                      </a:r>
                      <a:endParaRPr lang="zh-CN" altLang="en-US" sz="2400" dirty="0"/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墨迹 1"/>
              <p14:cNvContentPartPr/>
              <p14:nvPr/>
            </p14:nvContentPartPr>
            <p14:xfrm>
              <a:off x="1305000" y="895320"/>
              <a:ext cx="1238760" cy="19440"/>
            </p14:xfrm>
          </p:contentPart>
        </mc:Choice>
        <mc:Fallback>
          <p:pic>
            <p:nvPicPr>
              <p:cNvPr id="2" name="墨迹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89160" y="831960"/>
                <a:ext cx="127044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墨迹 2"/>
              <p14:cNvContentPartPr/>
              <p14:nvPr/>
            </p14:nvContentPartPr>
            <p14:xfrm>
              <a:off x="2876760" y="895320"/>
              <a:ext cx="1333800" cy="57600"/>
            </p14:xfrm>
          </p:contentPart>
        </mc:Choice>
        <mc:Fallback>
          <p:pic>
            <p:nvPicPr>
              <p:cNvPr id="3" name="墨迹 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60920" y="831960"/>
                <a:ext cx="136548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墨迹 4"/>
              <p14:cNvContentPartPr/>
              <p14:nvPr/>
            </p14:nvContentPartPr>
            <p14:xfrm>
              <a:off x="4838760" y="1190520"/>
              <a:ext cx="933840" cy="10080"/>
            </p14:xfrm>
          </p:contentPart>
        </mc:Choice>
        <mc:Fallback>
          <p:pic>
            <p:nvPicPr>
              <p:cNvPr id="5" name="墨迹 4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822920" y="1127160"/>
                <a:ext cx="96552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墨迹 5"/>
              <p14:cNvContentPartPr/>
              <p14:nvPr/>
            </p14:nvContentPartPr>
            <p14:xfrm>
              <a:off x="4943520" y="876240"/>
              <a:ext cx="1686240" cy="360"/>
            </p14:xfrm>
          </p:contentPart>
        </mc:Choice>
        <mc:Fallback>
          <p:pic>
            <p:nvPicPr>
              <p:cNvPr id="6" name="墨迹 5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927680" y="812880"/>
                <a:ext cx="171792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" name="墨迹 6"/>
              <p14:cNvContentPartPr/>
              <p14:nvPr/>
            </p14:nvContentPartPr>
            <p14:xfrm>
              <a:off x="7591680" y="2057400"/>
              <a:ext cx="400320" cy="38520"/>
            </p14:xfrm>
          </p:contentPart>
        </mc:Choice>
        <mc:Fallback>
          <p:pic>
            <p:nvPicPr>
              <p:cNvPr id="7" name="墨迹 6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575840" y="1994040"/>
                <a:ext cx="43200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8" name="墨迹 7"/>
              <p14:cNvContentPartPr/>
              <p14:nvPr/>
            </p14:nvContentPartPr>
            <p14:xfrm>
              <a:off x="4772160" y="2428920"/>
              <a:ext cx="676800" cy="360"/>
            </p14:xfrm>
          </p:contentPart>
        </mc:Choice>
        <mc:Fallback>
          <p:pic>
            <p:nvPicPr>
              <p:cNvPr id="8" name="墨迹 7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756320" y="2365200"/>
                <a:ext cx="70848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9" name="墨迹 8"/>
              <p14:cNvContentPartPr/>
              <p14:nvPr/>
            </p14:nvContentPartPr>
            <p14:xfrm>
              <a:off x="6419880" y="3610080"/>
              <a:ext cx="1200600" cy="66960"/>
            </p14:xfrm>
          </p:contentPart>
        </mc:Choice>
        <mc:Fallback>
          <p:pic>
            <p:nvPicPr>
              <p:cNvPr id="9" name="墨迹 8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04040" y="3546360"/>
                <a:ext cx="123228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0" name="墨迹 9"/>
              <p14:cNvContentPartPr/>
              <p14:nvPr/>
            </p14:nvContentPartPr>
            <p14:xfrm>
              <a:off x="4829400" y="4038480"/>
              <a:ext cx="1638720" cy="29160"/>
            </p14:xfrm>
          </p:contentPart>
        </mc:Choice>
        <mc:Fallback>
          <p:pic>
            <p:nvPicPr>
              <p:cNvPr id="10" name="墨迹 9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813560" y="3975120"/>
                <a:ext cx="167040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1" name="墨迹 10"/>
              <p14:cNvContentPartPr/>
              <p14:nvPr/>
            </p14:nvContentPartPr>
            <p14:xfrm>
              <a:off x="6134400" y="5524560"/>
              <a:ext cx="1838520" cy="28800"/>
            </p14:xfrm>
          </p:contentPart>
        </mc:Choice>
        <mc:Fallback>
          <p:pic>
            <p:nvPicPr>
              <p:cNvPr id="11" name="墨迹 10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118200" y="5460840"/>
                <a:ext cx="187056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2" name="墨迹 11"/>
              <p14:cNvContentPartPr/>
              <p14:nvPr/>
            </p14:nvContentPartPr>
            <p14:xfrm>
              <a:off x="4810320" y="5934240"/>
              <a:ext cx="2667240" cy="9720"/>
            </p14:xfrm>
          </p:contentPart>
        </mc:Choice>
        <mc:Fallback>
          <p:pic>
            <p:nvPicPr>
              <p:cNvPr id="12" name="墨迹 11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794480" y="5870520"/>
                <a:ext cx="269892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3" name="墨迹 12"/>
              <p14:cNvContentPartPr/>
              <p14:nvPr/>
            </p14:nvContentPartPr>
            <p14:xfrm>
              <a:off x="4886280" y="6334200"/>
              <a:ext cx="1724400" cy="360"/>
            </p14:xfrm>
          </p:contentPart>
        </mc:Choice>
        <mc:Fallback>
          <p:pic>
            <p:nvPicPr>
              <p:cNvPr id="13" name="墨迹 12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870440" y="6270480"/>
                <a:ext cx="1756440" cy="127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 </a:t>
            </a:r>
            <a:endParaRPr lang="zh-CN" altLang="en-US" dirty="0"/>
          </a:p>
        </p:txBody>
      </p:sp>
      <p:pic>
        <p:nvPicPr>
          <p:cNvPr id="4" name="内容占位符 3" descr="QQ截图20180603210737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410200" y="1981200"/>
            <a:ext cx="2981970" cy="3990975"/>
          </a:xfrm>
        </p:spPr>
      </p:pic>
      <p:sp>
        <p:nvSpPr>
          <p:cNvPr id="6" name="TextBox 5"/>
          <p:cNvSpPr txBox="1"/>
          <p:nvPr/>
        </p:nvSpPr>
        <p:spPr>
          <a:xfrm>
            <a:off x="762000" y="457200"/>
            <a:ext cx="7620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William Wallace was a Scottish knight who became one of the main leaders during the Wars of Scottish Independence. He is the hero of the movie</a:t>
            </a:r>
            <a:r>
              <a:rPr lang="en-US" altLang="zh-CN" sz="2400" i="1" dirty="0" smtClean="0"/>
              <a:t> </a:t>
            </a:r>
            <a:r>
              <a:rPr lang="en-US" altLang="zh-CN" sz="2400" i="1" dirty="0" err="1" smtClean="0"/>
              <a:t>Braveheart</a:t>
            </a:r>
            <a:r>
              <a:rPr lang="en-US" altLang="zh-CN" sz="2400" i="1" dirty="0" smtClean="0"/>
              <a:t> </a:t>
            </a:r>
            <a:r>
              <a:rPr lang="en-US" altLang="zh-CN" i="1" dirty="0" smtClean="0"/>
              <a:t>.</a:t>
            </a:r>
          </a:p>
          <a:p>
            <a:endParaRPr lang="zh-CN" altLang="en-US" dirty="0"/>
          </a:p>
        </p:txBody>
      </p:sp>
      <p:pic>
        <p:nvPicPr>
          <p:cNvPr id="1026" name="Picture 2" descr="https://gss0.bdstatic.com/94o3dSag_xI4khGkpoWK1HF6hhy/baike/c0%3Dbaike92%2C5%2C5%2C92%2C30/sign=d26721c7d43f8794c7f2407cb3726591/3c6d55fbb2fb43162d00b80520a4462309f7d3b6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2133600"/>
            <a:ext cx="2672764" cy="3886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457200" y="381000"/>
          <a:ext cx="8229600" cy="585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524000"/>
                <a:gridCol w="1905000"/>
                <a:gridCol w="3886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Day 4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 smtClean="0"/>
                        <a:t>Netherlands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NH Central Station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Breakfast. Optional</a:t>
                      </a:r>
                      <a:r>
                        <a:rPr lang="en-US" altLang="zh-CN" sz="2400" baseline="0" dirty="0" smtClean="0"/>
                        <a:t> transfer for $42 ($53 to Gatwick) for  your  flight to Amsterdam. </a:t>
                      </a:r>
                    </a:p>
                    <a:p>
                      <a:r>
                        <a:rPr lang="en-US" altLang="zh-CN" sz="2400" baseline="0" dirty="0" smtClean="0"/>
                        <a:t>A Transfer from the airport to your hotel is available for $41</a:t>
                      </a:r>
                      <a:endParaRPr lang="zh-CN" alt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Day 5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 smtClean="0"/>
                        <a:t>Amsterdam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NH Central Station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Breakfast. Historic homes, 16</a:t>
                      </a:r>
                      <a:r>
                        <a:rPr lang="en-US" altLang="zh-CN" sz="2400" baseline="30000" dirty="0" smtClean="0"/>
                        <a:t>th</a:t>
                      </a:r>
                      <a:r>
                        <a:rPr lang="en-US" altLang="zh-CN" sz="2400" dirty="0" smtClean="0"/>
                        <a:t>-century</a:t>
                      </a:r>
                      <a:r>
                        <a:rPr lang="en-US" altLang="zh-CN" sz="2400" baseline="0" dirty="0" smtClean="0"/>
                        <a:t> warehouse and churches ($31)</a:t>
                      </a:r>
                      <a:endParaRPr lang="zh-CN" alt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Day 6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 smtClean="0"/>
                        <a:t>Amsterdam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NH Central Station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Breakfast. Visit</a:t>
                      </a:r>
                      <a:r>
                        <a:rPr lang="en-US" altLang="zh-CN" sz="2400" baseline="0" dirty="0" smtClean="0"/>
                        <a:t> a cheese farm before returning through the countryside to Amsterdam ($36)</a:t>
                      </a:r>
                      <a:endParaRPr lang="zh-CN" alt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Day 7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 smtClean="0"/>
                        <a:t>U.S.A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/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Breakfast. Optional transfer ($$41)</a:t>
                      </a:r>
                      <a:endParaRPr lang="zh-CN" altLang="en-US" sz="2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305800" cy="792162"/>
          </a:xfrm>
        </p:spPr>
        <p:txBody>
          <a:bodyPr/>
          <a:lstStyle/>
          <a:p>
            <a:r>
              <a:rPr lang="en-US" altLang="zh-CN" dirty="0" smtClean="0"/>
              <a:t>NH Central Station</a:t>
            </a:r>
            <a:r>
              <a:rPr lang="zh-CN" altLang="en-US" dirty="0" smtClean="0"/>
              <a:t/>
            </a:r>
            <a:br>
              <a:rPr lang="zh-CN" altLang="en-US" dirty="0" smtClean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 </a:t>
            </a:r>
            <a:endParaRPr lang="zh-CN" altLang="en-US" dirty="0"/>
          </a:p>
        </p:txBody>
      </p:sp>
      <p:pic>
        <p:nvPicPr>
          <p:cNvPr id="40962" name="Picture 2" descr="Amsterdam Central Station Buildi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43200" y="1447800"/>
            <a:ext cx="3429000" cy="4800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-1"/>
          <p:cNvGraphicFramePr/>
          <p:nvPr/>
        </p:nvGraphicFramePr>
        <p:xfrm>
          <a:off x="83820" y="65405"/>
          <a:ext cx="8975725" cy="67271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335"/>
                <a:gridCol w="2550795"/>
                <a:gridCol w="4880610"/>
                <a:gridCol w="895985"/>
              </a:tblGrid>
              <a:tr h="25654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Date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Comic Sans MS" panose="030F0702030302020204" charset="0"/>
                        <a:cs typeface="Comic Sans MS" panose="030F0702030302020204" charset="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Sites</a:t>
                      </a: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Stay at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Comic Sans MS" panose="030F0702030302020204" charset="0"/>
                        <a:cs typeface="Comic Sans MS" panose="030F0702030302020204" charset="0"/>
                      </a:endParaRPr>
                    </a:p>
                  </a:txBody>
                  <a:tcPr marL="0" marR="0" marT="0" marB="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Travel by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Comic Sans MS" panose="030F0702030302020204" charset="0"/>
                        <a:cs typeface="Comic Sans MS" panose="030F0702030302020204" charset="0"/>
                      </a:endParaRPr>
                    </a:p>
                  </a:txBody>
                  <a:tcPr marL="0" marR="0" marT="0" marB="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039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201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.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.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15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 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Comic Sans MS" panose="030F0702030302020204" charset="0"/>
                        <a:cs typeface="Comic Sans MS" panose="030F0702030302020204" charset="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Hangzhou-Vancouver 11:05- 11:10Vancouver -Ottawa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Comic Sans MS" panose="030F0702030302020204" charset="0"/>
                        <a:cs typeface="Comic Sans MS" panose="030F0702030302020204" charset="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Courtyard Ottawa East </a:t>
                      </a:r>
                    </a:p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200 Coventry Road, K1K 4S3 Ottawa</a:t>
                      </a:r>
                    </a:p>
                  </a:txBody>
                  <a:tcPr marL="0" marR="0" marT="0" marB="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Flight CA 1510/991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Comic Sans MS" panose="030F0702030302020204" charset="0"/>
                        <a:cs typeface="Comic Sans MS" panose="030F0702030302020204" charset="0"/>
                      </a:endParaRPr>
                    </a:p>
                  </a:txBody>
                  <a:tcPr marL="0" marR="0" marT="0" marB="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.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15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-7.1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</a:t>
                      </a: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Ottawa 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Comic Sans MS" panose="030F0702030302020204" charset="0"/>
                        <a:cs typeface="Comic Sans MS" panose="030F0702030302020204" charset="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Courtyard Ottawa East</a:t>
                      </a:r>
                    </a:p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200 Coventry Road, K1K 4S3 Ottawa</a:t>
                      </a:r>
                    </a:p>
                  </a:txBody>
                  <a:tcPr marL="0" marR="0" marT="0" marB="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car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Comic Sans MS" panose="030F0702030302020204" charset="0"/>
                        <a:cs typeface="Comic Sans MS" panose="030F0702030302020204" charset="0"/>
                      </a:endParaRPr>
                    </a:p>
                  </a:txBody>
                  <a:tcPr marL="0" marR="0" marT="0" marB="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543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7.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18</a:t>
                      </a: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 Ottawa-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2h-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Kingston 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Comic Sans MS" panose="030F0702030302020204" charset="0"/>
                        <a:cs typeface="Comic Sans MS" panose="030F0702030302020204" charset="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Residence Inn by Marriott Kingston Water's Edge   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7 Earl Street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Kingston , K7L 0A4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Comic Sans MS" panose="030F0702030302020204" charset="0"/>
                      </a:endParaRPr>
                    </a:p>
                  </a:txBody>
                  <a:tcPr marL="68580" marR="68580" marT="0" marB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car</a:t>
                      </a:r>
                    </a:p>
                  </a:txBody>
                  <a:tcPr marL="0" marR="0" marT="0" marB="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705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7.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19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  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Comic Sans MS" panose="030F0702030302020204" charset="0"/>
                        <a:cs typeface="Comic Sans MS" panose="030F0702030302020204" charset="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 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Kingston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-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2.5h-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Toronto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-1.5h-Nigara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 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Fall 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 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Comic Sans MS" panose="030F0702030302020204" charset="0"/>
                        <a:cs typeface="Comic Sans MS" panose="030F0702030302020204" charset="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Hilton Hotel and Suites Niagara Falls/Fallsview 6361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Fallsview BoulevardNiagara Falls, L2G 3V9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Comic Sans MS" panose="030F0702030302020204" charset="0"/>
                      </a:endParaRPr>
                    </a:p>
                  </a:txBody>
                  <a:tcPr marL="68580" marR="68580" marT="133350" marB="26669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car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Comic Sans MS" panose="030F0702030302020204" charset="0"/>
                        <a:cs typeface="Comic Sans MS" panose="030F0702030302020204" charset="0"/>
                      </a:endParaRPr>
                    </a:p>
                  </a:txBody>
                  <a:tcPr marL="0" marR="0" marT="0" marB="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499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7.20</a:t>
                      </a: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 Toronto 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Comic Sans MS" panose="030F0702030302020204" charset="0"/>
                        <a:cs typeface="Comic Sans MS" panose="030F0702030302020204" charset="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alibri" panose="020F0502020204030204" charset="0"/>
                        </a:rPr>
                        <a:t> Residence Inn by Marriott Toronto Airport </a:t>
                      </a:r>
                    </a:p>
                    <a:p>
                      <a:pPr indent="0"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17 Reading Court </a:t>
                      </a:r>
                      <a:r>
                        <a:rPr lang="en-US" altLang="zh-CN" sz="1600" b="1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Etobicoke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Toronto , M9W 7K7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Calibri" panose="020F0502020204030204" charset="0"/>
                        <a:cs typeface="Comic Sans MS" panose="030F0702030302020204" charset="0"/>
                      </a:endParaRPr>
                    </a:p>
                  </a:txBody>
                  <a:tcPr marL="0" marR="0" marT="0" marB="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car</a:t>
                      </a:r>
                    </a:p>
                  </a:txBody>
                  <a:tcPr marL="0" marR="0" marT="0" marB="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086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7.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21</a:t>
                      </a: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Toronto-Calgary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Helvetica Neue" charset="0"/>
                        </a:rPr>
                        <a:t>CrossIron Mills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shopping</a:t>
                      </a:r>
                      <a:r>
                        <a:rPr lang="en-US" altLang="zh-CN" sz="1600" b="1" i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 </a:t>
                      </a:r>
                      <a:endParaRPr lang="en-US" altLang="zh-CN" sz="1600" b="1" i="1">
                        <a:solidFill>
                          <a:schemeClr val="tx1"/>
                        </a:solidFill>
                        <a:latin typeface="Times New Roman" panose="02020603050405020304" charset="0"/>
                        <a:ea typeface="Comic Sans MS" panose="030F0702030302020204" charset="0"/>
                        <a:cs typeface="Comic Sans MS" panose="030F0702030302020204" charset="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Lakeview Signature Inn </a:t>
                      </a:r>
                    </a:p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2622 39th Avenue Northeast, T1Y 7J9  14037353336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Comic Sans MS" panose="030F0702030302020204" charset="0"/>
                        <a:cs typeface="Comic Sans MS" panose="030F0702030302020204" charset="0"/>
                      </a:endParaRPr>
                    </a:p>
                  </a:txBody>
                  <a:tcPr marL="68580" marR="68580" marT="0" marB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Flight   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Comic Sans MS" panose="030F0702030302020204" charset="0"/>
                        <a:cs typeface="Comic Sans MS" panose="030F0702030302020204" charset="0"/>
                      </a:endParaRPr>
                    </a:p>
                  </a:txBody>
                  <a:tcPr marL="0" marR="0" marT="0" marB="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244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7.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22-7.24</a:t>
                      </a: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Calgary-1A-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Canmore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)-banff-Lake louise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 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Comic Sans MS" panose="030F0702030302020204" charset="0"/>
                        <a:cs typeface="Comic Sans MS" panose="030F0702030302020204" charset="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Helvetica" charset="0"/>
                        </a:rPr>
                        <a:t>Lake Louise Inn</a:t>
                      </a:r>
                    </a:p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Helvetica" charset="0"/>
                        </a:rPr>
                        <a:t>210 Village Road PO BOX 209, Lake Louise, T0L 1E0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 charset="0"/>
                        <a:cs typeface="Helvetica" charset="0"/>
                      </a:endParaRPr>
                    </a:p>
                  </a:txBody>
                  <a:tcPr marL="68580" marR="68580" marT="0" marB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car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Comic Sans MS" panose="030F0702030302020204" charset="0"/>
                        <a:cs typeface="Comic Sans MS" panose="030F0702030302020204" charset="0"/>
                      </a:endParaRPr>
                    </a:p>
                  </a:txBody>
                  <a:tcPr marL="0" marR="0" marT="0" marB="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244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7.25</a:t>
                      </a: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Lake Louise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-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(232km)3h-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Jasper 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Comic Sans MS" panose="030F0702030302020204" charset="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 Dave &amp; Honey's Accommodation </a:t>
                      </a:r>
                    </a:p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804 Turret Street, T0E 1E0 ，Jasper    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1780852727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Comic Sans MS" panose="030F0702030302020204" charset="0"/>
                      </a:endParaRPr>
                    </a:p>
                  </a:txBody>
                  <a:tcPr marL="0" marR="0" marT="0" marB="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car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Comic Sans MS" panose="030F0702030302020204" charset="0"/>
                        <a:cs typeface="Comic Sans MS" panose="030F0702030302020204" charset="0"/>
                      </a:endParaRPr>
                    </a:p>
                  </a:txBody>
                  <a:tcPr marL="0" marR="0" marT="0" marB="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244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7.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26</a:t>
                      </a: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Jasper-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(321km)4h-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 Golden 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Comic Sans MS" panose="030F0702030302020204" charset="0"/>
                        <a:cs typeface="Comic Sans MS" panose="030F0702030302020204" charset="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 Kapristo Lodge</a:t>
                      </a:r>
                    </a:p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1297 Campbell Road, V0A 1H7 12503446048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Comic Sans MS" panose="030F0702030302020204" charset="0"/>
                        <a:cs typeface="Comic Sans MS" panose="030F0702030302020204" charset="0"/>
                      </a:endParaRPr>
                    </a:p>
                  </a:txBody>
                  <a:tcPr marL="0" marR="0" marT="0" marB="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car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Comic Sans MS" panose="030F0702030302020204" charset="0"/>
                        <a:cs typeface="Comic Sans MS" panose="030F0702030302020204" charset="0"/>
                      </a:endParaRPr>
                    </a:p>
                  </a:txBody>
                  <a:tcPr marL="0" marR="0" marT="0" marB="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244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7.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27</a:t>
                      </a: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Golden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Vancouver 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Comic Sans MS" panose="030F0702030302020204" charset="0"/>
                        <a:cs typeface="Comic Sans MS" panose="030F0702030302020204" charset="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alibri" panose="020F0502020204030204" charset="0"/>
                        </a:rPr>
                        <a:t> Robson Suites</a:t>
                      </a:r>
                    </a:p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alibri" panose="020F0502020204030204" charset="0"/>
                        </a:rPr>
                        <a:t>777 Bidwell Street, V6G 3B9 +16046859777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0" marR="0" marT="0" marB="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car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Comic Sans MS" panose="030F0702030302020204" charset="0"/>
                        <a:cs typeface="Comic Sans MS" panose="030F0702030302020204" charset="0"/>
                      </a:endParaRPr>
                    </a:p>
                  </a:txBody>
                  <a:tcPr marL="0" marR="0" marT="0" marB="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244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7.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28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-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8.1</a:t>
                      </a: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Vancouver  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Comic Sans MS" panose="030F0702030302020204" charset="0"/>
                        <a:cs typeface="Comic Sans MS" panose="030F0702030302020204" charset="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alibri" panose="020F0502020204030204" charset="0"/>
                        </a:rPr>
                        <a:t>Robson Suites</a:t>
                      </a:r>
                    </a:p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alibri" panose="020F0502020204030204" charset="0"/>
                        </a:rPr>
                        <a:t>777 Bidwell Street, V6G 3B9 +16046859777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0" marR="0" marT="0" marB="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 car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Comic Sans MS" panose="030F0702030302020204" charset="0"/>
                        <a:cs typeface="Comic Sans MS" panose="030F0702030302020204" charset="0"/>
                      </a:endParaRPr>
                    </a:p>
                  </a:txBody>
                  <a:tcPr marL="0" marR="0" marT="0" marB="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8.2</a:t>
                      </a: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Vancouver-Hangzhou10:40-18:30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Comic Sans MS" panose="030F0702030302020204" charset="0"/>
                        <a:cs typeface="Comic Sans MS" panose="030F0702030302020204" charset="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 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Comic Sans MS" panose="030F0702030302020204" charset="0"/>
                        <a:cs typeface="Comic Sans MS" panose="030F0702030302020204" charset="0"/>
                      </a:endParaRPr>
                    </a:p>
                  </a:txBody>
                  <a:tcPr marL="0" marR="0" marT="0" marB="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Comic Sans MS" panose="030F0702030302020204" charset="0"/>
                        </a:rPr>
                        <a:t>FlightCA998/1563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Comic Sans MS" panose="030F0702030302020204" charset="0"/>
                        <a:cs typeface="Comic Sans MS" panose="030F0702030302020204" charset="0"/>
                      </a:endParaRPr>
                    </a:p>
                  </a:txBody>
                  <a:tcPr marL="0" marR="0" marT="0" marB="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 vert="horz" wrap="square" lIns="91440" tIns="45720" rIns="91440" bIns="45720" numCol="1" rtlCol="0" anchor="t" anchorCtr="0" compatLnSpc="1">
            <a:normAutofit fontScale="85000" lnSpcReduction="2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Homework: Write a tourists’ guide by translating the following information.</a:t>
            </a:r>
            <a:endParaRPr kumimoji="0" lang="zh-CN" alt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北京豪华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日游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报价：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RMB 2800</a:t>
            </a:r>
            <a:endParaRPr kumimoji="0" lang="zh-CN" alt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出发时间：每天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行程安排：第一天：天坛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---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天安门广场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---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故宫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---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北海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第二天：颐和园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---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圆明园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第三天：长城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---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十三陵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报价包含服务：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 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免费从机场、车站接送至酒店，以及全程景点的旅游车接送服务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2. 5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星级住宿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 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一日三餐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4. 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所有门票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3"/>
          </a:xfrm>
        </p:spPr>
        <p:txBody>
          <a:bodyPr vert="horz" wrap="square" lIns="91440" tIns="45720" rIns="91440" bIns="45720" numCol="1" rtlCol="0" anchor="ctr" anchorCtr="0" compatLnSpc="1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Luxury Tour 3 Days of Beijing</a:t>
            </a:r>
            <a:endParaRPr kumimoji="0" lang="zh-CN" altLang="en-US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1066800"/>
            <a:ext cx="8382000" cy="5334000"/>
          </a:xfrm>
        </p:spPr>
        <p:txBody>
          <a:bodyPr vert="horz" wrap="square" lIns="91440" tIns="45720" rIns="91440" bIns="45720" numCol="1" rtlCol="0" anchor="t" anchorCtr="0" compatLnSpc="1">
            <a:normAutofit fontScale="92500" lnSpcReduction="2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Quotation: 2800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Departure Time: Daily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Day by day itineraries: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Day 1 Temple of Heaven-</a:t>
            </a:r>
            <a:r>
              <a:rPr kumimoji="0" lang="en-US" altLang="zh-CN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Tian’anmen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Square-The Imperial Palace-</a:t>
            </a:r>
            <a:r>
              <a:rPr kumimoji="0" lang="en-US" altLang="zh-CN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Beihai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Park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Day 2 Summer Palace-Yuan Ming Yuan Garden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Day 3 Great Wall-Ming Tombs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Price Inclusion: 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Free transfer from the airport and stations to the hotel and to all scenery spots with private van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Accommodation: 5 star hotels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Three meals a day</a:t>
            </a:r>
            <a:endParaRPr kumimoji="0" lang="zh-CN" alt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6000" b="1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Preparation</a:t>
            </a:r>
            <a:endParaRPr lang="zh-CN" altLang="en-US" sz="6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43608" y="1600200"/>
            <a:ext cx="7643192" cy="4525963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4000" b="1" dirty="0" smtClean="0">
                <a:hlinkClick r:id="rId2"/>
              </a:rPr>
              <a:t>www.baidu.com</a:t>
            </a:r>
            <a:endParaRPr lang="en-US" altLang="zh-CN" sz="4000" b="1" dirty="0" smtClean="0"/>
          </a:p>
          <a:p>
            <a:pPr marL="0" indent="0">
              <a:buNone/>
            </a:pPr>
            <a:r>
              <a:rPr lang="en-US" altLang="zh-CN" sz="4000" b="1" dirty="0" smtClean="0">
                <a:hlinkClick r:id="rId3"/>
              </a:rPr>
              <a:t>www.wikipedia.org</a:t>
            </a:r>
            <a:endParaRPr lang="en-US" altLang="zh-CN" sz="4000" b="1" dirty="0" smtClean="0"/>
          </a:p>
          <a:p>
            <a:pPr marL="0" indent="0">
              <a:buNone/>
            </a:pPr>
            <a:r>
              <a:rPr lang="en-US" altLang="zh-CN" sz="4000" b="1" dirty="0" smtClean="0">
                <a:hlinkClick r:id="rId4"/>
              </a:rPr>
              <a:t>www.mafengwo.cn</a:t>
            </a:r>
            <a:endParaRPr lang="en-US" altLang="zh-CN" sz="4000" b="1" dirty="0" smtClean="0"/>
          </a:p>
          <a:p>
            <a:pPr marL="0" indent="0">
              <a:buNone/>
            </a:pPr>
            <a:r>
              <a:rPr lang="en-US" altLang="zh-CN" sz="4000" b="1" dirty="0" smtClean="0">
                <a:hlinkClick r:id="rId5"/>
              </a:rPr>
              <a:t>www.eueueu.com</a:t>
            </a:r>
            <a:endParaRPr lang="en-US" altLang="zh-CN" sz="40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6000" b="1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Booking</a:t>
            </a:r>
            <a:endParaRPr lang="zh-CN" altLang="en-US" sz="6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4000" b="1" dirty="0" smtClean="0">
                <a:hlinkClick r:id="rId2"/>
              </a:rPr>
              <a:t>www.qunaer.com</a:t>
            </a:r>
            <a:endParaRPr lang="en-US" altLang="zh-CN" sz="4000" b="1" dirty="0" smtClean="0"/>
          </a:p>
          <a:p>
            <a:pPr marL="0" indent="0">
              <a:buNone/>
            </a:pPr>
            <a:r>
              <a:rPr lang="en-US" altLang="zh-CN" sz="4000" b="1" dirty="0" smtClean="0">
                <a:hlinkClick r:id="rId3"/>
              </a:rPr>
              <a:t>www.skyscanner.com</a:t>
            </a:r>
            <a:endParaRPr lang="en-US" altLang="zh-CN" sz="4000" b="1" dirty="0" smtClean="0"/>
          </a:p>
          <a:p>
            <a:pPr marL="0" indent="0">
              <a:buNone/>
            </a:pPr>
            <a:r>
              <a:rPr lang="en-US" altLang="zh-CN" sz="4000" b="1" dirty="0" smtClean="0">
                <a:hlinkClick r:id="rId4"/>
              </a:rPr>
              <a:t>www.airasia.com</a:t>
            </a:r>
            <a:endParaRPr lang="en-US" altLang="zh-CN" sz="4000" b="1" dirty="0" smtClean="0"/>
          </a:p>
          <a:p>
            <a:pPr marL="0" indent="0">
              <a:buNone/>
            </a:pPr>
            <a:r>
              <a:rPr lang="en-US" altLang="zh-CN" sz="4000" b="1" dirty="0" smtClean="0">
                <a:hlinkClick r:id="rId5"/>
              </a:rPr>
              <a:t>www.airasiago.com</a:t>
            </a:r>
            <a:endParaRPr lang="en-US" altLang="zh-CN" sz="4000" b="1" dirty="0" smtClean="0"/>
          </a:p>
          <a:p>
            <a:pPr marL="0" indent="0">
              <a:buNone/>
            </a:pPr>
            <a:endParaRPr lang="en-US" altLang="zh-CN" sz="4000" b="1" dirty="0" smtClean="0"/>
          </a:p>
          <a:p>
            <a:pPr marL="0" indent="0">
              <a:buNone/>
            </a:pPr>
            <a:endParaRPr lang="en-US" altLang="zh-CN" sz="4000" b="1" dirty="0" smtClean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6000" b="1" dirty="0" smtClean="0">
                <a:hlinkClick r:id="rId2"/>
              </a:rPr>
              <a:t>www.airasia.com</a:t>
            </a:r>
            <a:endParaRPr lang="zh-CN" altLang="en-US" sz="6000" b="1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570" y="1556792"/>
            <a:ext cx="9175144" cy="5301208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6000" b="1" dirty="0" smtClean="0">
                <a:hlinkClick r:id="rId2"/>
              </a:rPr>
              <a:t>www.airasiago.com</a:t>
            </a:r>
            <a:endParaRPr lang="zh-CN" altLang="en-US" sz="6000" b="1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574" y="1667216"/>
            <a:ext cx="9103160" cy="5190784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4000" b="1" dirty="0" smtClean="0">
                <a:hlinkClick r:id="rId2"/>
              </a:rPr>
              <a:t>www.ctrip.com</a:t>
            </a:r>
            <a:endParaRPr lang="en-US" altLang="zh-CN" sz="4000" b="1" dirty="0" smtClean="0"/>
          </a:p>
          <a:p>
            <a:pPr marL="0" indent="0">
              <a:buNone/>
            </a:pPr>
            <a:r>
              <a:rPr lang="en-US" altLang="zh-CN" sz="4000" b="1" dirty="0" smtClean="0">
                <a:hlinkClick r:id="rId3"/>
              </a:rPr>
              <a:t>www.agoda.com</a:t>
            </a:r>
            <a:endParaRPr lang="en-US" altLang="zh-CN" sz="4000" b="1" dirty="0" smtClean="0"/>
          </a:p>
          <a:p>
            <a:pPr marL="0" indent="0">
              <a:buNone/>
            </a:pPr>
            <a:r>
              <a:rPr lang="en-US" altLang="zh-CN" sz="4000" b="1" dirty="0" smtClean="0">
                <a:hlinkClick r:id="rId4"/>
              </a:rPr>
              <a:t>www.booking.com</a:t>
            </a:r>
            <a:endParaRPr lang="en-US" altLang="zh-CN" sz="4000" b="1" dirty="0" smtClean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6000" b="1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Booking</a:t>
            </a:r>
            <a:endParaRPr lang="zh-CN" altLang="en-US" sz="6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6000" b="1" dirty="0" smtClean="0">
                <a:hlinkClick r:id="rId2"/>
              </a:rPr>
              <a:t>www.agoda.com</a:t>
            </a:r>
            <a:endParaRPr lang="zh-CN" altLang="en-US" sz="6000" b="1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7009"/>
            <a:ext cx="9143999" cy="5140991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6000" b="1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Getting Ready to Go</a:t>
            </a:r>
            <a:endParaRPr lang="zh-CN" altLang="en-US" sz="6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Passport</a:t>
            </a:r>
          </a:p>
          <a:p>
            <a:r>
              <a:rPr lang="en-US" altLang="zh-CN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Visa</a:t>
            </a:r>
          </a:p>
          <a:p>
            <a:r>
              <a:rPr lang="en-US" altLang="zh-CN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Arrival/Departure Card</a:t>
            </a:r>
          </a:p>
          <a:p>
            <a:r>
              <a:rPr lang="en-US" altLang="zh-CN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Customs Declaration </a:t>
            </a:r>
            <a:r>
              <a:rPr lang="en-US" altLang="zh-C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</a:t>
            </a:r>
            <a:r>
              <a:rPr lang="en-US" altLang="zh-CN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orm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898" y="1478356"/>
            <a:ext cx="8106102" cy="5393303"/>
          </a:xfrm>
          <a:prstGeom prst="rect">
            <a:avLst/>
          </a:prstGeom>
        </p:spPr>
      </p:pic>
      <p:pic>
        <p:nvPicPr>
          <p:cNvPr id="5" name="内容占位符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4572000" cy="322325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CN" sz="6000" b="1" dirty="0" smtClean="0"/>
              <a:t>Arrival Card</a:t>
            </a:r>
            <a:endParaRPr lang="zh-CN" altLang="en-US" sz="6000" b="1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5092782"/>
              </p:ext>
            </p:extLst>
          </p:nvPr>
        </p:nvGraphicFramePr>
        <p:xfrm>
          <a:off x="107502" y="1124743"/>
          <a:ext cx="9036498" cy="572852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37956"/>
                <a:gridCol w="437956"/>
                <a:gridCol w="437956"/>
                <a:gridCol w="437956"/>
                <a:gridCol w="437956"/>
                <a:gridCol w="437956"/>
                <a:gridCol w="437956"/>
                <a:gridCol w="408760"/>
                <a:gridCol w="408760"/>
                <a:gridCol w="408760"/>
                <a:gridCol w="437956"/>
                <a:gridCol w="437956"/>
                <a:gridCol w="437956"/>
                <a:gridCol w="321168"/>
                <a:gridCol w="189781"/>
                <a:gridCol w="233576"/>
                <a:gridCol w="218978"/>
                <a:gridCol w="233576"/>
                <a:gridCol w="204380"/>
                <a:gridCol w="233576"/>
                <a:gridCol w="204380"/>
                <a:gridCol w="248175"/>
                <a:gridCol w="204380"/>
                <a:gridCol w="204380"/>
                <a:gridCol w="934308"/>
              </a:tblGrid>
              <a:tr h="272787">
                <a:tc gridSpan="5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1. Family Name </a:t>
                      </a:r>
                      <a:r>
                        <a:rPr lang="zh-CN" sz="1200" kern="0" dirty="0">
                          <a:effectLst/>
                        </a:rPr>
                        <a:t>姓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27278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545574">
                <a:tc gridSpan="13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2. First </a:t>
                      </a:r>
                      <a:r>
                        <a:rPr lang="en-US" sz="1200" kern="0">
                          <a:effectLst/>
                        </a:rPr>
                        <a:t>(</a:t>
                      </a:r>
                      <a:r>
                        <a:rPr lang="en-US" sz="1200" kern="0" smtClean="0">
                          <a:effectLst/>
                        </a:rPr>
                        <a:t>Given</a:t>
                      </a:r>
                      <a:r>
                        <a:rPr lang="en-US" sz="1200" kern="0" dirty="0">
                          <a:effectLst/>
                        </a:rPr>
                        <a:t>) Name </a:t>
                      </a:r>
                      <a:r>
                        <a:rPr lang="zh-CN" sz="1200" kern="0" dirty="0">
                          <a:effectLst/>
                        </a:rPr>
                        <a:t>名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3. Birth Date (day/mo/yr)</a:t>
                      </a:r>
                      <a:endParaRPr lang="zh-CN" sz="1050" kern="10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0">
                          <a:effectLst/>
                        </a:rPr>
                        <a:t>出生日期（日</a:t>
                      </a:r>
                      <a:r>
                        <a:rPr lang="en-US" sz="1200" kern="0">
                          <a:effectLst/>
                        </a:rPr>
                        <a:t>/</a:t>
                      </a:r>
                      <a:r>
                        <a:rPr lang="zh-CN" sz="1200" kern="0">
                          <a:effectLst/>
                        </a:rPr>
                        <a:t>月</a:t>
                      </a:r>
                      <a:r>
                        <a:rPr lang="en-US" sz="1200" kern="0">
                          <a:effectLst/>
                        </a:rPr>
                        <a:t>/</a:t>
                      </a:r>
                      <a:r>
                        <a:rPr lang="zh-CN" sz="1200" kern="0">
                          <a:effectLst/>
                        </a:rPr>
                        <a:t>年）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27278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545574">
                <a:tc gridSpan="13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4. Country of Citizenship </a:t>
                      </a:r>
                      <a:r>
                        <a:rPr lang="zh-CN" sz="1200" kern="0">
                          <a:effectLst/>
                        </a:rPr>
                        <a:t>国籍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5.Sex (Male or Female)</a:t>
                      </a:r>
                      <a:endParaRPr lang="zh-CN" sz="1050" kern="10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0">
                          <a:effectLst/>
                        </a:rPr>
                        <a:t>性别（男或女）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27278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545574">
                <a:tc gridSpan="11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6.Passport Number </a:t>
                      </a:r>
                      <a:r>
                        <a:rPr lang="zh-CN" sz="1200" kern="0">
                          <a:effectLst/>
                        </a:rPr>
                        <a:t>护照号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7.Airline and Flight Number</a:t>
                      </a:r>
                      <a:endParaRPr lang="zh-CN" sz="1050" kern="10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0">
                          <a:effectLst/>
                        </a:rPr>
                        <a:t>航班号</a:t>
                      </a:r>
                      <a:r>
                        <a:rPr lang="en-US" sz="1200" kern="0">
                          <a:effectLst/>
                        </a:rPr>
                        <a:t>NumberHANG</a:t>
                      </a:r>
                      <a:r>
                        <a:rPr lang="zh-CN" sz="1200" kern="0">
                          <a:effectLst/>
                        </a:rPr>
                        <a:t>航班号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27278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</a:tr>
              <a:tr h="272787">
                <a:tc gridSpan="10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8.Country Where You Live</a:t>
                      </a:r>
                      <a:r>
                        <a:rPr lang="zh-CN" sz="1200" kern="0">
                          <a:effectLst/>
                        </a:rPr>
                        <a:t>居住的国家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15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9.City Where You Boarded</a:t>
                      </a:r>
                      <a:r>
                        <a:rPr lang="zh-CN" sz="1200" kern="0">
                          <a:effectLst/>
                        </a:rPr>
                        <a:t>居住的城市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27278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545574">
                <a:tc gridSpan="13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10.City Where Visa Was Issued</a:t>
                      </a:r>
                      <a:r>
                        <a:rPr lang="zh-CN" sz="1200" kern="0">
                          <a:effectLst/>
                        </a:rPr>
                        <a:t>获得签证的城市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11.Date Issued (day/mo/yr)</a:t>
                      </a:r>
                      <a:endParaRPr lang="zh-CN" sz="1050" kern="10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0">
                          <a:effectLst/>
                        </a:rPr>
                        <a:t>签证日期（日</a:t>
                      </a:r>
                      <a:r>
                        <a:rPr lang="en-US" sz="1200" kern="0">
                          <a:effectLst/>
                        </a:rPr>
                        <a:t>/</a:t>
                      </a:r>
                      <a:r>
                        <a:rPr lang="zh-CN" sz="1200" kern="0">
                          <a:effectLst/>
                        </a:rPr>
                        <a:t>月</a:t>
                      </a:r>
                      <a:r>
                        <a:rPr lang="en-US" sz="1200" kern="0">
                          <a:effectLst/>
                        </a:rPr>
                        <a:t>/</a:t>
                      </a:r>
                      <a:r>
                        <a:rPr lang="zh-CN" sz="1200" kern="0">
                          <a:effectLst/>
                        </a:rPr>
                        <a:t>年）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27278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272787">
                <a:tc gridSpan="25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12.Address While in the United States (Number and Street)</a:t>
                      </a:r>
                      <a:r>
                        <a:rPr lang="zh-CN" sz="1200" kern="0">
                          <a:effectLst/>
                        </a:rPr>
                        <a:t>在美地址（含街道和门牌号）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27278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272787">
                <a:tc gridSpan="25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13.City and State</a:t>
                      </a:r>
                      <a:r>
                        <a:rPr lang="zh-CN" sz="1200" kern="0">
                          <a:effectLst/>
                        </a:rPr>
                        <a:t>（上述地址所在）城市和州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27278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27278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 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6000" b="1" dirty="0" smtClean="0"/>
              <a:t>Departure Card</a:t>
            </a:r>
            <a:endParaRPr lang="zh-CN" altLang="en-US" sz="6000" b="1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107504" y="2060848"/>
          <a:ext cx="9036496" cy="345638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51072"/>
                <a:gridCol w="466107"/>
                <a:gridCol w="466107"/>
                <a:gridCol w="466107"/>
                <a:gridCol w="390929"/>
                <a:gridCol w="135322"/>
                <a:gridCol w="390929"/>
                <a:gridCol w="135322"/>
                <a:gridCol w="345824"/>
                <a:gridCol w="120286"/>
                <a:gridCol w="345824"/>
                <a:gridCol w="120286"/>
                <a:gridCol w="345824"/>
                <a:gridCol w="120286"/>
                <a:gridCol w="345824"/>
                <a:gridCol w="120286"/>
                <a:gridCol w="345824"/>
                <a:gridCol w="120286"/>
                <a:gridCol w="375893"/>
                <a:gridCol w="105250"/>
                <a:gridCol w="390929"/>
                <a:gridCol w="120286"/>
                <a:gridCol w="345824"/>
                <a:gridCol w="120286"/>
                <a:gridCol w="345824"/>
                <a:gridCol w="120286"/>
                <a:gridCol w="345824"/>
                <a:gridCol w="120286"/>
                <a:gridCol w="345824"/>
                <a:gridCol w="120286"/>
                <a:gridCol w="345824"/>
                <a:gridCol w="120286"/>
                <a:gridCol w="375893"/>
                <a:gridCol w="105250"/>
              </a:tblGrid>
              <a:tr h="432048">
                <a:tc gridSpan="5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1. Family Name </a:t>
                      </a:r>
                      <a:r>
                        <a:rPr lang="zh-CN" sz="1200" kern="0">
                          <a:effectLst/>
                        </a:rPr>
                        <a:t>姓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</a:tr>
              <a:tr h="43204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864095">
                <a:tc gridSpan="21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2. First (Gicen) Name </a:t>
                      </a:r>
                      <a:r>
                        <a:rPr lang="zh-CN" sz="1200" kern="0">
                          <a:effectLst/>
                        </a:rPr>
                        <a:t>名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3. Birth Date (day/mo/yr)</a:t>
                      </a:r>
                      <a:endParaRPr lang="zh-CN" sz="1050" kern="10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0">
                          <a:effectLst/>
                        </a:rPr>
                        <a:t>出生日期（日</a:t>
                      </a:r>
                      <a:r>
                        <a:rPr lang="en-US" sz="1200" kern="0">
                          <a:effectLst/>
                        </a:rPr>
                        <a:t>/</a:t>
                      </a:r>
                      <a:r>
                        <a:rPr lang="zh-CN" sz="1200" kern="0">
                          <a:effectLst/>
                        </a:rPr>
                        <a:t>月</a:t>
                      </a:r>
                      <a:r>
                        <a:rPr lang="en-US" sz="1200" kern="0">
                          <a:effectLst/>
                        </a:rPr>
                        <a:t>/</a:t>
                      </a:r>
                      <a:r>
                        <a:rPr lang="zh-CN" sz="1200" kern="0">
                          <a:effectLst/>
                        </a:rPr>
                        <a:t>年）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</a:tr>
              <a:tr h="43204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432048">
                <a:tc gridSpan="21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4. Country of Citizenship </a:t>
                      </a:r>
                      <a:r>
                        <a:rPr lang="zh-CN" sz="1200" kern="0">
                          <a:effectLst/>
                        </a:rPr>
                        <a:t>国籍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</a:tr>
              <a:tr h="43204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43204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 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6000" b="1" dirty="0" smtClean="0">
                <a:hlinkClick r:id="rId2" action="ppaction://hlinkfile"/>
              </a:rPr>
              <a:t>Arrival Card and Customs Declaration</a:t>
            </a:r>
            <a:endParaRPr lang="zh-CN" altLang="en-US" sz="6000" b="1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  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hlinkClick r:id="rId2" action="ppaction://hlinkfile"/>
              </a:rPr>
              <a:t>Arrival card of some other countries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6000" b="1"/>
              <a:t>Groupwork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3600" b="1"/>
              <a:t>Pick a destination.</a:t>
            </a:r>
          </a:p>
          <a:p>
            <a:r>
              <a:rPr lang="en-US" altLang="zh-CN" sz="3600" b="1"/>
              <a:t>Write an itinerary.</a:t>
            </a:r>
          </a:p>
          <a:p>
            <a:r>
              <a:rPr lang="en-US" altLang="zh-CN" sz="3600" b="1">
                <a:sym typeface="+mn-ea"/>
              </a:rPr>
              <a:t>Make up your travel story to p</a:t>
            </a:r>
            <a:r>
              <a:rPr lang="en-US" altLang="zh-CN" sz="3600" b="1"/>
              <a:t>rovide more  information, e.g. </a:t>
            </a:r>
            <a:r>
              <a:rPr lang="en-US" altLang="zh-CN" sz="3600" b="1">
                <a:sym typeface="+mn-ea"/>
              </a:rPr>
              <a:t>passport etc.</a:t>
            </a:r>
            <a:endParaRPr lang="en-US" altLang="zh-CN" sz="3600" b="1"/>
          </a:p>
          <a:p>
            <a:r>
              <a:rPr lang="en-US" altLang="zh-CN" sz="3600" b="1"/>
              <a:t>Exchange your stories and fill in the forms.</a:t>
            </a:r>
          </a:p>
          <a:p>
            <a:endParaRPr lang="en-US" altLang="zh-CN" sz="3600" b="1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1119</Words>
  <Application>Microsoft Office PowerPoint</Application>
  <PresentationFormat>全屏显示(4:3)</PresentationFormat>
  <Paragraphs>544</Paragraphs>
  <Slides>26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27" baseType="lpstr">
      <vt:lpstr>Office 主题</vt:lpstr>
      <vt:lpstr>Itinerary(旅行日程) &amp; Travel Guide</vt:lpstr>
      <vt:lpstr>PowerPoint 演示文稿</vt:lpstr>
      <vt:lpstr>Useful Expressions</vt:lpstr>
      <vt:lpstr>PowerPoint 演示文稿</vt:lpstr>
      <vt:lpstr>PowerPoint 演示文稿</vt:lpstr>
      <vt:lpstr>PowerPoint 演示文稿</vt:lpstr>
      <vt:lpstr>PowerPoint 演示文稿</vt:lpstr>
      <vt:lpstr> </vt:lpstr>
      <vt:lpstr>PowerPoint 演示文稿</vt:lpstr>
      <vt:lpstr>NH Central Station </vt:lpstr>
      <vt:lpstr>PowerPoint 演示文稿</vt:lpstr>
      <vt:lpstr>PowerPoint 演示文稿</vt:lpstr>
      <vt:lpstr>Luxury Tour 3 Days of Beijing</vt:lpstr>
      <vt:lpstr>Preparation</vt:lpstr>
      <vt:lpstr>Booking</vt:lpstr>
      <vt:lpstr>www.airasia.com</vt:lpstr>
      <vt:lpstr>www.airasiago.com</vt:lpstr>
      <vt:lpstr>Booking</vt:lpstr>
      <vt:lpstr>www.agoda.com</vt:lpstr>
      <vt:lpstr>Getting Ready to Go</vt:lpstr>
      <vt:lpstr>PowerPoint 演示文稿</vt:lpstr>
      <vt:lpstr>Arrival Card</vt:lpstr>
      <vt:lpstr>Departure Card</vt:lpstr>
      <vt:lpstr>Arrival Card and Customs Declaration</vt:lpstr>
      <vt:lpstr> </vt:lpstr>
      <vt:lpstr>Groupwork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Itinerary &amp; Travel Guides</dc:title>
  <dc:creator>shen</dc:creator>
  <cp:lastModifiedBy>hd</cp:lastModifiedBy>
  <cp:revision>45</cp:revision>
  <dcterms:created xsi:type="dcterms:W3CDTF">2015-04-08T06:48:24Z</dcterms:created>
  <dcterms:modified xsi:type="dcterms:W3CDTF">2019-05-20T03:35:20Z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2052-10.1.0.6929</vt:lpwstr>
  </property>
</Properties>
</file>